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35.bin" ContentType="application/vnd.openxmlformats-officedocument.oleObject"/>
  <Override PartName="/ppt/embeddings/oleObject36.bin" ContentType="application/vnd.openxmlformats-officedocument.oleObject"/>
  <Override PartName="/ppt/embeddings/oleObject37.bin" ContentType="application/vnd.openxmlformats-officedocument.oleObject"/>
  <Override PartName="/ppt/embeddings/oleObject38.bin" ContentType="application/vnd.openxmlformats-officedocument.oleObject"/>
  <Override PartName="/ppt/embeddings/oleObject39.bin" ContentType="application/vnd.openxmlformats-officedocument.oleObject"/>
  <Override PartName="/ppt/embeddings/oleObject4.bin" ContentType="application/vnd.openxmlformats-officedocument.oleObject"/>
  <Override PartName="/ppt/embeddings/oleObject40.bin" ContentType="application/vnd.openxmlformats-officedocument.oleObject"/>
  <Override PartName="/ppt/embeddings/oleObject41.bin" ContentType="application/vnd.openxmlformats-officedocument.oleObject"/>
  <Override PartName="/ppt/embeddings/oleObject42.bin" ContentType="application/vnd.openxmlformats-officedocument.oleObject"/>
  <Override PartName="/ppt/embeddings/oleObject43.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media/image10.svg" ContentType="image/svg+xml"/>
  <Override PartName="/ppt/media/image11.svg" ContentType="image/svg+xml"/>
  <Override PartName="/ppt/media/image13.svg" ContentType="image/svg+xml"/>
  <Override PartName="/ppt/media/image14.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6.svg" ContentType="image/svg+xml"/>
  <Override PartName="/ppt/media/image27.svg" ContentType="image/svg+xml"/>
  <Override PartName="/ppt/media/image29.svg" ContentType="image/svg+xml"/>
  <Override PartName="/ppt/media/image30.svg" ContentType="image/svg+xml"/>
  <Override PartName="/ppt/media/image31.svg" ContentType="image/svg+xml"/>
  <Override PartName="/ppt/media/image5.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webextensions/webextension4.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60" r:id="rId39"/>
    <p:sldMasterId id="2147483842" r:id="rId40"/>
  </p:sldMasterIdLst>
  <p:notesMasterIdLst>
    <p:notesMasterId r:id="rId62"/>
  </p:notesMasterIdLst>
  <p:sldIdLst>
    <p:sldId id="2147483130" r:id="rId41"/>
    <p:sldId id="2147483611" r:id="rId42"/>
    <p:sldId id="2147483632" r:id="rId43"/>
    <p:sldId id="2147483633" r:id="rId44"/>
    <p:sldId id="2147483640" r:id="rId45"/>
    <p:sldId id="2147483628" r:id="rId46"/>
    <p:sldId id="2147483639" r:id="rId47"/>
    <p:sldId id="2147483568" r:id="rId48"/>
    <p:sldId id="2147483626" r:id="rId49"/>
    <p:sldId id="2147483634" r:id="rId50"/>
    <p:sldId id="2147483637" r:id="rId51"/>
    <p:sldId id="2147483570" r:id="rId52"/>
    <p:sldId id="2147483612" r:id="rId53"/>
    <p:sldId id="2147483641" r:id="rId54"/>
    <p:sldId id="2147483642" r:id="rId55"/>
    <p:sldId id="257" r:id="rId71"/>
    <p:sldId id="2147483643" r:id="rId56"/>
    <p:sldId id="2147483631" r:id="rId57"/>
    <p:sldId id="258" r:id="rId72"/>
    <p:sldId id="2147483645" r:id="rId58"/>
    <p:sldId id="2147483646" r:id="rId59"/>
    <p:sldId id="2147483647" r:id="rId60"/>
    <p:sldId id="256" r:id="rId61"/>
  </p:sldIdLst>
  <p:sldSz cx="12192000" cy="6858000"/>
  <p:notesSz cx="6735763" cy="9866313"/>
  <p:custDataLst>
    <p:tags r:id="rId6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FA36C64-5679-184E-E249-B15207ED7ABF}" name="Stefania Caramiello" initials="SC" userId="S::Stefania_Caramiello@mckinsey.com::a4b189ea-6dbe-47ca-9f8b-73c33a8b8273" providerId="AD"/>
  <p188:author id="{73F9446A-0E4B-2330-9679-FF351E50AE4A}" name="Elisa Lora Lamia Donin" initials="ELLD" userId="S::Elisa_Lora_Lamia_Donin@mckinsey.com::05f8360e-48f6-46f6-801c-f07c42a67346" providerId="AD"/>
  <p188:author id="{F8C1459E-4F86-EB4F-48C3-AF33F39EBECB}" name="STROBINO FEDERICA" initials="SF" userId="S::federica.strobino@intesasanpaolo.com::398d8471-6527-4821-8f54-e6482e5bb8bc" providerId="AD"/>
  <p188:author id="{5A6599BC-D69C-B925-F97A-4B7AC207C2A2}" name="POLEGATO CINZIA" initials="PC" userId="S::cinzia.polegato@intesasanpaolo.com::9875615f-5198-4ffd-b09f-7372cce5e276" providerId="AD"/>
  <p188:author id="{A65D3EE7-FB82-2891-C6C5-02D8ADDE97C4}" name="Cecilia Cremonesi" initials="CC" userId="S::Cecilia_Cremonesi@mckinsey.com::f65d4b44-5584-4432-a721-b986eddebe0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ECF0F7"/>
    <a:srgbClr val="003A79"/>
    <a:srgbClr val="7F7F7F"/>
    <a:srgbClr val="406B9B"/>
    <a:srgbClr val="EDF2F7"/>
    <a:srgbClr val="D6E1EE"/>
    <a:srgbClr val="DDDDDD"/>
    <a:srgbClr val="FFFFFF"/>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1795FB-E642-48F8-BC90-CE70CF04EABD}" v="428" dt="2026-09-18T09:59:24.869"/>
    <p1510:client id="{29752E2A-EFF3-40D7-8B7A-FD7D974F3B6A}" v="1137" dt="2026-09-18T12:37:07.298"/>
    <p1510:client id="{2C828264-861D-4749-9AC3-EEC1BF9FE5ED}" v="4770" dt="2026-09-18T14:55:13.995"/>
    <p1510:client id="{44645857-38F8-4735-AA51-1B7D993E54CB}" v="45" dt="2026-09-18T13:48:43.698"/>
    <p1510:client id="{44B3982F-8063-4BA3-AD21-69C44ACDFF81}" v="782" dt="2026-09-18T14:43:24.831"/>
    <p1510:client id="{5AFDB519-55CF-4972-BB3A-D91445ABEBEC}" v="2754" dt="2026-09-18T13:31:00.068"/>
    <p1510:client id="{5E3EC7A4-6741-4861-A8EF-118739D0084D}" v="7615" dt="2026-09-18T10:55:26.771"/>
    <p1510:client id="{7B290357-7066-82C9-FABA-96B959E471DC}" v="1" dt="2026-09-18T10:31:52.494"/>
    <p1510:client id="{A60C5681-DB96-F533-FEB0-9841A277E0B1}" v="1" dt="2026-09-18T14:28:52.175"/>
    <p1510:client id="{A639BB0A-4433-40A5-ACA2-E523C7353D20}" v="2748" dt="2026-09-18T10:57:45.703"/>
    <p1510:client id="{A6939292-114E-48CD-8C7D-69850F98A78C}" v="3308" dt="2026-09-18T13:53:11.871"/>
    <p1510:client id="{CD4B0FB3-F61D-429D-95B7-0FEE08F04C14}" v="14" dt="2026-09-18T07:59:21.879"/>
    <p1510:client id="{E4154EEF-1087-2D4D-C12D-A4C89F06671F}" v="24" dt="2026-09-18T09:56:52.9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customXml" Target="../customXml/item16.xml"/><Relationship Id="rId17" Type="http://schemas.openxmlformats.org/officeDocument/2006/relationships/customXml" Target="../customXml/item17.xml"/><Relationship Id="rId18" Type="http://schemas.openxmlformats.org/officeDocument/2006/relationships/customXml" Target="../customXml/item18.xml"/><Relationship Id="rId19" Type="http://schemas.openxmlformats.org/officeDocument/2006/relationships/customXml" Target="../customXml/item19.xml"/><Relationship Id="rId20" Type="http://schemas.openxmlformats.org/officeDocument/2006/relationships/customXml" Target="../customXml/item20.xml"/><Relationship Id="rId21" Type="http://schemas.openxmlformats.org/officeDocument/2006/relationships/customXml" Target="../customXml/item21.xml"/><Relationship Id="rId22" Type="http://schemas.openxmlformats.org/officeDocument/2006/relationships/customXml" Target="../customXml/item22.xml"/><Relationship Id="rId23" Type="http://schemas.openxmlformats.org/officeDocument/2006/relationships/customXml" Target="../customXml/item23.xml"/><Relationship Id="rId24" Type="http://schemas.openxmlformats.org/officeDocument/2006/relationships/customXml" Target="../customXml/item24.xml"/><Relationship Id="rId25" Type="http://schemas.openxmlformats.org/officeDocument/2006/relationships/customXml" Target="../customXml/item25.xml"/><Relationship Id="rId26" Type="http://schemas.openxmlformats.org/officeDocument/2006/relationships/customXml" Target="../customXml/item26.xml"/><Relationship Id="rId27" Type="http://schemas.openxmlformats.org/officeDocument/2006/relationships/customXml" Target="../customXml/item27.xml"/><Relationship Id="rId28" Type="http://schemas.openxmlformats.org/officeDocument/2006/relationships/customXml" Target="../customXml/item28.xml"/><Relationship Id="rId29" Type="http://schemas.openxmlformats.org/officeDocument/2006/relationships/customXml" Target="../customXml/item29.xml"/><Relationship Id="rId30" Type="http://schemas.openxmlformats.org/officeDocument/2006/relationships/customXml" Target="../customXml/item30.xml"/><Relationship Id="rId31" Type="http://schemas.openxmlformats.org/officeDocument/2006/relationships/customXml" Target="../customXml/item31.xml"/><Relationship Id="rId32" Type="http://schemas.openxmlformats.org/officeDocument/2006/relationships/customXml" Target="../customXml/item32.xml"/><Relationship Id="rId33" Type="http://schemas.openxmlformats.org/officeDocument/2006/relationships/customXml" Target="../customXml/item33.xml"/><Relationship Id="rId34" Type="http://schemas.openxmlformats.org/officeDocument/2006/relationships/customXml" Target="../customXml/item34.xml"/><Relationship Id="rId35" Type="http://schemas.openxmlformats.org/officeDocument/2006/relationships/customXml" Target="../customXml/item35.xml"/><Relationship Id="rId36" Type="http://schemas.openxmlformats.org/officeDocument/2006/relationships/customXml" Target="../customXml/item36.xml"/><Relationship Id="rId37" Type="http://schemas.openxmlformats.org/officeDocument/2006/relationships/customXml" Target="../customXml/item37.xml"/><Relationship Id="rId38" Type="http://schemas.openxmlformats.org/officeDocument/2006/relationships/customXml" Target="../customXml/item38.xml"/><Relationship Id="rId39" Type="http://schemas.openxmlformats.org/officeDocument/2006/relationships/slideMaster" Target="slideMasters/slideMaster1.xml"/><Relationship Id="rId40" Type="http://schemas.openxmlformats.org/officeDocument/2006/relationships/slideMaster" Target="slideMasters/slideMaster2.xml"/><Relationship Id="rId41" Type="http://schemas.openxmlformats.org/officeDocument/2006/relationships/slide" Target="slides/slide1.xml"/><Relationship Id="rId42" Type="http://schemas.openxmlformats.org/officeDocument/2006/relationships/slide" Target="slides/slide2.xml"/><Relationship Id="rId43" Type="http://schemas.openxmlformats.org/officeDocument/2006/relationships/slide" Target="slides/slide3.xml"/><Relationship Id="rId44" Type="http://schemas.openxmlformats.org/officeDocument/2006/relationships/slide" Target="slides/slide4.xml"/><Relationship Id="rId45" Type="http://schemas.openxmlformats.org/officeDocument/2006/relationships/slide" Target="slides/slide5.xml"/><Relationship Id="rId46" Type="http://schemas.openxmlformats.org/officeDocument/2006/relationships/slide" Target="slides/slide6.xml"/><Relationship Id="rId47" Type="http://schemas.openxmlformats.org/officeDocument/2006/relationships/slide" Target="slides/slide7.xml"/><Relationship Id="rId48" Type="http://schemas.openxmlformats.org/officeDocument/2006/relationships/slide" Target="slides/slide8.xml"/><Relationship Id="rId49" Type="http://schemas.openxmlformats.org/officeDocument/2006/relationships/slide" Target="slides/slide9.xml"/><Relationship Id="rId50" Type="http://schemas.openxmlformats.org/officeDocument/2006/relationships/slide" Target="slides/slide10.xml"/><Relationship Id="rId51" Type="http://schemas.openxmlformats.org/officeDocument/2006/relationships/slide" Target="slides/slide11.xml"/><Relationship Id="rId52" Type="http://schemas.openxmlformats.org/officeDocument/2006/relationships/slide" Target="slides/slide12.xml"/><Relationship Id="rId53" Type="http://schemas.openxmlformats.org/officeDocument/2006/relationships/slide" Target="slides/slide13.xml"/><Relationship Id="rId54" Type="http://schemas.openxmlformats.org/officeDocument/2006/relationships/slide" Target="slides/slide14.xml"/><Relationship Id="rId55" Type="http://schemas.openxmlformats.org/officeDocument/2006/relationships/slide" Target="slides/slide15.xml"/><Relationship Id="rId56" Type="http://schemas.openxmlformats.org/officeDocument/2006/relationships/slide" Target="slides/slide17.xml"/><Relationship Id="rId57" Type="http://schemas.openxmlformats.org/officeDocument/2006/relationships/slide" Target="slides/slide18.xml"/><Relationship Id="rId58" Type="http://schemas.openxmlformats.org/officeDocument/2006/relationships/slide" Target="slides/slide19.xml"/><Relationship Id="rId59" Type="http://schemas.openxmlformats.org/officeDocument/2006/relationships/slide" Target="slides/slide20.xml"/><Relationship Id="rId60" Type="http://schemas.openxmlformats.org/officeDocument/2006/relationships/slide" Target="slides/slide21.xml"/><Relationship Id="rId61" Type="http://schemas.openxmlformats.org/officeDocument/2006/relationships/slide" Target="slides/slide22.xml"/><Relationship Id="rId62" Type="http://schemas.openxmlformats.org/officeDocument/2006/relationships/notesMaster" Target="notesMasters/notesMaster1.xml"/><Relationship Id="rId63" Type="http://schemas.openxmlformats.org/officeDocument/2006/relationships/tags" Target="tags/tag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 Id="rId68" Type="http://schemas.microsoft.com/office/2016/11/relationships/changesInfo" Target="changesInfos/changesInfo1.xml"/><Relationship Id="rId69" Type="http://schemas.microsoft.com/office/2015/10/relationships/revisionInfo" Target="revisionInfo.xml"/><Relationship Id="rId70" Type="http://schemas.microsoft.com/office/2018/10/relationships/authors" Target="authors.xml"/><Relationship Id="rId71" Type="http://schemas.openxmlformats.org/officeDocument/2006/relationships/slide" Target="slides/slide16.xml"/><Relationship Id="rId72" Type="http://schemas.openxmlformats.org/officeDocument/2006/relationships/slide" Target="slides/slide2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ego Riva" userId="4faac86c-5217-460c-b916-7e1e32e464a3" providerId="ADAL" clId="{C59C57F4-D0D8-41A9-AB3D-6F93D29F92D6}"/>
    <pc:docChg chg="undo redo custSel addSld delSld modSld sldOrd">
      <pc:chgData name="Diego Riva" userId="4faac86c-5217-460c-b916-7e1e32e464a3" providerId="ADAL" clId="{C59C57F4-D0D8-41A9-AB3D-6F93D29F92D6}" dt="2026-09-18T14:55:13.995" v="12677" actId="20577"/>
      <pc:docMkLst>
        <pc:docMk/>
      </pc:docMkLst>
      <pc:sldChg chg="del">
        <pc:chgData name="Diego Riva" userId="4faac86c-5217-460c-b916-7e1e32e464a3" providerId="ADAL" clId="{C59C57F4-D0D8-41A9-AB3D-6F93D29F92D6}" dt="2026-09-18T07:59:54.411" v="298" actId="47"/>
        <pc:sldMkLst>
          <pc:docMk/>
          <pc:sldMk cId="0" sldId="256"/>
        </pc:sldMkLst>
      </pc:sldChg>
      <pc:sldChg chg="add">
        <pc:chgData name="Diego Riva" userId="4faac86c-5217-460c-b916-7e1e32e464a3" providerId="ADAL" clId="{C59C57F4-D0D8-41A9-AB3D-6F93D29F92D6}" dt="2026-09-18T14:33:42.480" v="12367"/>
        <pc:sldMkLst>
          <pc:docMk/>
          <pc:sldMk cId="1313846476" sldId="256"/>
        </pc:sldMkLst>
      </pc:sldChg>
      <pc:sldChg chg="modSp mod">
        <pc:chgData name="Diego Riva" userId="4faac86c-5217-460c-b916-7e1e32e464a3" providerId="ADAL" clId="{C59C57F4-D0D8-41A9-AB3D-6F93D29F92D6}" dt="2026-09-18T10:54:58.636" v="7979" actId="208"/>
        <pc:sldMkLst>
          <pc:docMk/>
          <pc:sldMk cId="2863268440" sldId="2147483131"/>
        </pc:sldMkLst>
        <pc:spChg chg="mod">
          <ac:chgData name="Diego Riva" userId="4faac86c-5217-460c-b916-7e1e32e464a3" providerId="ADAL" clId="{C59C57F4-D0D8-41A9-AB3D-6F93D29F92D6}" dt="2026-09-18T10:54:44.905" v="7976" actId="207"/>
          <ac:spMkLst>
            <pc:docMk/>
            <pc:sldMk cId="2863268440" sldId="2147483131"/>
            <ac:spMk id="29" creationId="{19E3DFA3-ABF6-DF22-4285-0F6F8BEC9BDB}"/>
          </ac:spMkLst>
        </pc:spChg>
        <pc:spChg chg="mod">
          <ac:chgData name="Diego Riva" userId="4faac86c-5217-460c-b916-7e1e32e464a3" providerId="ADAL" clId="{C59C57F4-D0D8-41A9-AB3D-6F93D29F92D6}" dt="2026-09-18T10:06:31.836" v="6213" actId="1037"/>
          <ac:spMkLst>
            <pc:docMk/>
            <pc:sldMk cId="2863268440" sldId="2147483131"/>
            <ac:spMk id="30" creationId="{F1AFBA59-EE98-9A56-4827-26D648E296B4}"/>
          </ac:spMkLst>
        </pc:spChg>
        <pc:spChg chg="mod">
          <ac:chgData name="Diego Riva" userId="4faac86c-5217-460c-b916-7e1e32e464a3" providerId="ADAL" clId="{C59C57F4-D0D8-41A9-AB3D-6F93D29F92D6}" dt="2026-09-18T10:06:28.612" v="6203" actId="20577"/>
          <ac:spMkLst>
            <pc:docMk/>
            <pc:sldMk cId="2863268440" sldId="2147483131"/>
            <ac:spMk id="32" creationId="{FF28D4E5-B1FE-871E-A44A-2DA0DF9F5945}"/>
          </ac:spMkLst>
        </pc:spChg>
        <pc:spChg chg="mod">
          <ac:chgData name="Diego Riva" userId="4faac86c-5217-460c-b916-7e1e32e464a3" providerId="ADAL" clId="{C59C57F4-D0D8-41A9-AB3D-6F93D29F92D6}" dt="2026-09-18T10:54:58.636" v="7979" actId="208"/>
          <ac:spMkLst>
            <pc:docMk/>
            <pc:sldMk cId="2863268440" sldId="2147483131"/>
            <ac:spMk id="41" creationId="{D2C2F953-01C9-D76F-0D5F-B9E581B59345}"/>
          </ac:spMkLst>
        </pc:spChg>
      </pc:sldChg>
      <pc:sldChg chg="del">
        <pc:chgData name="Diego Riva" userId="4faac86c-5217-460c-b916-7e1e32e464a3" providerId="ADAL" clId="{C59C57F4-D0D8-41A9-AB3D-6F93D29F92D6}" dt="2026-09-18T07:57:50.805" v="31" actId="47"/>
        <pc:sldMkLst>
          <pc:docMk/>
          <pc:sldMk cId="2071069516" sldId="2147483135"/>
        </pc:sldMkLst>
      </pc:sldChg>
      <pc:sldChg chg="addSp modSp del mod">
        <pc:chgData name="Diego Riva" userId="4faac86c-5217-460c-b916-7e1e32e464a3" providerId="ADAL" clId="{C59C57F4-D0D8-41A9-AB3D-6F93D29F92D6}" dt="2026-09-18T09:12:15.278" v="780" actId="47"/>
        <pc:sldMkLst>
          <pc:docMk/>
          <pc:sldMk cId="3711525951" sldId="2147483136"/>
        </pc:sldMkLst>
        <pc:spChg chg="add mod">
          <ac:chgData name="Diego Riva" userId="4faac86c-5217-460c-b916-7e1e32e464a3" providerId="ADAL" clId="{C59C57F4-D0D8-41A9-AB3D-6F93D29F92D6}" dt="2026-09-18T09:09:06.878" v="688" actId="20577"/>
          <ac:spMkLst>
            <pc:docMk/>
            <pc:sldMk cId="3711525951" sldId="2147483136"/>
            <ac:spMk id="6" creationId="{D69B4FC8-A045-F45A-D6D9-03091D62EEA9}"/>
          </ac:spMkLst>
        </pc:spChg>
        <pc:spChg chg="mod">
          <ac:chgData name="Diego Riva" userId="4faac86c-5217-460c-b916-7e1e32e464a3" providerId="ADAL" clId="{C59C57F4-D0D8-41A9-AB3D-6F93D29F92D6}" dt="2026-09-18T07:59:05.112" v="198" actId="20577"/>
          <ac:spMkLst>
            <pc:docMk/>
            <pc:sldMk cId="3711525951" sldId="2147483136"/>
            <ac:spMk id="7" creationId="{93356C7B-9857-419D-5A7D-240791DD72F5}"/>
          </ac:spMkLst>
        </pc:spChg>
      </pc:sldChg>
      <pc:sldChg chg="modSp del mod">
        <pc:chgData name="Diego Riva" userId="4faac86c-5217-460c-b916-7e1e32e464a3" providerId="ADAL" clId="{C59C57F4-D0D8-41A9-AB3D-6F93D29F92D6}" dt="2026-09-18T09:14:30.098" v="951" actId="47"/>
        <pc:sldMkLst>
          <pc:docMk/>
          <pc:sldMk cId="336587477" sldId="2147483140"/>
        </pc:sldMkLst>
        <pc:spChg chg="mod">
          <ac:chgData name="Diego Riva" userId="4faac86c-5217-460c-b916-7e1e32e464a3" providerId="ADAL" clId="{C59C57F4-D0D8-41A9-AB3D-6F93D29F92D6}" dt="2026-09-18T07:57:38.865" v="28" actId="554"/>
          <ac:spMkLst>
            <pc:docMk/>
            <pc:sldMk cId="336587477" sldId="2147483140"/>
            <ac:spMk id="7" creationId="{E437C1D9-20AC-A5B0-880D-F3EC3F664E7E}"/>
          </ac:spMkLst>
        </pc:spChg>
      </pc:sldChg>
      <pc:sldChg chg="modSp del mod">
        <pc:chgData name="Diego Riva" userId="4faac86c-5217-460c-b916-7e1e32e464a3" providerId="ADAL" clId="{C59C57F4-D0D8-41A9-AB3D-6F93D29F92D6}" dt="2026-09-18T09:14:30.775" v="952" actId="47"/>
        <pc:sldMkLst>
          <pc:docMk/>
          <pc:sldMk cId="2771789959" sldId="2147483141"/>
        </pc:sldMkLst>
        <pc:spChg chg="mod">
          <ac:chgData name="Diego Riva" userId="4faac86c-5217-460c-b916-7e1e32e464a3" providerId="ADAL" clId="{C59C57F4-D0D8-41A9-AB3D-6F93D29F92D6}" dt="2026-09-18T07:57:42.315" v="30" actId="554"/>
          <ac:spMkLst>
            <pc:docMk/>
            <pc:sldMk cId="2771789959" sldId="2147483141"/>
            <ac:spMk id="7" creationId="{B42A84F5-B769-D27A-BFFB-AC0435C316BE}"/>
          </ac:spMkLst>
        </pc:spChg>
      </pc:sldChg>
      <pc:sldChg chg="del">
        <pc:chgData name="Diego Riva" userId="4faac86c-5217-460c-b916-7e1e32e464a3" providerId="ADAL" clId="{C59C57F4-D0D8-41A9-AB3D-6F93D29F92D6}" dt="2026-09-18T07:58:20.232" v="110" actId="47"/>
        <pc:sldMkLst>
          <pc:docMk/>
          <pc:sldMk cId="1045076292" sldId="2147483142"/>
        </pc:sldMkLst>
      </pc:sldChg>
      <pc:sldChg chg="modSp del mod">
        <pc:chgData name="Diego Riva" userId="4faac86c-5217-460c-b916-7e1e32e464a3" providerId="ADAL" clId="{C59C57F4-D0D8-41A9-AB3D-6F93D29F92D6}" dt="2026-09-18T09:12:15.979" v="781" actId="47"/>
        <pc:sldMkLst>
          <pc:docMk/>
          <pc:sldMk cId="3878111804" sldId="2147483143"/>
        </pc:sldMkLst>
        <pc:spChg chg="mod">
          <ac:chgData name="Diego Riva" userId="4faac86c-5217-460c-b916-7e1e32e464a3" providerId="ADAL" clId="{C59C57F4-D0D8-41A9-AB3D-6F93D29F92D6}" dt="2026-09-18T07:59:12.903" v="203" actId="20577"/>
          <ac:spMkLst>
            <pc:docMk/>
            <pc:sldMk cId="3878111804" sldId="2147483143"/>
            <ac:spMk id="7" creationId="{D0FCA0F8-94C4-FE4D-4394-C095F0C79EC6}"/>
          </ac:spMkLst>
        </pc:spChg>
      </pc:sldChg>
      <pc:sldChg chg="addSp modSp add mod">
        <pc:chgData name="Diego Riva" userId="4faac86c-5217-460c-b916-7e1e32e464a3" providerId="ADAL" clId="{C59C57F4-D0D8-41A9-AB3D-6F93D29F92D6}" dt="2026-09-18T09:47:20.469" v="5710" actId="14100"/>
        <pc:sldMkLst>
          <pc:docMk/>
          <pc:sldMk cId="850110447" sldId="2147483164"/>
        </pc:sldMkLst>
        <pc:spChg chg="mod">
          <ac:chgData name="Diego Riva" userId="4faac86c-5217-460c-b916-7e1e32e464a3" providerId="ADAL" clId="{C59C57F4-D0D8-41A9-AB3D-6F93D29F92D6}" dt="2026-09-18T09:45:26.818" v="5580"/>
          <ac:spMkLst>
            <pc:docMk/>
            <pc:sldMk cId="850110447" sldId="2147483164"/>
            <ac:spMk id="4" creationId="{54AE87D1-A21A-25E8-3EEE-8E7E2A7A644C}"/>
          </ac:spMkLst>
        </pc:spChg>
        <pc:spChg chg="add mod">
          <ac:chgData name="Diego Riva" userId="4faac86c-5217-460c-b916-7e1e32e464a3" providerId="ADAL" clId="{C59C57F4-D0D8-41A9-AB3D-6F93D29F92D6}" dt="2026-09-18T09:47:20.469" v="5710" actId="14100"/>
          <ac:spMkLst>
            <pc:docMk/>
            <pc:sldMk cId="850110447" sldId="2147483164"/>
            <ac:spMk id="6" creationId="{A385C054-9AA5-AC90-0924-B4B7BB30CDC4}"/>
          </ac:spMkLst>
        </pc:spChg>
        <pc:graphicFrameChg chg="mod">
          <ac:chgData name="Diego Riva" userId="4faac86c-5217-460c-b916-7e1e32e464a3" providerId="ADAL" clId="{C59C57F4-D0D8-41A9-AB3D-6F93D29F92D6}" dt="2026-09-18T09:45:26.817" v="5579"/>
          <ac:graphicFrameMkLst>
            <pc:docMk/>
            <pc:sldMk cId="850110447" sldId="2147483164"/>
            <ac:graphicFrameMk id="5" creationId="{1D8F0D7E-7B24-7E3D-7D34-3A534F982DE7}"/>
          </ac:graphicFrameMkLst>
        </pc:graphicFrameChg>
        <pc:picChg chg="add mod">
          <ac:chgData name="Diego Riva" userId="4faac86c-5217-460c-b916-7e1e32e464a3" providerId="ADAL" clId="{C59C57F4-D0D8-41A9-AB3D-6F93D29F92D6}" dt="2026-09-18T09:46:24.529" v="5622" actId="1076"/>
          <ac:picMkLst>
            <pc:docMk/>
            <pc:sldMk cId="850110447" sldId="2147483164"/>
            <ac:picMk id="8" creationId="{633B3248-9932-151E-8A76-730FB65EBFC7}"/>
          </ac:picMkLst>
        </pc:picChg>
      </pc:sldChg>
      <pc:sldChg chg="addSp delSp modSp mod">
        <pc:chgData name="Diego Riva" userId="4faac86c-5217-460c-b916-7e1e32e464a3" providerId="ADAL" clId="{C59C57F4-D0D8-41A9-AB3D-6F93D29F92D6}" dt="2026-09-18T10:07:42.587" v="6331"/>
        <pc:sldMkLst>
          <pc:docMk/>
          <pc:sldMk cId="3170283115" sldId="2147483510"/>
        </pc:sldMkLst>
        <pc:spChg chg="add del mod">
          <ac:chgData name="Diego Riva" userId="4faac86c-5217-460c-b916-7e1e32e464a3" providerId="ADAL" clId="{C59C57F4-D0D8-41A9-AB3D-6F93D29F92D6}" dt="2026-09-18T09:54:30.708" v="6014" actId="478"/>
          <ac:spMkLst>
            <pc:docMk/>
            <pc:sldMk cId="3170283115" sldId="2147483510"/>
            <ac:spMk id="2" creationId="{B0038B3F-2BA6-16C4-94DC-A61F6BDDCEDA}"/>
          </ac:spMkLst>
        </pc:spChg>
        <pc:spChg chg="mod">
          <ac:chgData name="Diego Riva" userId="4faac86c-5217-460c-b916-7e1e32e464a3" providerId="ADAL" clId="{C59C57F4-D0D8-41A9-AB3D-6F93D29F92D6}" dt="2026-09-18T10:07:42.587" v="6331"/>
          <ac:spMkLst>
            <pc:docMk/>
            <pc:sldMk cId="3170283115" sldId="2147483510"/>
            <ac:spMk id="9" creationId="{79863793-CAA5-8113-4FDC-9BEA2DBFB6C4}"/>
          </ac:spMkLst>
        </pc:spChg>
      </pc:sldChg>
      <pc:sldChg chg="mod modShow">
        <pc:chgData name="Diego Riva" userId="4faac86c-5217-460c-b916-7e1e32e464a3" providerId="ADAL" clId="{C59C57F4-D0D8-41A9-AB3D-6F93D29F92D6}" dt="2026-09-18T08:09:37.570" v="299" actId="729"/>
        <pc:sldMkLst>
          <pc:docMk/>
          <pc:sldMk cId="3260739110" sldId="2147483555"/>
        </pc:sldMkLst>
      </pc:sldChg>
      <pc:sldChg chg="mod modShow">
        <pc:chgData name="Diego Riva" userId="4faac86c-5217-460c-b916-7e1e32e464a3" providerId="ADAL" clId="{C59C57F4-D0D8-41A9-AB3D-6F93D29F92D6}" dt="2026-09-18T08:09:37.570" v="299" actId="729"/>
        <pc:sldMkLst>
          <pc:docMk/>
          <pc:sldMk cId="3253975466" sldId="2147483566"/>
        </pc:sldMkLst>
      </pc:sldChg>
      <pc:sldChg chg="addSp delSp modSp mod modClrScheme chgLayout">
        <pc:chgData name="Diego Riva" userId="4faac86c-5217-460c-b916-7e1e32e464a3" providerId="ADAL" clId="{C59C57F4-D0D8-41A9-AB3D-6F93D29F92D6}" dt="2026-09-18T09:27:42.308" v="4397"/>
        <pc:sldMkLst>
          <pc:docMk/>
          <pc:sldMk cId="1020458143" sldId="2147483568"/>
        </pc:sldMkLst>
        <pc:spChg chg="mod ord">
          <ac:chgData name="Diego Riva" userId="4faac86c-5217-460c-b916-7e1e32e464a3" providerId="ADAL" clId="{C59C57F4-D0D8-41A9-AB3D-6F93D29F92D6}" dt="2026-09-18T09:20:21.304" v="3948" actId="948"/>
          <ac:spMkLst>
            <pc:docMk/>
            <pc:sldMk cId="1020458143" sldId="2147483568"/>
            <ac:spMk id="2" creationId="{AAB63E7C-0EF3-2FE4-B84F-4478751405D7}"/>
          </ac:spMkLst>
        </pc:spChg>
        <pc:spChg chg="add del mod modVis">
          <ac:chgData name="Diego Riva" userId="4faac86c-5217-460c-b916-7e1e32e464a3" providerId="ADAL" clId="{C59C57F4-D0D8-41A9-AB3D-6F93D29F92D6}" dt="2026-09-18T08:10:03.240" v="352" actId="962"/>
          <ac:spMkLst>
            <pc:docMk/>
            <pc:sldMk cId="1020458143" sldId="2147483568"/>
            <ac:spMk id="3" creationId="{8F570D39-A19D-EF21-3800-AEC008E8B4A8}"/>
          </ac:spMkLst>
        </pc:spChg>
        <pc:spChg chg="add del mod ord">
          <ac:chgData name="Diego Riva" userId="4faac86c-5217-460c-b916-7e1e32e464a3" providerId="ADAL" clId="{C59C57F4-D0D8-41A9-AB3D-6F93D29F92D6}" dt="2026-09-18T08:10:33.390" v="426" actId="478"/>
          <ac:spMkLst>
            <pc:docMk/>
            <pc:sldMk cId="1020458143" sldId="2147483568"/>
            <ac:spMk id="5" creationId="{B89ACF4B-3445-D110-A5A4-697B35BA21E9}"/>
          </ac:spMkLst>
        </pc:spChg>
        <pc:spChg chg="add mod ord">
          <ac:chgData name="Diego Riva" userId="4faac86c-5217-460c-b916-7e1e32e464a3" providerId="ADAL" clId="{C59C57F4-D0D8-41A9-AB3D-6F93D29F92D6}" dt="2026-09-18T08:10:26.254" v="356" actId="700"/>
          <ac:spMkLst>
            <pc:docMk/>
            <pc:sldMk cId="1020458143" sldId="2147483568"/>
            <ac:spMk id="9" creationId="{99C8651C-CFAF-AF52-D34D-33ABFC6A10A7}"/>
          </ac:spMkLst>
        </pc:spChg>
        <pc:spChg chg="add del mod modVis">
          <ac:chgData name="Diego Riva" userId="4faac86c-5217-460c-b916-7e1e32e464a3" providerId="ADAL" clId="{C59C57F4-D0D8-41A9-AB3D-6F93D29F92D6}" dt="2026-09-18T08:10:26.924" v="387"/>
          <ac:spMkLst>
            <pc:docMk/>
            <pc:sldMk cId="1020458143" sldId="2147483568"/>
            <ac:spMk id="10" creationId="{3DD04C69-5112-FDF7-901A-AE77E16C718D}"/>
          </ac:spMkLst>
        </pc:spChg>
        <pc:spChg chg="del">
          <ac:chgData name="Diego Riva" userId="4faac86c-5217-460c-b916-7e1e32e464a3" providerId="ADAL" clId="{C59C57F4-D0D8-41A9-AB3D-6F93D29F92D6}" dt="2026-09-18T09:20:36.599" v="3974" actId="478"/>
          <ac:spMkLst>
            <pc:docMk/>
            <pc:sldMk cId="1020458143" sldId="2147483568"/>
            <ac:spMk id="14" creationId="{486B80F4-35A4-CD8C-9A69-F5197B130A62}"/>
          </ac:spMkLst>
        </pc:spChg>
        <pc:spChg chg="add del mod modVis">
          <ac:chgData name="Diego Riva" userId="4faac86c-5217-460c-b916-7e1e32e464a3" providerId="ADAL" clId="{C59C57F4-D0D8-41A9-AB3D-6F93D29F92D6}" dt="2026-09-18T08:10:31.440" v="423"/>
          <ac:spMkLst>
            <pc:docMk/>
            <pc:sldMk cId="1020458143" sldId="2147483568"/>
            <ac:spMk id="16" creationId="{A85C70B5-EB02-71C2-B30C-038881294853}"/>
          </ac:spMkLst>
        </pc:spChg>
        <pc:spChg chg="del">
          <ac:chgData name="Diego Riva" userId="4faac86c-5217-460c-b916-7e1e32e464a3" providerId="ADAL" clId="{C59C57F4-D0D8-41A9-AB3D-6F93D29F92D6}" dt="2026-09-18T09:20:36.599" v="3974" actId="478"/>
          <ac:spMkLst>
            <pc:docMk/>
            <pc:sldMk cId="1020458143" sldId="2147483568"/>
            <ac:spMk id="18" creationId="{4091D22F-F6FE-820D-26CC-22A753D9F9C9}"/>
          </ac:spMkLst>
        </pc:spChg>
        <pc:spChg chg="del">
          <ac:chgData name="Diego Riva" userId="4faac86c-5217-460c-b916-7e1e32e464a3" providerId="ADAL" clId="{C59C57F4-D0D8-41A9-AB3D-6F93D29F92D6}" dt="2026-09-18T08:09:59.010" v="300" actId="700"/>
          <ac:spMkLst>
            <pc:docMk/>
            <pc:sldMk cId="1020458143" sldId="2147483568"/>
            <ac:spMk id="20" creationId="{2EB0C0AD-FC14-7256-95FF-C60C096769AF}"/>
          </ac:spMkLst>
        </pc:spChg>
        <pc:spChg chg="add del mod modVis">
          <ac:chgData name="Diego Riva" userId="4faac86c-5217-460c-b916-7e1e32e464a3" providerId="ADAL" clId="{C59C57F4-D0D8-41A9-AB3D-6F93D29F92D6}" dt="2026-09-18T09:14:37.883" v="978"/>
          <ac:spMkLst>
            <pc:docMk/>
            <pc:sldMk cId="1020458143" sldId="2147483568"/>
            <ac:spMk id="21" creationId="{64F22B79-2288-4BCB-656A-D37972C07ADD}"/>
          </ac:spMkLst>
        </pc:spChg>
        <pc:spChg chg="add del mod modVis">
          <ac:chgData name="Diego Riva" userId="4faac86c-5217-460c-b916-7e1e32e464a3" providerId="ADAL" clId="{C59C57F4-D0D8-41A9-AB3D-6F93D29F92D6}" dt="2026-09-18T09:15:07.854" v="1117"/>
          <ac:spMkLst>
            <pc:docMk/>
            <pc:sldMk cId="1020458143" sldId="2147483568"/>
            <ac:spMk id="22" creationId="{A1314112-E821-8812-1DF3-29AC8DF2881C}"/>
          </ac:spMkLst>
        </pc:spChg>
        <pc:spChg chg="add del mod modVis">
          <ac:chgData name="Diego Riva" userId="4faac86c-5217-460c-b916-7e1e32e464a3" providerId="ADAL" clId="{C59C57F4-D0D8-41A9-AB3D-6F93D29F92D6}" dt="2026-09-18T09:16:28.972" v="3479"/>
          <ac:spMkLst>
            <pc:docMk/>
            <pc:sldMk cId="1020458143" sldId="2147483568"/>
            <ac:spMk id="23" creationId="{15253C4B-3E54-6A39-63F7-E374FCC68AB0}"/>
          </ac:spMkLst>
        </pc:spChg>
        <pc:spChg chg="add del mod modVis">
          <ac:chgData name="Diego Riva" userId="4faac86c-5217-460c-b916-7e1e32e464a3" providerId="ADAL" clId="{C59C57F4-D0D8-41A9-AB3D-6F93D29F92D6}" dt="2026-09-18T09:16:32.429" v="3508"/>
          <ac:spMkLst>
            <pc:docMk/>
            <pc:sldMk cId="1020458143" sldId="2147483568"/>
            <ac:spMk id="24" creationId="{29955A86-0EF7-EBAF-6CF0-81694C065E74}"/>
          </ac:spMkLst>
        </pc:spChg>
        <pc:spChg chg="add del mod modVis">
          <ac:chgData name="Diego Riva" userId="4faac86c-5217-460c-b916-7e1e32e464a3" providerId="ADAL" clId="{C59C57F4-D0D8-41A9-AB3D-6F93D29F92D6}" dt="2026-09-18T09:16:36.254" v="3536"/>
          <ac:spMkLst>
            <pc:docMk/>
            <pc:sldMk cId="1020458143" sldId="2147483568"/>
            <ac:spMk id="25" creationId="{7D0FB13C-6101-5A80-985C-5BABEB075084}"/>
          </ac:spMkLst>
        </pc:spChg>
        <pc:spChg chg="add del mod modVis">
          <ac:chgData name="Diego Riva" userId="4faac86c-5217-460c-b916-7e1e32e464a3" providerId="ADAL" clId="{C59C57F4-D0D8-41A9-AB3D-6F93D29F92D6}" dt="2026-09-18T09:19:25.990" v="3590"/>
          <ac:spMkLst>
            <pc:docMk/>
            <pc:sldMk cId="1020458143" sldId="2147483568"/>
            <ac:spMk id="27" creationId="{B58A8501-09C8-A105-8CB8-7617DDEFD3DB}"/>
          </ac:spMkLst>
        </pc:spChg>
        <pc:spChg chg="add del mod modVis">
          <ac:chgData name="Diego Riva" userId="4faac86c-5217-460c-b916-7e1e32e464a3" providerId="ADAL" clId="{C59C57F4-D0D8-41A9-AB3D-6F93D29F92D6}" dt="2026-09-18T09:19:26.764" v="3617"/>
          <ac:spMkLst>
            <pc:docMk/>
            <pc:sldMk cId="1020458143" sldId="2147483568"/>
            <ac:spMk id="28" creationId="{11742A28-B41E-DD8E-8BD8-A3920FAFFFEA}"/>
          </ac:spMkLst>
        </pc:spChg>
        <pc:spChg chg="add del mod modVis">
          <ac:chgData name="Diego Riva" userId="4faac86c-5217-460c-b916-7e1e32e464a3" providerId="ADAL" clId="{C59C57F4-D0D8-41A9-AB3D-6F93D29F92D6}" dt="2026-09-18T09:19:29.206" v="3647"/>
          <ac:spMkLst>
            <pc:docMk/>
            <pc:sldMk cId="1020458143" sldId="2147483568"/>
            <ac:spMk id="32" creationId="{D15E732C-7344-0BFE-A2C4-44D58BC597EE}"/>
          </ac:spMkLst>
        </pc:spChg>
        <pc:spChg chg="add del mod modVis">
          <ac:chgData name="Diego Riva" userId="4faac86c-5217-460c-b916-7e1e32e464a3" providerId="ADAL" clId="{C59C57F4-D0D8-41A9-AB3D-6F93D29F92D6}" dt="2026-09-18T09:19:41.046" v="3724"/>
          <ac:spMkLst>
            <pc:docMk/>
            <pc:sldMk cId="1020458143" sldId="2147483568"/>
            <ac:spMk id="34" creationId="{8399018D-F9ED-8B00-1F01-E90720E09DF1}"/>
          </ac:spMkLst>
        </pc:spChg>
        <pc:spChg chg="add del mod modVis">
          <ac:chgData name="Diego Riva" userId="4faac86c-5217-460c-b916-7e1e32e464a3" providerId="ADAL" clId="{C59C57F4-D0D8-41A9-AB3D-6F93D29F92D6}" dt="2026-09-18T09:19:41.903" v="3751"/>
          <ac:spMkLst>
            <pc:docMk/>
            <pc:sldMk cId="1020458143" sldId="2147483568"/>
            <ac:spMk id="35" creationId="{379748A4-DF8D-E43C-EA10-0C8265816AB9}"/>
          </ac:spMkLst>
        </pc:spChg>
        <pc:spChg chg="add del mod modVis">
          <ac:chgData name="Diego Riva" userId="4faac86c-5217-460c-b916-7e1e32e464a3" providerId="ADAL" clId="{C59C57F4-D0D8-41A9-AB3D-6F93D29F92D6}" dt="2026-09-18T09:19:44.864" v="3778"/>
          <ac:spMkLst>
            <pc:docMk/>
            <pc:sldMk cId="1020458143" sldId="2147483568"/>
            <ac:spMk id="36" creationId="{60F6B72D-B3EC-9DB8-B474-CD6C983C5BB9}"/>
          </ac:spMkLst>
        </pc:spChg>
        <pc:spChg chg="add del mod modVis">
          <ac:chgData name="Diego Riva" userId="4faac86c-5217-460c-b916-7e1e32e464a3" providerId="ADAL" clId="{C59C57F4-D0D8-41A9-AB3D-6F93D29F92D6}" dt="2026-09-18T09:19:55.230" v="3805"/>
          <ac:spMkLst>
            <pc:docMk/>
            <pc:sldMk cId="1020458143" sldId="2147483568"/>
            <ac:spMk id="37" creationId="{D40209BE-0C59-31E9-11A1-A544848AB8CC}"/>
          </ac:spMkLst>
        </pc:spChg>
        <pc:spChg chg="add del mod modVis">
          <ac:chgData name="Diego Riva" userId="4faac86c-5217-460c-b916-7e1e32e464a3" providerId="ADAL" clId="{C59C57F4-D0D8-41A9-AB3D-6F93D29F92D6}" dt="2026-09-18T09:20:08.217" v="3832"/>
          <ac:spMkLst>
            <pc:docMk/>
            <pc:sldMk cId="1020458143" sldId="2147483568"/>
            <ac:spMk id="38" creationId="{FE9CB5F2-6A35-2852-BD48-66A0901FF9F0}"/>
          </ac:spMkLst>
        </pc:spChg>
        <pc:spChg chg="add del mod modVis">
          <ac:chgData name="Diego Riva" userId="4faac86c-5217-460c-b916-7e1e32e464a3" providerId="ADAL" clId="{C59C57F4-D0D8-41A9-AB3D-6F93D29F92D6}" dt="2026-09-18T09:20:11.840" v="3860"/>
          <ac:spMkLst>
            <pc:docMk/>
            <pc:sldMk cId="1020458143" sldId="2147483568"/>
            <ac:spMk id="39" creationId="{0652126B-524F-F6B5-581D-447B5BE0F3A9}"/>
          </ac:spMkLst>
        </pc:spChg>
        <pc:spChg chg="add del mod modVis">
          <ac:chgData name="Diego Riva" userId="4faac86c-5217-460c-b916-7e1e32e464a3" providerId="ADAL" clId="{C59C57F4-D0D8-41A9-AB3D-6F93D29F92D6}" dt="2026-09-18T09:20:13.442" v="3888"/>
          <ac:spMkLst>
            <pc:docMk/>
            <pc:sldMk cId="1020458143" sldId="2147483568"/>
            <ac:spMk id="40" creationId="{DF509C9A-C65F-3168-07E8-614E77B779C6}"/>
          </ac:spMkLst>
        </pc:spChg>
        <pc:spChg chg="add del mod modVis">
          <ac:chgData name="Diego Riva" userId="4faac86c-5217-460c-b916-7e1e32e464a3" providerId="ADAL" clId="{C59C57F4-D0D8-41A9-AB3D-6F93D29F92D6}" dt="2026-09-18T09:20:16.663" v="3916"/>
          <ac:spMkLst>
            <pc:docMk/>
            <pc:sldMk cId="1020458143" sldId="2147483568"/>
            <ac:spMk id="42" creationId="{842878A6-44AB-D102-CA83-F5B5C29EA08E}"/>
          </ac:spMkLst>
        </pc:spChg>
        <pc:spChg chg="add del mod modVis">
          <ac:chgData name="Diego Riva" userId="4faac86c-5217-460c-b916-7e1e32e464a3" providerId="ADAL" clId="{C59C57F4-D0D8-41A9-AB3D-6F93D29F92D6}" dt="2026-09-18T09:20:19.971" v="3943"/>
          <ac:spMkLst>
            <pc:docMk/>
            <pc:sldMk cId="1020458143" sldId="2147483568"/>
            <ac:spMk id="44" creationId="{A458CE79-FE92-2598-5C9A-C2597D665B26}"/>
          </ac:spMkLst>
        </pc:spChg>
        <pc:spChg chg="add del mod modVis">
          <ac:chgData name="Diego Riva" userId="4faac86c-5217-460c-b916-7e1e32e464a3" providerId="ADAL" clId="{C59C57F4-D0D8-41A9-AB3D-6F93D29F92D6}" dt="2026-09-18T09:20:21.341" v="3971"/>
          <ac:spMkLst>
            <pc:docMk/>
            <pc:sldMk cId="1020458143" sldId="2147483568"/>
            <ac:spMk id="45" creationId="{ED1CD033-5F3D-CF90-E342-C1F4A5F471BD}"/>
          </ac:spMkLst>
        </pc:spChg>
        <pc:spChg chg="add mod">
          <ac:chgData name="Diego Riva" userId="4faac86c-5217-460c-b916-7e1e32e464a3" providerId="ADAL" clId="{C59C57F4-D0D8-41A9-AB3D-6F93D29F92D6}" dt="2026-09-18T09:27:42.308" v="4397"/>
          <ac:spMkLst>
            <pc:docMk/>
            <pc:sldMk cId="1020458143" sldId="2147483568"/>
            <ac:spMk id="47" creationId="{58AE30CD-7C26-15E0-A785-CBD140A76F07}"/>
          </ac:spMkLst>
        </pc:spChg>
        <pc:graphicFrameChg chg="mod">
          <ac:chgData name="Diego Riva" userId="4faac86c-5217-460c-b916-7e1e32e464a3" providerId="ADAL" clId="{C59C57F4-D0D8-41A9-AB3D-6F93D29F92D6}" dt="2026-09-18T09:20:21.343" v="3973"/>
          <ac:graphicFrameMkLst>
            <pc:docMk/>
            <pc:sldMk cId="1020458143" sldId="2147483568"/>
            <ac:graphicFrameMk id="13" creationId="{21D5A8C2-E804-55BF-070E-746BBED8EEF5}"/>
          </ac:graphicFrameMkLst>
        </pc:graphicFrameChg>
      </pc:sldChg>
      <pc:sldChg chg="addSp delSp modSp mod">
        <pc:chgData name="Diego Riva" userId="4faac86c-5217-460c-b916-7e1e32e464a3" providerId="ADAL" clId="{C59C57F4-D0D8-41A9-AB3D-6F93D29F92D6}" dt="2026-09-18T12:21:58.147" v="10418"/>
        <pc:sldMkLst>
          <pc:docMk/>
          <pc:sldMk cId="707732017" sldId="2147483570"/>
        </pc:sldMkLst>
        <pc:spChg chg="mod">
          <ac:chgData name="Diego Riva" userId="4faac86c-5217-460c-b916-7e1e32e464a3" providerId="ADAL" clId="{C59C57F4-D0D8-41A9-AB3D-6F93D29F92D6}" dt="2026-09-18T12:21:58.087" v="10386" actId="948"/>
          <ac:spMkLst>
            <pc:docMk/>
            <pc:sldMk cId="707732017" sldId="2147483570"/>
            <ac:spMk id="2" creationId="{0004A382-DB91-9722-0256-E4CB1C1E3227}"/>
          </ac:spMkLst>
        </pc:spChg>
        <pc:spChg chg="mod">
          <ac:chgData name="Diego Riva" userId="4faac86c-5217-460c-b916-7e1e32e464a3" providerId="ADAL" clId="{C59C57F4-D0D8-41A9-AB3D-6F93D29F92D6}" dt="2026-09-18T10:32:04.141" v="7847"/>
          <ac:spMkLst>
            <pc:docMk/>
            <pc:sldMk cId="707732017" sldId="2147483570"/>
            <ac:spMk id="38" creationId="{67BB1EA4-A7FA-65D2-C12F-245553120912}"/>
          </ac:spMkLst>
        </pc:spChg>
        <pc:spChg chg="add del mod modVis">
          <ac:chgData name="Diego Riva" userId="4faac86c-5217-460c-b916-7e1e32e464a3" providerId="ADAL" clId="{C59C57F4-D0D8-41A9-AB3D-6F93D29F92D6}" dt="2026-09-18T12:21:57.077" v="10347"/>
          <ac:spMkLst>
            <pc:docMk/>
            <pc:sldMk cId="707732017" sldId="2147483570"/>
            <ac:spMk id="54" creationId="{410E876B-627A-FDD5-E722-9FF2306001AD}"/>
          </ac:spMkLst>
        </pc:spChg>
        <pc:spChg chg="add del mod modVis">
          <ac:chgData name="Diego Riva" userId="4faac86c-5217-460c-b916-7e1e32e464a3" providerId="ADAL" clId="{C59C57F4-D0D8-41A9-AB3D-6F93D29F92D6}" dt="2026-09-18T12:21:57.457" v="10382"/>
          <ac:spMkLst>
            <pc:docMk/>
            <pc:sldMk cId="707732017" sldId="2147483570"/>
            <ac:spMk id="56" creationId="{483DE0E9-80C1-73B0-2F74-3797D252DDBC}"/>
          </ac:spMkLst>
        </pc:spChg>
        <pc:spChg chg="add del mod modVis">
          <ac:chgData name="Diego Riva" userId="4faac86c-5217-460c-b916-7e1e32e464a3" providerId="ADAL" clId="{C59C57F4-D0D8-41A9-AB3D-6F93D29F92D6}" dt="2026-09-18T12:21:58.146" v="10416"/>
          <ac:spMkLst>
            <pc:docMk/>
            <pc:sldMk cId="707732017" sldId="2147483570"/>
            <ac:spMk id="57" creationId="{F3FCE39E-D7A1-D31E-B908-7E7B9C3FF6D5}"/>
          </ac:spMkLst>
        </pc:spChg>
        <pc:graphicFrameChg chg="mod">
          <ac:chgData name="Diego Riva" userId="4faac86c-5217-460c-b916-7e1e32e464a3" providerId="ADAL" clId="{C59C57F4-D0D8-41A9-AB3D-6F93D29F92D6}" dt="2026-09-18T12:21:58.147" v="10418"/>
          <ac:graphicFrameMkLst>
            <pc:docMk/>
            <pc:sldMk cId="707732017" sldId="2147483570"/>
            <ac:graphicFrameMk id="18" creationId="{3C53DC2E-69CA-CE93-9F7A-22ECA2CFD568}"/>
          </ac:graphicFrameMkLst>
        </pc:graphicFrameChg>
      </pc:sldChg>
      <pc:sldChg chg="addSp delSp modSp mod">
        <pc:chgData name="Diego Riva" userId="4faac86c-5217-460c-b916-7e1e32e464a3" providerId="ADAL" clId="{C59C57F4-D0D8-41A9-AB3D-6F93D29F92D6}" dt="2026-09-18T09:59:43.649" v="6146"/>
        <pc:sldMkLst>
          <pc:docMk/>
          <pc:sldMk cId="2937471743" sldId="2147483575"/>
        </pc:sldMkLst>
        <pc:spChg chg="mod">
          <ac:chgData name="Diego Riva" userId="4faac86c-5217-460c-b916-7e1e32e464a3" providerId="ADAL" clId="{C59C57F4-D0D8-41A9-AB3D-6F93D29F92D6}" dt="2026-09-18T09:59:43.589" v="6122" actId="948"/>
          <ac:spMkLst>
            <pc:docMk/>
            <pc:sldMk cId="2937471743" sldId="2147483575"/>
            <ac:spMk id="2" creationId="{BEBD3645-F9F3-2D14-1AE2-B97F6EF867CA}"/>
          </ac:spMkLst>
        </pc:spChg>
        <pc:spChg chg="mod">
          <ac:chgData name="Diego Riva" userId="4faac86c-5217-460c-b916-7e1e32e464a3" providerId="ADAL" clId="{C59C57F4-D0D8-41A9-AB3D-6F93D29F92D6}" dt="2026-09-18T09:59:43.145" v="6121"/>
          <ac:spMkLst>
            <pc:docMk/>
            <pc:sldMk cId="2937471743" sldId="2147483575"/>
            <ac:spMk id="3" creationId="{46689C80-AA34-C2C7-7BA5-5C3A7F17DB7F}"/>
          </ac:spMkLst>
        </pc:spChg>
        <pc:spChg chg="add del mod modVis">
          <ac:chgData name="Diego Riva" userId="4faac86c-5217-460c-b916-7e1e32e464a3" providerId="ADAL" clId="{C59C57F4-D0D8-41A9-AB3D-6F93D29F92D6}" dt="2026-09-18T09:59:43.645" v="6144"/>
          <ac:spMkLst>
            <pc:docMk/>
            <pc:sldMk cId="2937471743" sldId="2147483575"/>
            <ac:spMk id="6" creationId="{013E4D9D-7E9F-DA6A-E4B2-78D06DB86DDF}"/>
          </ac:spMkLst>
        </pc:spChg>
        <pc:graphicFrameChg chg="mod">
          <ac:chgData name="Diego Riva" userId="4faac86c-5217-460c-b916-7e1e32e464a3" providerId="ADAL" clId="{C59C57F4-D0D8-41A9-AB3D-6F93D29F92D6}" dt="2026-09-18T09:59:43.649" v="6146"/>
          <ac:graphicFrameMkLst>
            <pc:docMk/>
            <pc:sldMk cId="2937471743" sldId="2147483575"/>
            <ac:graphicFrameMk id="28" creationId="{06E1812C-9881-8100-BAAF-BCE676F15149}"/>
          </ac:graphicFrameMkLst>
        </pc:graphicFrameChg>
      </pc:sldChg>
      <pc:sldChg chg="addSp delSp modSp del mod modClrScheme chgLayout">
        <pc:chgData name="Diego Riva" userId="4faac86c-5217-460c-b916-7e1e32e464a3" providerId="ADAL" clId="{C59C57F4-D0D8-41A9-AB3D-6F93D29F92D6}" dt="2026-09-18T10:14:22.286" v="6392" actId="47"/>
        <pc:sldMkLst>
          <pc:docMk/>
          <pc:sldMk cId="2446523521" sldId="2147483608"/>
        </pc:sldMkLst>
        <pc:spChg chg="mod ord">
          <ac:chgData name="Diego Riva" userId="4faac86c-5217-460c-b916-7e1e32e464a3" providerId="ADAL" clId="{C59C57F4-D0D8-41A9-AB3D-6F93D29F92D6}" dt="2026-09-18T09:53:17.253" v="5959" actId="948"/>
          <ac:spMkLst>
            <pc:docMk/>
            <pc:sldMk cId="2446523521" sldId="2147483608"/>
            <ac:spMk id="2" creationId="{ECAE6F24-A010-A2EC-081A-7707E5E2F81C}"/>
          </ac:spMkLst>
        </pc:spChg>
        <pc:spChg chg="add del mod ord">
          <ac:chgData name="Diego Riva" userId="4faac86c-5217-460c-b916-7e1e32e464a3" providerId="ADAL" clId="{C59C57F4-D0D8-41A9-AB3D-6F93D29F92D6}" dt="2026-09-18T09:53:16.712" v="5958"/>
          <ac:spMkLst>
            <pc:docMk/>
            <pc:sldMk cId="2446523521" sldId="2147483608"/>
            <ac:spMk id="4" creationId="{6601F401-E870-D165-05BE-D74909596ACB}"/>
          </ac:spMkLst>
        </pc:spChg>
        <pc:spChg chg="del mod">
          <ac:chgData name="Diego Riva" userId="4faac86c-5217-460c-b916-7e1e32e464a3" providerId="ADAL" clId="{C59C57F4-D0D8-41A9-AB3D-6F93D29F92D6}" dt="2026-09-18T09:21:35.099" v="4071" actId="478"/>
          <ac:spMkLst>
            <pc:docMk/>
            <pc:sldMk cId="2446523521" sldId="2147483608"/>
            <ac:spMk id="5" creationId="{D2B0A5FB-F280-1503-527C-FA0362301476}"/>
          </ac:spMkLst>
        </pc:spChg>
        <pc:spChg chg="add del mod ord">
          <ac:chgData name="Diego Riva" userId="4faac86c-5217-460c-b916-7e1e32e464a3" providerId="ADAL" clId="{C59C57F4-D0D8-41A9-AB3D-6F93D29F92D6}" dt="2026-09-18T09:53:16.712" v="5958"/>
          <ac:spMkLst>
            <pc:docMk/>
            <pc:sldMk cId="2446523521" sldId="2147483608"/>
            <ac:spMk id="6" creationId="{4046F585-F796-5B47-B1D1-E742B49EB7EF}"/>
          </ac:spMkLst>
        </pc:spChg>
        <pc:spChg chg="add del mod modVis">
          <ac:chgData name="Diego Riva" userId="4faac86c-5217-460c-b916-7e1e32e464a3" providerId="ADAL" clId="{C59C57F4-D0D8-41A9-AB3D-6F93D29F92D6}" dt="2026-09-18T08:10:48.226" v="451"/>
          <ac:spMkLst>
            <pc:docMk/>
            <pc:sldMk cId="2446523521" sldId="2147483608"/>
            <ac:spMk id="7" creationId="{45F4D59B-17DB-CDD4-5A65-124E3A4DAC25}"/>
          </ac:spMkLst>
        </pc:spChg>
        <pc:spChg chg="add del mod modVis">
          <ac:chgData name="Diego Riva" userId="4faac86c-5217-460c-b916-7e1e32e464a3" providerId="ADAL" clId="{C59C57F4-D0D8-41A9-AB3D-6F93D29F92D6}" dt="2026-09-18T09:53:17.294" v="5982"/>
          <ac:spMkLst>
            <pc:docMk/>
            <pc:sldMk cId="2446523521" sldId="2147483608"/>
            <ac:spMk id="7" creationId="{5C942D79-B73B-198D-46CB-74FEBE00E711}"/>
          </ac:spMkLst>
        </pc:spChg>
        <pc:spChg chg="add del mod modVis">
          <ac:chgData name="Diego Riva" userId="4faac86c-5217-460c-b916-7e1e32e464a3" providerId="ADAL" clId="{C59C57F4-D0D8-41A9-AB3D-6F93D29F92D6}" dt="2026-09-18T09:14:48.523" v="1005"/>
          <ac:spMkLst>
            <pc:docMk/>
            <pc:sldMk cId="2446523521" sldId="2147483608"/>
            <ac:spMk id="8" creationId="{F7AEBA1F-111D-CB01-56A3-2A3365285656}"/>
          </ac:spMkLst>
        </pc:spChg>
        <pc:spChg chg="add del mod modVis">
          <ac:chgData name="Diego Riva" userId="4faac86c-5217-460c-b916-7e1e32e464a3" providerId="ADAL" clId="{C59C57F4-D0D8-41A9-AB3D-6F93D29F92D6}" dt="2026-09-18T09:14:52.004" v="1035"/>
          <ac:spMkLst>
            <pc:docMk/>
            <pc:sldMk cId="2446523521" sldId="2147483608"/>
            <ac:spMk id="9" creationId="{D479212D-2D2C-D635-7D3C-32379C39879C}"/>
          </ac:spMkLst>
        </pc:spChg>
        <pc:spChg chg="add del mod modVis">
          <ac:chgData name="Diego Riva" userId="4faac86c-5217-460c-b916-7e1e32e464a3" providerId="ADAL" clId="{C59C57F4-D0D8-41A9-AB3D-6F93D29F92D6}" dt="2026-09-18T09:14:54.776" v="1063"/>
          <ac:spMkLst>
            <pc:docMk/>
            <pc:sldMk cId="2446523521" sldId="2147483608"/>
            <ac:spMk id="10" creationId="{8C9FEBEA-1656-7222-ACB6-3C3905BF8672}"/>
          </ac:spMkLst>
        </pc:spChg>
        <pc:spChg chg="add del mod modVis">
          <ac:chgData name="Diego Riva" userId="4faac86c-5217-460c-b916-7e1e32e464a3" providerId="ADAL" clId="{C59C57F4-D0D8-41A9-AB3D-6F93D29F92D6}" dt="2026-09-18T09:15:01.050" v="1090"/>
          <ac:spMkLst>
            <pc:docMk/>
            <pc:sldMk cId="2446523521" sldId="2147483608"/>
            <ac:spMk id="11" creationId="{D617AC45-ED71-BCBC-B819-71A40B14EA55}"/>
          </ac:spMkLst>
        </pc:spChg>
        <pc:spChg chg="add del mod modVis">
          <ac:chgData name="Diego Riva" userId="4faac86c-5217-460c-b916-7e1e32e464a3" providerId="ADAL" clId="{C59C57F4-D0D8-41A9-AB3D-6F93D29F92D6}" dt="2026-09-18T09:21:30.891" v="4067"/>
          <ac:spMkLst>
            <pc:docMk/>
            <pc:sldMk cId="2446523521" sldId="2147483608"/>
            <ac:spMk id="12" creationId="{9E2E82E5-B5EA-0520-4B27-6991E474E32C}"/>
          </ac:spMkLst>
        </pc:spChg>
        <pc:spChg chg="add mod">
          <ac:chgData name="Diego Riva" userId="4faac86c-5217-460c-b916-7e1e32e464a3" providerId="ADAL" clId="{C59C57F4-D0D8-41A9-AB3D-6F93D29F92D6}" dt="2026-09-18T09:27:06.799" v="4393" actId="113"/>
          <ac:spMkLst>
            <pc:docMk/>
            <pc:sldMk cId="2446523521" sldId="2147483608"/>
            <ac:spMk id="13" creationId="{D0C21719-13FB-0025-F09F-CDABA211D999}"/>
          </ac:spMkLst>
        </pc:spChg>
        <pc:spChg chg="mod">
          <ac:chgData name="Diego Riva" userId="4faac86c-5217-460c-b916-7e1e32e464a3" providerId="ADAL" clId="{C59C57F4-D0D8-41A9-AB3D-6F93D29F92D6}" dt="2026-09-18T09:22:27.144" v="4079" actId="113"/>
          <ac:spMkLst>
            <pc:docMk/>
            <pc:sldMk cId="2446523521" sldId="2147483608"/>
            <ac:spMk id="126" creationId="{E0EC0821-5244-D341-414E-977075B3EF7C}"/>
          </ac:spMkLst>
        </pc:spChg>
        <pc:spChg chg="mod">
          <ac:chgData name="Diego Riva" userId="4faac86c-5217-460c-b916-7e1e32e464a3" providerId="ADAL" clId="{C59C57F4-D0D8-41A9-AB3D-6F93D29F92D6}" dt="2026-09-18T09:21:48.152" v="4074" actId="208"/>
          <ac:spMkLst>
            <pc:docMk/>
            <pc:sldMk cId="2446523521" sldId="2147483608"/>
            <ac:spMk id="127" creationId="{7D3C0785-AA22-BFA6-E87E-B616BCA966DA}"/>
          </ac:spMkLst>
        </pc:spChg>
        <pc:spChg chg="mod">
          <ac:chgData name="Diego Riva" userId="4faac86c-5217-460c-b916-7e1e32e464a3" providerId="ADAL" clId="{C59C57F4-D0D8-41A9-AB3D-6F93D29F92D6}" dt="2026-09-18T09:18:46.397" v="3556"/>
          <ac:spMkLst>
            <pc:docMk/>
            <pc:sldMk cId="2446523521" sldId="2147483608"/>
            <ac:spMk id="146" creationId="{0778A766-A2EE-118A-1586-F7804606BD47}"/>
          </ac:spMkLst>
        </pc:spChg>
        <pc:spChg chg="mod">
          <ac:chgData name="Diego Riva" userId="4faac86c-5217-460c-b916-7e1e32e464a3" providerId="ADAL" clId="{C59C57F4-D0D8-41A9-AB3D-6F93D29F92D6}" dt="2026-09-18T09:16:13.798" v="2549"/>
          <ac:spMkLst>
            <pc:docMk/>
            <pc:sldMk cId="2446523521" sldId="2147483608"/>
            <ac:spMk id="152" creationId="{9FCDD188-5495-C9E4-FCF2-FD80D5E16A9E}"/>
          </ac:spMkLst>
        </pc:spChg>
        <pc:spChg chg="mod">
          <ac:chgData name="Diego Riva" userId="4faac86c-5217-460c-b916-7e1e32e464a3" providerId="ADAL" clId="{C59C57F4-D0D8-41A9-AB3D-6F93D29F92D6}" dt="2026-09-18T09:16:13.869" v="2606"/>
          <ac:spMkLst>
            <pc:docMk/>
            <pc:sldMk cId="2446523521" sldId="2147483608"/>
            <ac:spMk id="154" creationId="{3D784DAB-6172-086F-FE93-4AACD7F5E14B}"/>
          </ac:spMkLst>
        </pc:spChg>
        <pc:spChg chg="mod">
          <ac:chgData name="Diego Riva" userId="4faac86c-5217-460c-b916-7e1e32e464a3" providerId="ADAL" clId="{C59C57F4-D0D8-41A9-AB3D-6F93D29F92D6}" dt="2026-09-18T09:16:13.904" v="2634"/>
          <ac:spMkLst>
            <pc:docMk/>
            <pc:sldMk cId="2446523521" sldId="2147483608"/>
            <ac:spMk id="156" creationId="{D6919D30-66BE-E413-04EF-D95D20D05E87}"/>
          </ac:spMkLst>
        </pc:spChg>
        <pc:spChg chg="mod">
          <ac:chgData name="Diego Riva" userId="4faac86c-5217-460c-b916-7e1e32e464a3" providerId="ADAL" clId="{C59C57F4-D0D8-41A9-AB3D-6F93D29F92D6}" dt="2026-09-18T09:16:14.011" v="2704"/>
          <ac:spMkLst>
            <pc:docMk/>
            <pc:sldMk cId="2446523521" sldId="2147483608"/>
            <ac:spMk id="158" creationId="{1F198667-DE11-DF03-F6BE-5E6E49A9DC73}"/>
          </ac:spMkLst>
        </pc:spChg>
        <pc:spChg chg="mod">
          <ac:chgData name="Diego Riva" userId="4faac86c-5217-460c-b916-7e1e32e464a3" providerId="ADAL" clId="{C59C57F4-D0D8-41A9-AB3D-6F93D29F92D6}" dt="2026-09-18T09:16:14.080" v="2751"/>
          <ac:spMkLst>
            <pc:docMk/>
            <pc:sldMk cId="2446523521" sldId="2147483608"/>
            <ac:spMk id="160" creationId="{84CCDA0F-1A56-0469-5AB1-A835A64F10E6}"/>
          </ac:spMkLst>
        </pc:spChg>
        <pc:spChg chg="mod">
          <ac:chgData name="Diego Riva" userId="4faac86c-5217-460c-b916-7e1e32e464a3" providerId="ADAL" clId="{C59C57F4-D0D8-41A9-AB3D-6F93D29F92D6}" dt="2026-09-18T09:18:44.258" v="3554" actId="1076"/>
          <ac:spMkLst>
            <pc:docMk/>
            <pc:sldMk cId="2446523521" sldId="2147483608"/>
            <ac:spMk id="162" creationId="{DCD3519A-66F4-FFD1-0FD4-F40B7533081A}"/>
          </ac:spMkLst>
        </pc:spChg>
        <pc:spChg chg="mod">
          <ac:chgData name="Diego Riva" userId="4faac86c-5217-460c-b916-7e1e32e464a3" providerId="ADAL" clId="{C59C57F4-D0D8-41A9-AB3D-6F93D29F92D6}" dt="2026-09-18T09:16:14.277" v="2853"/>
          <ac:spMkLst>
            <pc:docMk/>
            <pc:sldMk cId="2446523521" sldId="2147483608"/>
            <ac:spMk id="164" creationId="{8ACA7ADF-958F-81C7-372A-2E19743DED80}"/>
          </ac:spMkLst>
        </pc:spChg>
        <pc:spChg chg="mod">
          <ac:chgData name="Diego Riva" userId="4faac86c-5217-460c-b916-7e1e32e464a3" providerId="ADAL" clId="{C59C57F4-D0D8-41A9-AB3D-6F93D29F92D6}" dt="2026-09-18T09:18:39.228" v="3553" actId="14100"/>
          <ac:spMkLst>
            <pc:docMk/>
            <pc:sldMk cId="2446523521" sldId="2147483608"/>
            <ac:spMk id="166" creationId="{D48941FD-5C2D-5431-4A94-F632DE6DCB96}"/>
          </ac:spMkLst>
        </pc:spChg>
        <pc:spChg chg="mod">
          <ac:chgData name="Diego Riva" userId="4faac86c-5217-460c-b916-7e1e32e464a3" providerId="ADAL" clId="{C59C57F4-D0D8-41A9-AB3D-6F93D29F92D6}" dt="2026-09-18T09:17:30.283" v="3541" actId="21"/>
          <ac:spMkLst>
            <pc:docMk/>
            <pc:sldMk cId="2446523521" sldId="2147483608"/>
            <ac:spMk id="168" creationId="{E01DC175-CD7D-DBBA-52CE-AF1829ED12EE}"/>
          </ac:spMkLst>
        </pc:spChg>
        <pc:spChg chg="mod">
          <ac:chgData name="Diego Riva" userId="4faac86c-5217-460c-b916-7e1e32e464a3" providerId="ADAL" clId="{C59C57F4-D0D8-41A9-AB3D-6F93D29F92D6}" dt="2026-09-18T09:16:14.753" v="3121"/>
          <ac:spMkLst>
            <pc:docMk/>
            <pc:sldMk cId="2446523521" sldId="2147483608"/>
            <ac:spMk id="170" creationId="{8F28C1D9-BB50-DA35-29A2-3DD0C198DD39}"/>
          </ac:spMkLst>
        </pc:spChg>
        <pc:spChg chg="mod">
          <ac:chgData name="Diego Riva" userId="4faac86c-5217-460c-b916-7e1e32e464a3" providerId="ADAL" clId="{C59C57F4-D0D8-41A9-AB3D-6F93D29F92D6}" dt="2026-09-18T09:16:14.836" v="3178"/>
          <ac:spMkLst>
            <pc:docMk/>
            <pc:sldMk cId="2446523521" sldId="2147483608"/>
            <ac:spMk id="172" creationId="{5B59A6D1-C44F-B467-D34C-0281F4DD10D9}"/>
          </ac:spMkLst>
        </pc:spChg>
        <pc:spChg chg="mod">
          <ac:chgData name="Diego Riva" userId="4faac86c-5217-460c-b916-7e1e32e464a3" providerId="ADAL" clId="{C59C57F4-D0D8-41A9-AB3D-6F93D29F92D6}" dt="2026-09-18T09:16:14.898" v="3217"/>
          <ac:spMkLst>
            <pc:docMk/>
            <pc:sldMk cId="2446523521" sldId="2147483608"/>
            <ac:spMk id="173" creationId="{12ACDB15-E35E-B728-CCEE-912F81C34B9B}"/>
          </ac:spMkLst>
        </pc:spChg>
        <pc:spChg chg="mod">
          <ac:chgData name="Diego Riva" userId="4faac86c-5217-460c-b916-7e1e32e464a3" providerId="ADAL" clId="{C59C57F4-D0D8-41A9-AB3D-6F93D29F92D6}" dt="2026-09-18T09:22:14.445" v="4077" actId="14100"/>
          <ac:spMkLst>
            <pc:docMk/>
            <pc:sldMk cId="2446523521" sldId="2147483608"/>
            <ac:spMk id="175" creationId="{D7524D6C-5E40-3465-CC8D-5B895E325B6A}"/>
          </ac:spMkLst>
        </pc:spChg>
        <pc:spChg chg="mod">
          <ac:chgData name="Diego Riva" userId="4faac86c-5217-460c-b916-7e1e32e464a3" providerId="ADAL" clId="{C59C57F4-D0D8-41A9-AB3D-6F93D29F92D6}" dt="2026-09-18T09:22:11.269" v="4076" actId="14100"/>
          <ac:spMkLst>
            <pc:docMk/>
            <pc:sldMk cId="2446523521" sldId="2147483608"/>
            <ac:spMk id="177" creationId="{7396ED80-25AE-4C3D-374F-471C85ADF3A0}"/>
          </ac:spMkLst>
        </pc:spChg>
        <pc:spChg chg="mod">
          <ac:chgData name="Diego Riva" userId="4faac86c-5217-460c-b916-7e1e32e464a3" providerId="ADAL" clId="{C59C57F4-D0D8-41A9-AB3D-6F93D29F92D6}" dt="2026-09-18T08:10:56.937" v="455" actId="208"/>
          <ac:spMkLst>
            <pc:docMk/>
            <pc:sldMk cId="2446523521" sldId="2147483608"/>
            <ac:spMk id="178" creationId="{33FCE7BA-C4F6-3DC1-3A80-CF6840A2B913}"/>
          </ac:spMkLst>
        </pc:spChg>
        <pc:spChg chg="mod">
          <ac:chgData name="Diego Riva" userId="4faac86c-5217-460c-b916-7e1e32e464a3" providerId="ADAL" clId="{C59C57F4-D0D8-41A9-AB3D-6F93D29F92D6}" dt="2026-09-18T08:10:56.937" v="455" actId="208"/>
          <ac:spMkLst>
            <pc:docMk/>
            <pc:sldMk cId="2446523521" sldId="2147483608"/>
            <ac:spMk id="179" creationId="{75AD4BB8-69D2-0D61-A07F-CC703D9FD225}"/>
          </ac:spMkLst>
        </pc:spChg>
        <pc:spChg chg="mod">
          <ac:chgData name="Diego Riva" userId="4faac86c-5217-460c-b916-7e1e32e464a3" providerId="ADAL" clId="{C59C57F4-D0D8-41A9-AB3D-6F93D29F92D6}" dt="2026-09-18T09:19:04.145" v="3560"/>
          <ac:spMkLst>
            <pc:docMk/>
            <pc:sldMk cId="2446523521" sldId="2147483608"/>
            <ac:spMk id="180" creationId="{5AD3449C-A06B-41DE-D30B-0A29B42C7A13}"/>
          </ac:spMkLst>
        </pc:spChg>
        <pc:spChg chg="mod">
          <ac:chgData name="Diego Riva" userId="4faac86c-5217-460c-b916-7e1e32e464a3" providerId="ADAL" clId="{C59C57F4-D0D8-41A9-AB3D-6F93D29F92D6}" dt="2026-09-18T09:22:19.916" v="4078" actId="14100"/>
          <ac:spMkLst>
            <pc:docMk/>
            <pc:sldMk cId="2446523521" sldId="2147483608"/>
            <ac:spMk id="181" creationId="{B0760873-D1CD-19DD-F286-31DF70D231D0}"/>
          </ac:spMkLst>
        </pc:spChg>
        <pc:spChg chg="mod">
          <ac:chgData name="Diego Riva" userId="4faac86c-5217-460c-b916-7e1e32e464a3" providerId="ADAL" clId="{C59C57F4-D0D8-41A9-AB3D-6F93D29F92D6}" dt="2026-09-18T08:11:00.436" v="456" actId="207"/>
          <ac:spMkLst>
            <pc:docMk/>
            <pc:sldMk cId="2446523521" sldId="2147483608"/>
            <ac:spMk id="182" creationId="{30EC1E1C-4902-3A6D-370F-4607855F1063}"/>
          </ac:spMkLst>
        </pc:spChg>
        <pc:spChg chg="mod">
          <ac:chgData name="Diego Riva" userId="4faac86c-5217-460c-b916-7e1e32e464a3" providerId="ADAL" clId="{C59C57F4-D0D8-41A9-AB3D-6F93D29F92D6}" dt="2026-09-18T08:11:00.436" v="456" actId="207"/>
          <ac:spMkLst>
            <pc:docMk/>
            <pc:sldMk cId="2446523521" sldId="2147483608"/>
            <ac:spMk id="184" creationId="{8642E32D-15A2-5F22-6227-F88F2DC2F18A}"/>
          </ac:spMkLst>
        </pc:spChg>
        <pc:spChg chg="mod">
          <ac:chgData name="Diego Riva" userId="4faac86c-5217-460c-b916-7e1e32e464a3" providerId="ADAL" clId="{C59C57F4-D0D8-41A9-AB3D-6F93D29F92D6}" dt="2026-09-18T09:19:04.154" v="3562"/>
          <ac:spMkLst>
            <pc:docMk/>
            <pc:sldMk cId="2446523521" sldId="2147483608"/>
            <ac:spMk id="185" creationId="{2DF190AE-C5F4-62C1-0435-3F8DE5A7FBB7}"/>
          </ac:spMkLst>
        </pc:spChg>
        <pc:spChg chg="mod">
          <ac:chgData name="Diego Riva" userId="4faac86c-5217-460c-b916-7e1e32e464a3" providerId="ADAL" clId="{C59C57F4-D0D8-41A9-AB3D-6F93D29F92D6}" dt="2026-09-18T08:11:00.436" v="456" actId="207"/>
          <ac:spMkLst>
            <pc:docMk/>
            <pc:sldMk cId="2446523521" sldId="2147483608"/>
            <ac:spMk id="186" creationId="{8652B643-E9D8-230A-F733-61077227FE55}"/>
          </ac:spMkLst>
        </pc:spChg>
        <pc:spChg chg="mod">
          <ac:chgData name="Diego Riva" userId="4faac86c-5217-460c-b916-7e1e32e464a3" providerId="ADAL" clId="{C59C57F4-D0D8-41A9-AB3D-6F93D29F92D6}" dt="2026-09-18T08:11:00.436" v="456" actId="207"/>
          <ac:spMkLst>
            <pc:docMk/>
            <pc:sldMk cId="2446523521" sldId="2147483608"/>
            <ac:spMk id="187" creationId="{418782E4-6B1A-109E-4CAE-3E15B338B26A}"/>
          </ac:spMkLst>
        </pc:spChg>
        <pc:spChg chg="mod">
          <ac:chgData name="Diego Riva" userId="4faac86c-5217-460c-b916-7e1e32e464a3" providerId="ADAL" clId="{C59C57F4-D0D8-41A9-AB3D-6F93D29F92D6}" dt="2026-09-18T08:11:00.436" v="456" actId="207"/>
          <ac:spMkLst>
            <pc:docMk/>
            <pc:sldMk cId="2446523521" sldId="2147483608"/>
            <ac:spMk id="188" creationId="{F6272C12-4A35-51C2-1986-7B81FF824648}"/>
          </ac:spMkLst>
        </pc:spChg>
        <pc:spChg chg="mod">
          <ac:chgData name="Diego Riva" userId="4faac86c-5217-460c-b916-7e1e32e464a3" providerId="ADAL" clId="{C59C57F4-D0D8-41A9-AB3D-6F93D29F92D6}" dt="2026-09-18T09:16:14.844" v="3182" actId="207"/>
          <ac:spMkLst>
            <pc:docMk/>
            <pc:sldMk cId="2446523521" sldId="2147483608"/>
            <ac:spMk id="192" creationId="{59A67FEE-3F4F-07A9-3B9A-10A9505D500F}"/>
          </ac:spMkLst>
        </pc:spChg>
        <pc:spChg chg="mod">
          <ac:chgData name="Diego Riva" userId="4faac86c-5217-460c-b916-7e1e32e464a3" providerId="ADAL" clId="{C59C57F4-D0D8-41A9-AB3D-6F93D29F92D6}" dt="2026-09-18T09:16:14.850" v="3186" actId="207"/>
          <ac:spMkLst>
            <pc:docMk/>
            <pc:sldMk cId="2446523521" sldId="2147483608"/>
            <ac:spMk id="193" creationId="{CD3736CD-76AE-4E59-E68A-1D0CBDC5972B}"/>
          </ac:spMkLst>
        </pc:spChg>
        <pc:spChg chg="mod">
          <ac:chgData name="Diego Riva" userId="4faac86c-5217-460c-b916-7e1e32e464a3" providerId="ADAL" clId="{C59C57F4-D0D8-41A9-AB3D-6F93D29F92D6}" dt="2026-09-18T09:16:18.130" v="3255" actId="207"/>
          <ac:spMkLst>
            <pc:docMk/>
            <pc:sldMk cId="2446523521" sldId="2147483608"/>
            <ac:spMk id="194" creationId="{5C2245EC-509B-060A-3643-DC8FD0AE8207}"/>
          </ac:spMkLst>
        </pc:spChg>
        <pc:spChg chg="mod">
          <ac:chgData name="Diego Riva" userId="4faac86c-5217-460c-b916-7e1e32e464a3" providerId="ADAL" clId="{C59C57F4-D0D8-41A9-AB3D-6F93D29F92D6}" dt="2026-09-18T09:17:53.531" v="3550" actId="555"/>
          <ac:spMkLst>
            <pc:docMk/>
            <pc:sldMk cId="2446523521" sldId="2147483608"/>
            <ac:spMk id="195" creationId="{9C418CDC-9C2E-5A98-0036-F6163574FC44}"/>
          </ac:spMkLst>
        </pc:spChg>
        <pc:spChg chg="mod">
          <ac:chgData name="Diego Riva" userId="4faac86c-5217-460c-b916-7e1e32e464a3" providerId="ADAL" clId="{C59C57F4-D0D8-41A9-AB3D-6F93D29F92D6}" dt="2026-09-18T09:16:18.234" v="3317" actId="207"/>
          <ac:spMkLst>
            <pc:docMk/>
            <pc:sldMk cId="2446523521" sldId="2147483608"/>
            <ac:spMk id="196" creationId="{655E3C43-5A6A-55A8-1CBC-4C0578168FB6}"/>
          </ac:spMkLst>
        </pc:spChg>
        <pc:spChg chg="mod">
          <ac:chgData name="Diego Riva" userId="4faac86c-5217-460c-b916-7e1e32e464a3" providerId="ADAL" clId="{C59C57F4-D0D8-41A9-AB3D-6F93D29F92D6}" dt="2026-09-18T09:16:18.317" v="3367" actId="207"/>
          <ac:spMkLst>
            <pc:docMk/>
            <pc:sldMk cId="2446523521" sldId="2147483608"/>
            <ac:spMk id="197" creationId="{C45DF18A-882C-2652-B916-CA192797BB25}"/>
          </ac:spMkLst>
        </pc:spChg>
        <pc:spChg chg="mod">
          <ac:chgData name="Diego Riva" userId="4faac86c-5217-460c-b916-7e1e32e464a3" providerId="ADAL" clId="{C59C57F4-D0D8-41A9-AB3D-6F93D29F92D6}" dt="2026-09-18T09:17:54.553" v="3552"/>
          <ac:spMkLst>
            <pc:docMk/>
            <pc:sldMk cId="2446523521" sldId="2147483608"/>
            <ac:spMk id="198" creationId="{E696FDD5-59CC-C6AA-F466-0EC101CAA88A}"/>
          </ac:spMkLst>
        </pc:spChg>
        <pc:spChg chg="mod">
          <ac:chgData name="Diego Riva" userId="4faac86c-5217-460c-b916-7e1e32e464a3" providerId="ADAL" clId="{C59C57F4-D0D8-41A9-AB3D-6F93D29F92D6}" dt="2026-09-18T09:16:18.475" v="3453" actId="207"/>
          <ac:spMkLst>
            <pc:docMk/>
            <pc:sldMk cId="2446523521" sldId="2147483608"/>
            <ac:spMk id="200" creationId="{8C8D6B20-80D2-9651-0009-B2EF1A0860F0}"/>
          </ac:spMkLst>
        </pc:spChg>
        <pc:grpChg chg="mod">
          <ac:chgData name="Diego Riva" userId="4faac86c-5217-460c-b916-7e1e32e464a3" providerId="ADAL" clId="{C59C57F4-D0D8-41A9-AB3D-6F93D29F92D6}" dt="2026-09-18T08:11:08.326" v="470" actId="14100"/>
          <ac:grpSpMkLst>
            <pc:docMk/>
            <pc:sldMk cId="2446523521" sldId="2147483608"/>
            <ac:grpSpMk id="130" creationId="{439E5422-8BF7-8F6C-A1D2-68EA6D693958}"/>
          </ac:grpSpMkLst>
        </pc:grpChg>
        <pc:grpChg chg="mod">
          <ac:chgData name="Diego Riva" userId="4faac86c-5217-460c-b916-7e1e32e464a3" providerId="ADAL" clId="{C59C57F4-D0D8-41A9-AB3D-6F93D29F92D6}" dt="2026-09-18T09:18:46.397" v="3556"/>
          <ac:grpSpMkLst>
            <pc:docMk/>
            <pc:sldMk cId="2446523521" sldId="2147483608"/>
            <ac:grpSpMk id="144" creationId="{3BA91519-3148-9320-BE0A-0F635D89AD8A}"/>
          </ac:grpSpMkLst>
        </pc:grpChg>
        <pc:graphicFrameChg chg="mod">
          <ac:chgData name="Diego Riva" userId="4faac86c-5217-460c-b916-7e1e32e464a3" providerId="ADAL" clId="{C59C57F4-D0D8-41A9-AB3D-6F93D29F92D6}" dt="2026-09-18T09:53:17.295" v="5984"/>
          <ac:graphicFrameMkLst>
            <pc:docMk/>
            <pc:sldMk cId="2446523521" sldId="2147483608"/>
            <ac:graphicFrameMk id="3" creationId="{6B7D2E6D-A6A4-8E0F-58E9-2A3CE6225BAE}"/>
          </ac:graphicFrameMkLst>
        </pc:graphicFrameChg>
        <pc:picChg chg="mod">
          <ac:chgData name="Diego Riva" userId="4faac86c-5217-460c-b916-7e1e32e464a3" providerId="ADAL" clId="{C59C57F4-D0D8-41A9-AB3D-6F93D29F92D6}" dt="2026-09-18T09:21:52.318" v="4075" actId="207"/>
          <ac:picMkLst>
            <pc:docMk/>
            <pc:sldMk cId="2446523521" sldId="2147483608"/>
            <ac:picMk id="129" creationId="{A127B61E-9A6D-0F76-6C06-FAF73F309D2E}"/>
          </ac:picMkLst>
        </pc:picChg>
        <pc:cxnChg chg="mod">
          <ac:chgData name="Diego Riva" userId="4faac86c-5217-460c-b916-7e1e32e464a3" providerId="ADAL" clId="{C59C57F4-D0D8-41A9-AB3D-6F93D29F92D6}" dt="2026-09-18T09:18:46.397" v="3556"/>
          <ac:cxnSpMkLst>
            <pc:docMk/>
            <pc:sldMk cId="2446523521" sldId="2147483608"/>
            <ac:cxnSpMk id="145" creationId="{34B38D14-C99C-E233-1B2D-758116EE75D5}"/>
          </ac:cxnSpMkLst>
        </pc:cxnChg>
      </pc:sldChg>
      <pc:sldChg chg="modSp del mod">
        <pc:chgData name="Diego Riva" userId="4faac86c-5217-460c-b916-7e1e32e464a3" providerId="ADAL" clId="{C59C57F4-D0D8-41A9-AB3D-6F93D29F92D6}" dt="2026-09-18T08:58:35.974" v="502" actId="47"/>
        <pc:sldMkLst>
          <pc:docMk/>
          <pc:sldMk cId="4175418802" sldId="2147483609"/>
        </pc:sldMkLst>
        <pc:spChg chg="mod">
          <ac:chgData name="Diego Riva" userId="4faac86c-5217-460c-b916-7e1e32e464a3" providerId="ADAL" clId="{C59C57F4-D0D8-41A9-AB3D-6F93D29F92D6}" dt="2026-09-18T07:58:42.010" v="169" actId="139"/>
          <ac:spMkLst>
            <pc:docMk/>
            <pc:sldMk cId="4175418802" sldId="2147483609"/>
            <ac:spMk id="6" creationId="{A880EBD0-CBB5-D5BE-1896-D8D2B3CD40AA}"/>
          </ac:spMkLst>
        </pc:spChg>
      </pc:sldChg>
      <pc:sldChg chg="del">
        <pc:chgData name="Diego Riva" userId="4faac86c-5217-460c-b916-7e1e32e464a3" providerId="ADAL" clId="{C59C57F4-D0D8-41A9-AB3D-6F93D29F92D6}" dt="2026-09-18T07:58:18.750" v="109" actId="47"/>
        <pc:sldMkLst>
          <pc:docMk/>
          <pc:sldMk cId="478123755" sldId="2147483610"/>
        </pc:sldMkLst>
      </pc:sldChg>
      <pc:sldChg chg="addSp delSp modSp mod">
        <pc:chgData name="Diego Riva" userId="4faac86c-5217-460c-b916-7e1e32e464a3" providerId="ADAL" clId="{C59C57F4-D0D8-41A9-AB3D-6F93D29F92D6}" dt="2026-09-18T09:56:27.689" v="6119"/>
        <pc:sldMkLst>
          <pc:docMk/>
          <pc:sldMk cId="2250865955" sldId="2147483611"/>
        </pc:sldMkLst>
        <pc:spChg chg="mod">
          <ac:chgData name="Diego Riva" userId="4faac86c-5217-460c-b916-7e1e32e464a3" providerId="ADAL" clId="{C59C57F4-D0D8-41A9-AB3D-6F93D29F92D6}" dt="2026-09-18T09:56:27.065" v="6090" actId="948"/>
          <ac:spMkLst>
            <pc:docMk/>
            <pc:sldMk cId="2250865955" sldId="2147483611"/>
            <ac:spMk id="2" creationId="{B1A27FBF-DF49-FCE7-662C-EC62BBCA1A4B}"/>
          </ac:spMkLst>
        </pc:spChg>
        <pc:spChg chg="mod">
          <ac:chgData name="Diego Riva" userId="4faac86c-5217-460c-b916-7e1e32e464a3" providerId="ADAL" clId="{C59C57F4-D0D8-41A9-AB3D-6F93D29F92D6}" dt="2026-09-18T09:52:52.224" v="5919"/>
          <ac:spMkLst>
            <pc:docMk/>
            <pc:sldMk cId="2250865955" sldId="2147483611"/>
            <ac:spMk id="3" creationId="{8F3E84B7-184D-2F51-582E-F8BEF1F63665}"/>
          </ac:spMkLst>
        </pc:spChg>
        <pc:spChg chg="mod">
          <ac:chgData name="Diego Riva" userId="4faac86c-5217-460c-b916-7e1e32e464a3" providerId="ADAL" clId="{C59C57F4-D0D8-41A9-AB3D-6F93D29F92D6}" dt="2026-09-18T09:52:52.225" v="5920"/>
          <ac:spMkLst>
            <pc:docMk/>
            <pc:sldMk cId="2250865955" sldId="2147483611"/>
            <ac:spMk id="4" creationId="{03BDBAAB-04C2-382D-393E-20F5B8DE5D7E}"/>
          </ac:spMkLst>
        </pc:spChg>
        <pc:spChg chg="add mod">
          <ac:chgData name="Diego Riva" userId="4faac86c-5217-460c-b916-7e1e32e464a3" providerId="ADAL" clId="{C59C57F4-D0D8-41A9-AB3D-6F93D29F92D6}" dt="2026-09-18T09:55:32.060" v="6069"/>
          <ac:spMkLst>
            <pc:docMk/>
            <pc:sldMk cId="2250865955" sldId="2147483611"/>
            <ac:spMk id="6" creationId="{E01D5327-15A7-8EA5-7115-BC18A8975798}"/>
          </ac:spMkLst>
        </pc:spChg>
        <pc:spChg chg="mod">
          <ac:chgData name="Diego Riva" userId="4faac86c-5217-460c-b916-7e1e32e464a3" providerId="ADAL" clId="{C59C57F4-D0D8-41A9-AB3D-6F93D29F92D6}" dt="2026-09-18T09:55:28.680" v="6055"/>
          <ac:spMkLst>
            <pc:docMk/>
            <pc:sldMk cId="2250865955" sldId="2147483611"/>
            <ac:spMk id="7" creationId="{D742B8A8-F470-2065-42F1-E8F47A9A7644}"/>
          </ac:spMkLst>
        </pc:spChg>
        <pc:spChg chg="add mod">
          <ac:chgData name="Diego Riva" userId="4faac86c-5217-460c-b916-7e1e32e464a3" providerId="ADAL" clId="{C59C57F4-D0D8-41A9-AB3D-6F93D29F92D6}" dt="2026-09-18T09:55:33.436" v="6073"/>
          <ac:spMkLst>
            <pc:docMk/>
            <pc:sldMk cId="2250865955" sldId="2147483611"/>
            <ac:spMk id="8" creationId="{01D03154-1488-DCDD-BD3D-681511C897CD}"/>
          </ac:spMkLst>
        </pc:spChg>
        <pc:spChg chg="add del mod modVis">
          <ac:chgData name="Diego Riva" userId="4faac86c-5217-460c-b916-7e1e32e464a3" providerId="ADAL" clId="{C59C57F4-D0D8-41A9-AB3D-6F93D29F92D6}" dt="2026-09-18T09:50:09.072" v="5776"/>
          <ac:spMkLst>
            <pc:docMk/>
            <pc:sldMk cId="2250865955" sldId="2147483611"/>
            <ac:spMk id="9" creationId="{01F41057-965C-8800-9354-8AA40CBC4C76}"/>
          </ac:spMkLst>
        </pc:spChg>
        <pc:spChg chg="add mod">
          <ac:chgData name="Diego Riva" userId="4faac86c-5217-460c-b916-7e1e32e464a3" providerId="ADAL" clId="{C59C57F4-D0D8-41A9-AB3D-6F93D29F92D6}" dt="2026-09-18T09:50:36.315" v="5785" actId="1076"/>
          <ac:spMkLst>
            <pc:docMk/>
            <pc:sldMk cId="2250865955" sldId="2147483611"/>
            <ac:spMk id="10" creationId="{60E59587-D5AB-E5DD-FDD8-0A287FA0096F}"/>
          </ac:spMkLst>
        </pc:spChg>
        <pc:spChg chg="add del mod modVis">
          <ac:chgData name="Diego Riva" userId="4faac86c-5217-460c-b916-7e1e32e464a3" providerId="ADAL" clId="{C59C57F4-D0D8-41A9-AB3D-6F93D29F92D6}" dt="2026-09-18T09:56:27.094" v="6113"/>
          <ac:spMkLst>
            <pc:docMk/>
            <pc:sldMk cId="2250865955" sldId="2147483611"/>
            <ac:spMk id="10" creationId="{821E204A-3A4B-650C-8D64-DFA5404535F4}"/>
          </ac:spMkLst>
        </pc:spChg>
        <pc:spChg chg="mod">
          <ac:chgData name="Diego Riva" userId="4faac86c-5217-460c-b916-7e1e32e464a3" providerId="ADAL" clId="{C59C57F4-D0D8-41A9-AB3D-6F93D29F92D6}" dt="2026-09-18T09:55:26.791" v="6047"/>
          <ac:spMkLst>
            <pc:docMk/>
            <pc:sldMk cId="2250865955" sldId="2147483611"/>
            <ac:spMk id="11" creationId="{678D2C88-FB11-37DE-B7E7-684931D3D5D1}"/>
          </ac:spMkLst>
        </pc:spChg>
        <pc:spChg chg="add mod">
          <ac:chgData name="Diego Riva" userId="4faac86c-5217-460c-b916-7e1e32e464a3" providerId="ADAL" clId="{C59C57F4-D0D8-41A9-AB3D-6F93D29F92D6}" dt="2026-09-18T09:55:35.393" v="6077"/>
          <ac:spMkLst>
            <pc:docMk/>
            <pc:sldMk cId="2250865955" sldId="2147483611"/>
            <ac:spMk id="12" creationId="{4460676E-4B86-B5F0-68B3-A26C9C0E45FE}"/>
          </ac:spMkLst>
        </pc:spChg>
        <pc:spChg chg="add mod">
          <ac:chgData name="Diego Riva" userId="4faac86c-5217-460c-b916-7e1e32e464a3" providerId="ADAL" clId="{C59C57F4-D0D8-41A9-AB3D-6F93D29F92D6}" dt="2026-09-18T09:55:32.064" v="6071"/>
          <ac:spMkLst>
            <pc:docMk/>
            <pc:sldMk cId="2250865955" sldId="2147483611"/>
            <ac:spMk id="13" creationId="{7198D614-1FA6-EA8E-0278-8108BB6F4820}"/>
          </ac:spMkLst>
        </pc:spChg>
        <pc:spChg chg="add mod">
          <ac:chgData name="Diego Riva" userId="4faac86c-5217-460c-b916-7e1e32e464a3" providerId="ADAL" clId="{C59C57F4-D0D8-41A9-AB3D-6F93D29F92D6}" dt="2026-09-18T09:55:33.439" v="6075"/>
          <ac:spMkLst>
            <pc:docMk/>
            <pc:sldMk cId="2250865955" sldId="2147483611"/>
            <ac:spMk id="17" creationId="{BF992500-8AB4-67A9-999F-A3DC575FDB14}"/>
          </ac:spMkLst>
        </pc:spChg>
        <pc:spChg chg="add del mod modVis">
          <ac:chgData name="Diego Riva" userId="4faac86c-5217-460c-b916-7e1e32e464a3" providerId="ADAL" clId="{C59C57F4-D0D8-41A9-AB3D-6F93D29F92D6}" dt="2026-09-18T09:52:52.814" v="5944"/>
          <ac:spMkLst>
            <pc:docMk/>
            <pc:sldMk cId="2250865955" sldId="2147483611"/>
            <ac:spMk id="18" creationId="{F7185C72-7801-41A3-424D-9E130B22985A}"/>
          </ac:spMkLst>
        </pc:spChg>
        <pc:spChg chg="add mod">
          <ac:chgData name="Diego Riva" userId="4faac86c-5217-460c-b916-7e1e32e464a3" providerId="ADAL" clId="{C59C57F4-D0D8-41A9-AB3D-6F93D29F92D6}" dt="2026-09-18T09:55:35.398" v="6079"/>
          <ac:spMkLst>
            <pc:docMk/>
            <pc:sldMk cId="2250865955" sldId="2147483611"/>
            <ac:spMk id="21" creationId="{8F0EDB4A-22BA-F054-A5D3-FBE0C708666C}"/>
          </ac:spMkLst>
        </pc:spChg>
        <pc:spChg chg="mod">
          <ac:chgData name="Diego Riva" userId="4faac86c-5217-460c-b916-7e1e32e464a3" providerId="ADAL" clId="{C59C57F4-D0D8-41A9-AB3D-6F93D29F92D6}" dt="2026-09-18T09:55:30.444" v="6063"/>
          <ac:spMkLst>
            <pc:docMk/>
            <pc:sldMk cId="2250865955" sldId="2147483611"/>
            <ac:spMk id="27" creationId="{EC2770F9-A0E9-5A3D-105E-100D127C0405}"/>
          </ac:spMkLst>
        </pc:spChg>
        <pc:grpChg chg="add mod">
          <ac:chgData name="Diego Riva" userId="4faac86c-5217-460c-b916-7e1e32e464a3" providerId="ADAL" clId="{C59C57F4-D0D8-41A9-AB3D-6F93D29F92D6}" dt="2026-09-18T09:55:32.064" v="6071"/>
          <ac:grpSpMkLst>
            <pc:docMk/>
            <pc:sldMk cId="2250865955" sldId="2147483611"/>
            <ac:grpSpMk id="16" creationId="{6662EAAF-375C-C0D2-2A90-141F21D26C50}"/>
          </ac:grpSpMkLst>
        </pc:grpChg>
        <pc:grpChg chg="add mod">
          <ac:chgData name="Diego Riva" userId="4faac86c-5217-460c-b916-7e1e32e464a3" providerId="ADAL" clId="{C59C57F4-D0D8-41A9-AB3D-6F93D29F92D6}" dt="2026-09-18T09:55:33.439" v="6075"/>
          <ac:grpSpMkLst>
            <pc:docMk/>
            <pc:sldMk cId="2250865955" sldId="2147483611"/>
            <ac:grpSpMk id="20" creationId="{0F728DB9-52C4-F645-001F-552B47728A70}"/>
          </ac:grpSpMkLst>
        </pc:grpChg>
        <pc:grpChg chg="add mod">
          <ac:chgData name="Diego Riva" userId="4faac86c-5217-460c-b916-7e1e32e464a3" providerId="ADAL" clId="{C59C57F4-D0D8-41A9-AB3D-6F93D29F92D6}" dt="2026-09-18T09:55:35.398" v="6079"/>
          <ac:grpSpMkLst>
            <pc:docMk/>
            <pc:sldMk cId="2250865955" sldId="2147483611"/>
            <ac:grpSpMk id="24" creationId="{4FF6E158-82B2-8F52-F34F-5E5875CA049F}"/>
          </ac:grpSpMkLst>
        </pc:grpChg>
        <pc:graphicFrameChg chg="mod">
          <ac:chgData name="Diego Riva" userId="4faac86c-5217-460c-b916-7e1e32e464a3" providerId="ADAL" clId="{C59C57F4-D0D8-41A9-AB3D-6F93D29F92D6}" dt="2026-09-18T09:56:27.095" v="6115"/>
          <ac:graphicFrameMkLst>
            <pc:docMk/>
            <pc:sldMk cId="2250865955" sldId="2147483611"/>
            <ac:graphicFrameMk id="5" creationId="{E65C9F40-7B61-8687-D8BD-AC2F62ADF6AF}"/>
          </ac:graphicFrameMkLst>
        </pc:graphicFrameChg>
        <pc:picChg chg="add mod">
          <ac:chgData name="Diego Riva" userId="4faac86c-5217-460c-b916-7e1e32e464a3" providerId="ADAL" clId="{C59C57F4-D0D8-41A9-AB3D-6F93D29F92D6}" dt="2026-09-18T09:55:32.064" v="6071"/>
          <ac:picMkLst>
            <pc:docMk/>
            <pc:sldMk cId="2250865955" sldId="2147483611"/>
            <ac:picMk id="15" creationId="{ADA39F1E-933C-CC01-4431-AC8C26CADBF9}"/>
          </ac:picMkLst>
        </pc:picChg>
        <pc:picChg chg="add mod">
          <ac:chgData name="Diego Riva" userId="4faac86c-5217-460c-b916-7e1e32e464a3" providerId="ADAL" clId="{C59C57F4-D0D8-41A9-AB3D-6F93D29F92D6}" dt="2026-09-18T09:55:33.439" v="6075"/>
          <ac:picMkLst>
            <pc:docMk/>
            <pc:sldMk cId="2250865955" sldId="2147483611"/>
            <ac:picMk id="19" creationId="{8B744CC2-7DA9-9AAE-B8C3-89CE4422C24C}"/>
          </ac:picMkLst>
        </pc:picChg>
        <pc:picChg chg="add mod">
          <ac:chgData name="Diego Riva" userId="4faac86c-5217-460c-b916-7e1e32e464a3" providerId="ADAL" clId="{C59C57F4-D0D8-41A9-AB3D-6F93D29F92D6}" dt="2026-09-18T09:55:35.398" v="6079"/>
          <ac:picMkLst>
            <pc:docMk/>
            <pc:sldMk cId="2250865955" sldId="2147483611"/>
            <ac:picMk id="23" creationId="{019AF4C8-E8D5-02C3-5D57-11230D79D94B}"/>
          </ac:picMkLst>
        </pc:picChg>
        <pc:cxnChg chg="mod">
          <ac:chgData name="Diego Riva" userId="4faac86c-5217-460c-b916-7e1e32e464a3" providerId="ADAL" clId="{C59C57F4-D0D8-41A9-AB3D-6F93D29F92D6}" dt="2026-09-18T09:56:27.688" v="6117"/>
          <ac:cxnSpMkLst>
            <pc:docMk/>
            <pc:sldMk cId="2250865955" sldId="2147483611"/>
            <ac:cxnSpMk id="14" creationId="{52CEEFEF-939C-3DC9-8CF9-960F3C13C7E0}"/>
          </ac:cxnSpMkLst>
        </pc:cxnChg>
        <pc:cxnChg chg="mod">
          <ac:chgData name="Diego Riva" userId="4faac86c-5217-460c-b916-7e1e32e464a3" providerId="ADAL" clId="{C59C57F4-D0D8-41A9-AB3D-6F93D29F92D6}" dt="2026-09-18T09:56:27.689" v="6119"/>
          <ac:cxnSpMkLst>
            <pc:docMk/>
            <pc:sldMk cId="2250865955" sldId="2147483611"/>
            <ac:cxnSpMk id="26" creationId="{EDA5B7E4-1C28-9C2D-BA3F-E0ADD29AA383}"/>
          </ac:cxnSpMkLst>
        </pc:cxnChg>
      </pc:sldChg>
      <pc:sldChg chg="addSp delSp modSp add mod">
        <pc:chgData name="Diego Riva" userId="4faac86c-5217-460c-b916-7e1e32e464a3" providerId="ADAL" clId="{C59C57F4-D0D8-41A9-AB3D-6F93D29F92D6}" dt="2026-09-18T14:37:19.674" v="12582" actId="20577"/>
        <pc:sldMkLst>
          <pc:docMk/>
          <pc:sldMk cId="1372602714" sldId="2147483612"/>
        </pc:sldMkLst>
        <pc:spChg chg="mod ord">
          <ac:chgData name="Diego Riva" userId="4faac86c-5217-460c-b916-7e1e32e464a3" providerId="ADAL" clId="{C59C57F4-D0D8-41A9-AB3D-6F93D29F92D6}" dt="2026-09-18T12:24:34.557" v="10423" actId="948"/>
          <ac:spMkLst>
            <pc:docMk/>
            <pc:sldMk cId="1372602714" sldId="2147483612"/>
            <ac:spMk id="2" creationId="{4058A5FA-6526-109F-7926-C12D73E64B24}"/>
          </ac:spMkLst>
        </pc:spChg>
        <pc:spChg chg="mod ord">
          <ac:chgData name="Diego Riva" userId="4faac86c-5217-460c-b916-7e1e32e464a3" providerId="ADAL" clId="{C59C57F4-D0D8-41A9-AB3D-6F93D29F92D6}" dt="2026-09-18T12:14:31.286" v="10283"/>
          <ac:spMkLst>
            <pc:docMk/>
            <pc:sldMk cId="1372602714" sldId="2147483612"/>
            <ac:spMk id="3" creationId="{15A9466B-F11E-9E02-18E6-898E6F1F0836}"/>
          </ac:spMkLst>
        </pc:spChg>
        <pc:spChg chg="mod ord">
          <ac:chgData name="Diego Riva" userId="4faac86c-5217-460c-b916-7e1e32e464a3" providerId="ADAL" clId="{C59C57F4-D0D8-41A9-AB3D-6F93D29F92D6}" dt="2026-09-18T09:38:57.931" v="5386"/>
          <ac:spMkLst>
            <pc:docMk/>
            <pc:sldMk cId="1372602714" sldId="2147483612"/>
            <ac:spMk id="3" creationId="{92D6C1F0-3F8B-6F26-F825-279531FA5DB8}"/>
          </ac:spMkLst>
        </pc:spChg>
        <pc:spChg chg="add del mod modVis">
          <ac:chgData name="Diego Riva" userId="4faac86c-5217-460c-b916-7e1e32e464a3" providerId="ADAL" clId="{C59C57F4-D0D8-41A9-AB3D-6F93D29F92D6}" dt="2026-09-18T08:58:23.800" v="498"/>
          <ac:spMkLst>
            <pc:docMk/>
            <pc:sldMk cId="1372602714" sldId="2147483612"/>
            <ac:spMk id="3" creationId="{B6F89208-072F-C0A2-9205-E5451631EB72}"/>
          </ac:spMkLst>
        </pc:spChg>
        <pc:spChg chg="mod ord topLvl">
          <ac:chgData name="Diego Riva" userId="4faac86c-5217-460c-b916-7e1e32e464a3" providerId="ADAL" clId="{C59C57F4-D0D8-41A9-AB3D-6F93D29F92D6}" dt="2026-09-18T12:14:08.999" v="10162"/>
          <ac:spMkLst>
            <pc:docMk/>
            <pc:sldMk cId="1372602714" sldId="2147483612"/>
            <ac:spMk id="4" creationId="{3A887502-234A-F770-5973-8B10458C0265}"/>
          </ac:spMkLst>
        </pc:spChg>
        <pc:spChg chg="mod ord">
          <ac:chgData name="Diego Riva" userId="4faac86c-5217-460c-b916-7e1e32e464a3" providerId="ADAL" clId="{C59C57F4-D0D8-41A9-AB3D-6F93D29F92D6}" dt="2026-09-18T09:41:22.142" v="5492" actId="1035"/>
          <ac:spMkLst>
            <pc:docMk/>
            <pc:sldMk cId="1372602714" sldId="2147483612"/>
            <ac:spMk id="4" creationId="{69951451-7769-CD60-3F6B-4FC4272A82EC}"/>
          </ac:spMkLst>
        </pc:spChg>
        <pc:spChg chg="add mod">
          <ac:chgData name="Diego Riva" userId="4faac86c-5217-460c-b916-7e1e32e464a3" providerId="ADAL" clId="{C59C57F4-D0D8-41A9-AB3D-6F93D29F92D6}" dt="2026-09-18T07:58:10.676" v="108" actId="554"/>
          <ac:spMkLst>
            <pc:docMk/>
            <pc:sldMk cId="1372602714" sldId="2147483612"/>
            <ac:spMk id="6" creationId="{986439BB-CE23-E8C0-DF1D-C09B476A7A7A}"/>
          </ac:spMkLst>
        </pc:spChg>
        <pc:spChg chg="mod ord topLvl">
          <ac:chgData name="Diego Riva" userId="4faac86c-5217-460c-b916-7e1e32e464a3" providerId="ADAL" clId="{C59C57F4-D0D8-41A9-AB3D-6F93D29F92D6}" dt="2026-09-18T12:53:22.262" v="11707" actId="948"/>
          <ac:spMkLst>
            <pc:docMk/>
            <pc:sldMk cId="1372602714" sldId="2147483612"/>
            <ac:spMk id="6" creationId="{B8C55266-D466-E0B5-A7B7-3C6D4D1B39D7}"/>
          </ac:spMkLst>
        </pc:spChg>
        <pc:spChg chg="mod ord">
          <ac:chgData name="Diego Riva" userId="4faac86c-5217-460c-b916-7e1e32e464a3" providerId="ADAL" clId="{C59C57F4-D0D8-41A9-AB3D-6F93D29F92D6}" dt="2026-09-18T12:53:22.262" v="11707" actId="948"/>
          <ac:spMkLst>
            <pc:docMk/>
            <pc:sldMk cId="1372602714" sldId="2147483612"/>
            <ac:spMk id="7" creationId="{D47CD70C-CB3F-141C-38B5-E83CFE5A094A}"/>
          </ac:spMkLst>
        </pc:spChg>
        <pc:spChg chg="mod ord topLvl">
          <ac:chgData name="Diego Riva" userId="4faac86c-5217-460c-b916-7e1e32e464a3" providerId="ADAL" clId="{C59C57F4-D0D8-41A9-AB3D-6F93D29F92D6}" dt="2026-09-18T12:53:22.262" v="11707" actId="948"/>
          <ac:spMkLst>
            <pc:docMk/>
            <pc:sldMk cId="1372602714" sldId="2147483612"/>
            <ac:spMk id="8" creationId="{9CB1B9C9-95A9-8F28-E4E9-431B6CF53CF4}"/>
          </ac:spMkLst>
        </pc:spChg>
        <pc:spChg chg="mod ord">
          <ac:chgData name="Diego Riva" userId="4faac86c-5217-460c-b916-7e1e32e464a3" providerId="ADAL" clId="{C59C57F4-D0D8-41A9-AB3D-6F93D29F92D6}" dt="2026-09-18T09:38:57.933" v="5390"/>
          <ac:spMkLst>
            <pc:docMk/>
            <pc:sldMk cId="1372602714" sldId="2147483612"/>
            <ac:spMk id="10" creationId="{3E3CB9EE-4A9A-CFF8-10EB-7FD5EC523D91}"/>
          </ac:spMkLst>
        </pc:spChg>
        <pc:spChg chg="mod ord topLvl">
          <ac:chgData name="Diego Riva" userId="4faac86c-5217-460c-b916-7e1e32e464a3" providerId="ADAL" clId="{C59C57F4-D0D8-41A9-AB3D-6F93D29F92D6}" dt="2026-09-18T12:14:09" v="10164"/>
          <ac:spMkLst>
            <pc:docMk/>
            <pc:sldMk cId="1372602714" sldId="2147483612"/>
            <ac:spMk id="10" creationId="{62271C8C-1993-E657-F329-9B5A97B08577}"/>
          </ac:spMkLst>
        </pc:spChg>
        <pc:spChg chg="add del mod ord">
          <ac:chgData name="Diego Riva" userId="4faac86c-5217-460c-b916-7e1e32e464a3" providerId="ADAL" clId="{C59C57F4-D0D8-41A9-AB3D-6F93D29F92D6}" dt="2026-09-18T09:30:32.428" v="4547" actId="478"/>
          <ac:spMkLst>
            <pc:docMk/>
            <pc:sldMk cId="1372602714" sldId="2147483612"/>
            <ac:spMk id="10" creationId="{83E34A97-8AFC-88B8-ADBF-A255951356A8}"/>
          </ac:spMkLst>
        </pc:spChg>
        <pc:spChg chg="add del mod">
          <ac:chgData name="Diego Riva" userId="4faac86c-5217-460c-b916-7e1e32e464a3" providerId="ADAL" clId="{C59C57F4-D0D8-41A9-AB3D-6F93D29F92D6}" dt="2026-09-18T12:00:50.276" v="8983" actId="478"/>
          <ac:spMkLst>
            <pc:docMk/>
            <pc:sldMk cId="1372602714" sldId="2147483612"/>
            <ac:spMk id="10" creationId="{87AB4469-BA25-4339-F9E1-7BD3CD108F63}"/>
          </ac:spMkLst>
        </pc:spChg>
        <pc:spChg chg="del mod ord">
          <ac:chgData name="Diego Riva" userId="4faac86c-5217-460c-b916-7e1e32e464a3" providerId="ADAL" clId="{C59C57F4-D0D8-41A9-AB3D-6F93D29F92D6}" dt="2026-09-18T12:52:25.972" v="11665" actId="478"/>
          <ac:spMkLst>
            <pc:docMk/>
            <pc:sldMk cId="1372602714" sldId="2147483612"/>
            <ac:spMk id="11" creationId="{A8957DD7-4BB7-A21D-EA09-E1127BA99EFA}"/>
          </ac:spMkLst>
        </pc:spChg>
        <pc:spChg chg="add mod ord">
          <ac:chgData name="Diego Riva" userId="4faac86c-5217-460c-b916-7e1e32e464a3" providerId="ADAL" clId="{C59C57F4-D0D8-41A9-AB3D-6F93D29F92D6}" dt="2026-09-18T12:53:43.027" v="11715" actId="14100"/>
          <ac:spMkLst>
            <pc:docMk/>
            <pc:sldMk cId="1372602714" sldId="2147483612"/>
            <ac:spMk id="13" creationId="{CDC9E6E4-28DA-C1F1-7BE8-311628690110}"/>
          </ac:spMkLst>
        </pc:spChg>
        <pc:spChg chg="del">
          <ac:chgData name="Diego Riva" userId="4faac86c-5217-460c-b916-7e1e32e464a3" providerId="ADAL" clId="{C59C57F4-D0D8-41A9-AB3D-6F93D29F92D6}" dt="2026-09-18T09:38:43.419" v="5232" actId="478"/>
          <ac:spMkLst>
            <pc:docMk/>
            <pc:sldMk cId="1372602714" sldId="2147483612"/>
            <ac:spMk id="13" creationId="{E487362D-A837-0521-5045-FC6AAB8535C2}"/>
          </ac:spMkLst>
        </pc:spChg>
        <pc:spChg chg="del mod ord">
          <ac:chgData name="Diego Riva" userId="4faac86c-5217-460c-b916-7e1e32e464a3" providerId="ADAL" clId="{C59C57F4-D0D8-41A9-AB3D-6F93D29F92D6}" dt="2026-09-18T12:52:25.972" v="11665" actId="478"/>
          <ac:spMkLst>
            <pc:docMk/>
            <pc:sldMk cId="1372602714" sldId="2147483612"/>
            <ac:spMk id="14" creationId="{CDAB8D30-B036-A90E-0E20-E44049DA4D81}"/>
          </ac:spMkLst>
        </pc:spChg>
        <pc:spChg chg="add mod">
          <ac:chgData name="Diego Riva" userId="4faac86c-5217-460c-b916-7e1e32e464a3" providerId="ADAL" clId="{C59C57F4-D0D8-41A9-AB3D-6F93D29F92D6}" dt="2026-09-18T09:42:26.150" v="5536" actId="20577"/>
          <ac:spMkLst>
            <pc:docMk/>
            <pc:sldMk cId="1372602714" sldId="2147483612"/>
            <ac:spMk id="16" creationId="{2372B7E2-695F-FDC6-2C04-0F36E0EE2F03}"/>
          </ac:spMkLst>
        </pc:spChg>
        <pc:spChg chg="mod ord topLvl">
          <ac:chgData name="Diego Riva" userId="4faac86c-5217-460c-b916-7e1e32e464a3" providerId="ADAL" clId="{C59C57F4-D0D8-41A9-AB3D-6F93D29F92D6}" dt="2026-09-18T12:14:09.028" v="10218"/>
          <ac:spMkLst>
            <pc:docMk/>
            <pc:sldMk cId="1372602714" sldId="2147483612"/>
            <ac:spMk id="16" creationId="{8DCE8D46-C577-8DEE-E05E-4CF5F4FE4F96}"/>
          </ac:spMkLst>
        </pc:spChg>
        <pc:spChg chg="del mod ord topLvl">
          <ac:chgData name="Diego Riva" userId="4faac86c-5217-460c-b916-7e1e32e464a3" providerId="ADAL" clId="{C59C57F4-D0D8-41A9-AB3D-6F93D29F92D6}" dt="2026-09-18T12:52:25.972" v="11665" actId="478"/>
          <ac:spMkLst>
            <pc:docMk/>
            <pc:sldMk cId="1372602714" sldId="2147483612"/>
            <ac:spMk id="17" creationId="{726EA45D-EE40-2CAA-DE2A-6F729B17C635}"/>
          </ac:spMkLst>
        </pc:spChg>
        <pc:spChg chg="mod ord">
          <ac:chgData name="Diego Riva" userId="4faac86c-5217-460c-b916-7e1e32e464a3" providerId="ADAL" clId="{C59C57F4-D0D8-41A9-AB3D-6F93D29F92D6}" dt="2026-09-18T12:14:08.952" v="10084"/>
          <ac:spMkLst>
            <pc:docMk/>
            <pc:sldMk cId="1372602714" sldId="2147483612"/>
            <ac:spMk id="19" creationId="{57682D11-DB47-226D-BB88-2094815FE221}"/>
          </ac:spMkLst>
        </pc:spChg>
        <pc:spChg chg="mod ord">
          <ac:chgData name="Diego Riva" userId="4faac86c-5217-460c-b916-7e1e32e464a3" providerId="ADAL" clId="{C59C57F4-D0D8-41A9-AB3D-6F93D29F92D6}" dt="2026-09-18T12:14:08.952" v="10086"/>
          <ac:spMkLst>
            <pc:docMk/>
            <pc:sldMk cId="1372602714" sldId="2147483612"/>
            <ac:spMk id="20" creationId="{DBC3ED25-31B4-C826-A4AB-6427DDE73300}"/>
          </ac:spMkLst>
        </pc:spChg>
        <pc:spChg chg="mod ord">
          <ac:chgData name="Diego Riva" userId="4faac86c-5217-460c-b916-7e1e32e464a3" providerId="ADAL" clId="{C59C57F4-D0D8-41A9-AB3D-6F93D29F92D6}" dt="2026-09-18T12:14:08.953" v="10088"/>
          <ac:spMkLst>
            <pc:docMk/>
            <pc:sldMk cId="1372602714" sldId="2147483612"/>
            <ac:spMk id="21" creationId="{9CC4112B-6251-48FE-8C72-FEE799A00EE7}"/>
          </ac:spMkLst>
        </pc:spChg>
        <pc:spChg chg="mod ord topLvl">
          <ac:chgData name="Diego Riva" userId="4faac86c-5217-460c-b916-7e1e32e464a3" providerId="ADAL" clId="{C59C57F4-D0D8-41A9-AB3D-6F93D29F92D6}" dt="2026-09-18T12:14:08.995" v="10158"/>
          <ac:spMkLst>
            <pc:docMk/>
            <pc:sldMk cId="1372602714" sldId="2147483612"/>
            <ac:spMk id="22" creationId="{9950FC01-C0AD-6F4E-451C-F18F03546E06}"/>
          </ac:spMkLst>
        </pc:spChg>
        <pc:spChg chg="add del mod ord topLvl">
          <ac:chgData name="Diego Riva" userId="4faac86c-5217-460c-b916-7e1e32e464a3" providerId="ADAL" clId="{C59C57F4-D0D8-41A9-AB3D-6F93D29F92D6}" dt="2026-09-18T12:34:15.726" v="10459" actId="14100"/>
          <ac:spMkLst>
            <pc:docMk/>
            <pc:sldMk cId="1372602714" sldId="2147483612"/>
            <ac:spMk id="23" creationId="{AB5FBA5A-C71A-51B8-960A-87686B22EB78}"/>
          </ac:spMkLst>
        </pc:spChg>
        <pc:spChg chg="mod ord">
          <ac:chgData name="Diego Riva" userId="4faac86c-5217-460c-b916-7e1e32e464a3" providerId="ADAL" clId="{C59C57F4-D0D8-41A9-AB3D-6F93D29F92D6}" dt="2026-09-18T12:14:09.027" v="10216"/>
          <ac:spMkLst>
            <pc:docMk/>
            <pc:sldMk cId="1372602714" sldId="2147483612"/>
            <ac:spMk id="24" creationId="{54DA897F-321A-3B30-5C61-24236299CDC3}"/>
          </ac:spMkLst>
        </pc:spChg>
        <pc:spChg chg="add del mod ord">
          <ac:chgData name="Diego Riva" userId="4faac86c-5217-460c-b916-7e1e32e464a3" providerId="ADAL" clId="{C59C57F4-D0D8-41A9-AB3D-6F93D29F92D6}" dt="2026-09-18T09:38:57.914" v="5342"/>
          <ac:spMkLst>
            <pc:docMk/>
            <pc:sldMk cId="1372602714" sldId="2147483612"/>
            <ac:spMk id="24" creationId="{C125644E-A56A-8E95-51E2-22365E7C49C8}"/>
          </ac:spMkLst>
        </pc:spChg>
        <pc:spChg chg="add mod ord topLvl">
          <ac:chgData name="Diego Riva" userId="4faac86c-5217-460c-b916-7e1e32e464a3" providerId="ADAL" clId="{C59C57F4-D0D8-41A9-AB3D-6F93D29F92D6}" dt="2026-09-18T09:40:38.193" v="5468" actId="14100"/>
          <ac:spMkLst>
            <pc:docMk/>
            <pc:sldMk cId="1372602714" sldId="2147483612"/>
            <ac:spMk id="25" creationId="{6AA6A291-DB0D-7B0E-9FE8-C1C0963447B7}"/>
          </ac:spMkLst>
        </pc:spChg>
        <pc:spChg chg="mod ord">
          <ac:chgData name="Diego Riva" userId="4faac86c-5217-460c-b916-7e1e32e464a3" providerId="ADAL" clId="{C59C57F4-D0D8-41A9-AB3D-6F93D29F92D6}" dt="2026-09-18T12:15:21.536" v="10313" actId="14100"/>
          <ac:spMkLst>
            <pc:docMk/>
            <pc:sldMk cId="1372602714" sldId="2147483612"/>
            <ac:spMk id="25" creationId="{C1397E99-BA8E-D214-20F2-988DFAA67D87}"/>
          </ac:spMkLst>
        </pc:spChg>
        <pc:spChg chg="mod ord">
          <ac:chgData name="Diego Riva" userId="4faac86c-5217-460c-b916-7e1e32e464a3" providerId="ADAL" clId="{C59C57F4-D0D8-41A9-AB3D-6F93D29F92D6}" dt="2026-09-18T12:14:08.954" v="10090"/>
          <ac:spMkLst>
            <pc:docMk/>
            <pc:sldMk cId="1372602714" sldId="2147483612"/>
            <ac:spMk id="26" creationId="{F3F70CA3-814E-6C4F-BE4F-90326631587E}"/>
          </ac:spMkLst>
        </pc:spChg>
        <pc:spChg chg="mod ord">
          <ac:chgData name="Diego Riva" userId="4faac86c-5217-460c-b916-7e1e32e464a3" providerId="ADAL" clId="{C59C57F4-D0D8-41A9-AB3D-6F93D29F92D6}" dt="2026-09-18T12:14:08.955" v="10092"/>
          <ac:spMkLst>
            <pc:docMk/>
            <pc:sldMk cId="1372602714" sldId="2147483612"/>
            <ac:spMk id="27" creationId="{40FEA0BD-5AD1-D767-58BA-827791563A46}"/>
          </ac:spMkLst>
        </pc:spChg>
        <pc:spChg chg="mod ord">
          <ac:chgData name="Diego Riva" userId="4faac86c-5217-460c-b916-7e1e32e464a3" providerId="ADAL" clId="{C59C57F4-D0D8-41A9-AB3D-6F93D29F92D6}" dt="2026-09-18T12:14:08.956" v="10094"/>
          <ac:spMkLst>
            <pc:docMk/>
            <pc:sldMk cId="1372602714" sldId="2147483612"/>
            <ac:spMk id="28" creationId="{979ED86B-628F-BD66-0E6C-98C32738DAD4}"/>
          </ac:spMkLst>
        </pc:spChg>
        <pc:spChg chg="mod ord">
          <ac:chgData name="Diego Riva" userId="4faac86c-5217-460c-b916-7e1e32e464a3" providerId="ADAL" clId="{C59C57F4-D0D8-41A9-AB3D-6F93D29F92D6}" dt="2026-09-18T12:14:08.957" v="10096"/>
          <ac:spMkLst>
            <pc:docMk/>
            <pc:sldMk cId="1372602714" sldId="2147483612"/>
            <ac:spMk id="29" creationId="{A2712862-EFC1-3731-BB1C-EBD63D9AD04D}"/>
          </ac:spMkLst>
        </pc:spChg>
        <pc:spChg chg="mod ord">
          <ac:chgData name="Diego Riva" userId="4faac86c-5217-460c-b916-7e1e32e464a3" providerId="ADAL" clId="{C59C57F4-D0D8-41A9-AB3D-6F93D29F92D6}" dt="2026-09-18T12:14:08.958" v="10098"/>
          <ac:spMkLst>
            <pc:docMk/>
            <pc:sldMk cId="1372602714" sldId="2147483612"/>
            <ac:spMk id="30" creationId="{27D1A8EA-8B0A-6406-8145-0AE51EF99266}"/>
          </ac:spMkLst>
        </pc:spChg>
        <pc:spChg chg="add del mod modVis">
          <ac:chgData name="Diego Riva" userId="4faac86c-5217-460c-b916-7e1e32e464a3" providerId="ADAL" clId="{C59C57F4-D0D8-41A9-AB3D-6F93D29F92D6}" dt="2026-09-18T12:24:34.609" v="10446"/>
          <ac:spMkLst>
            <pc:docMk/>
            <pc:sldMk cId="1372602714" sldId="2147483612"/>
            <ac:spMk id="31" creationId="{3D12FDBD-C023-8AD9-CADC-A3D5CF90F781}"/>
          </ac:spMkLst>
        </pc:spChg>
        <pc:spChg chg="add mod ord topLvl">
          <ac:chgData name="Diego Riva" userId="4faac86c-5217-460c-b916-7e1e32e464a3" providerId="ADAL" clId="{C59C57F4-D0D8-41A9-AB3D-6F93D29F92D6}" dt="2026-09-18T09:40:57.457" v="5480" actId="1035"/>
          <ac:spMkLst>
            <pc:docMk/>
            <pc:sldMk cId="1372602714" sldId="2147483612"/>
            <ac:spMk id="31" creationId="{432D9457-0E6D-DE13-21DD-7425A448980A}"/>
          </ac:spMkLst>
        </pc:spChg>
        <pc:spChg chg="add del mod">
          <ac:chgData name="Diego Riva" userId="4faac86c-5217-460c-b916-7e1e32e464a3" providerId="ADAL" clId="{C59C57F4-D0D8-41A9-AB3D-6F93D29F92D6}" dt="2026-09-18T12:02:51.414" v="9013" actId="478"/>
          <ac:spMkLst>
            <pc:docMk/>
            <pc:sldMk cId="1372602714" sldId="2147483612"/>
            <ac:spMk id="31" creationId="{B3705545-FBC7-8112-59A5-57443BC65A15}"/>
          </ac:spMkLst>
        </pc:spChg>
        <pc:spChg chg="add mod ord topLvl">
          <ac:chgData name="Diego Riva" userId="4faac86c-5217-460c-b916-7e1e32e464a3" providerId="ADAL" clId="{C59C57F4-D0D8-41A9-AB3D-6F93D29F92D6}" dt="2026-09-18T09:40:57.457" v="5480" actId="1035"/>
          <ac:spMkLst>
            <pc:docMk/>
            <pc:sldMk cId="1372602714" sldId="2147483612"/>
            <ac:spMk id="32" creationId="{471DCE31-553D-78B0-077D-6B3D0FC60FD3}"/>
          </ac:spMkLst>
        </pc:spChg>
        <pc:spChg chg="mod ord">
          <ac:chgData name="Diego Riva" userId="4faac86c-5217-460c-b916-7e1e32e464a3" providerId="ADAL" clId="{C59C57F4-D0D8-41A9-AB3D-6F93D29F92D6}" dt="2026-09-18T12:15:21.536" v="10313" actId="14100"/>
          <ac:spMkLst>
            <pc:docMk/>
            <pc:sldMk cId="1372602714" sldId="2147483612"/>
            <ac:spMk id="32" creationId="{EBD808DC-B32E-D177-7F09-087CE7F36467}"/>
          </ac:spMkLst>
        </pc:spChg>
        <pc:spChg chg="add mod ord topLvl">
          <ac:chgData name="Diego Riva" userId="4faac86c-5217-460c-b916-7e1e32e464a3" providerId="ADAL" clId="{C59C57F4-D0D8-41A9-AB3D-6F93D29F92D6}" dt="2026-09-18T09:41:22.142" v="5492" actId="1035"/>
          <ac:spMkLst>
            <pc:docMk/>
            <pc:sldMk cId="1372602714" sldId="2147483612"/>
            <ac:spMk id="33" creationId="{84F3C4C0-8160-494C-7585-73FBF0CA83D4}"/>
          </ac:spMkLst>
        </pc:spChg>
        <pc:spChg chg="add mod">
          <ac:chgData name="Diego Riva" userId="4faac86c-5217-460c-b916-7e1e32e464a3" providerId="ADAL" clId="{C59C57F4-D0D8-41A9-AB3D-6F93D29F92D6}" dt="2026-09-18T12:26:19.264" v="10458" actId="1035"/>
          <ac:spMkLst>
            <pc:docMk/>
            <pc:sldMk cId="1372602714" sldId="2147483612"/>
            <ac:spMk id="33" creationId="{DFF9F1F4-C65C-3446-6180-752992AAF7E1}"/>
          </ac:spMkLst>
        </pc:spChg>
        <pc:spChg chg="del">
          <ac:chgData name="Diego Riva" userId="4faac86c-5217-460c-b916-7e1e32e464a3" providerId="ADAL" clId="{C59C57F4-D0D8-41A9-AB3D-6F93D29F92D6}" dt="2026-09-18T12:04:09.428" v="9221" actId="478"/>
          <ac:spMkLst>
            <pc:docMk/>
            <pc:sldMk cId="1372602714" sldId="2147483612"/>
            <ac:spMk id="34" creationId="{036E3F1D-305F-C3E7-5B0A-3F885361A90F}"/>
          </ac:spMkLst>
        </pc:spChg>
        <pc:spChg chg="add mod ord">
          <ac:chgData name="Diego Riva" userId="4faac86c-5217-460c-b916-7e1e32e464a3" providerId="ADAL" clId="{C59C57F4-D0D8-41A9-AB3D-6F93D29F92D6}" dt="2026-09-18T09:40:57.457" v="5480" actId="1035"/>
          <ac:spMkLst>
            <pc:docMk/>
            <pc:sldMk cId="1372602714" sldId="2147483612"/>
            <ac:spMk id="34" creationId="{6FA05B30-5FDC-9492-947F-2176F11C0AB6}"/>
          </ac:spMkLst>
        </pc:spChg>
        <pc:spChg chg="mod ord">
          <ac:chgData name="Diego Riva" userId="4faac86c-5217-460c-b916-7e1e32e464a3" providerId="ADAL" clId="{C59C57F4-D0D8-41A9-AB3D-6F93D29F92D6}" dt="2026-09-18T12:14:28.934" v="10275"/>
          <ac:spMkLst>
            <pc:docMk/>
            <pc:sldMk cId="1372602714" sldId="2147483612"/>
            <ac:spMk id="35" creationId="{58408814-1216-CFEF-7161-D1EC4D2D4187}"/>
          </ac:spMkLst>
        </pc:spChg>
        <pc:spChg chg="add mod ord">
          <ac:chgData name="Diego Riva" userId="4faac86c-5217-460c-b916-7e1e32e464a3" providerId="ADAL" clId="{C59C57F4-D0D8-41A9-AB3D-6F93D29F92D6}" dt="2026-09-18T09:40:57.457" v="5480" actId="1035"/>
          <ac:spMkLst>
            <pc:docMk/>
            <pc:sldMk cId="1372602714" sldId="2147483612"/>
            <ac:spMk id="35" creationId="{A776F97C-8830-EB2C-6233-69A25D9DDDDE}"/>
          </ac:spMkLst>
        </pc:spChg>
        <pc:spChg chg="mod ord">
          <ac:chgData name="Diego Riva" userId="4faac86c-5217-460c-b916-7e1e32e464a3" providerId="ADAL" clId="{C59C57F4-D0D8-41A9-AB3D-6F93D29F92D6}" dt="2026-09-18T12:14:09.024" v="10212"/>
          <ac:spMkLst>
            <pc:docMk/>
            <pc:sldMk cId="1372602714" sldId="2147483612"/>
            <ac:spMk id="46" creationId="{478AA6FE-FCB4-AA1F-BF2B-BDEAEC93D637}"/>
          </ac:spMkLst>
        </pc:spChg>
        <pc:spChg chg="mod ord">
          <ac:chgData name="Diego Riva" userId="4faac86c-5217-460c-b916-7e1e32e464a3" providerId="ADAL" clId="{C59C57F4-D0D8-41A9-AB3D-6F93D29F92D6}" dt="2026-09-18T12:14:09.015" v="10198"/>
          <ac:spMkLst>
            <pc:docMk/>
            <pc:sldMk cId="1372602714" sldId="2147483612"/>
            <ac:spMk id="47" creationId="{ED66F9F6-C132-4249-D01B-C8A7672746CA}"/>
          </ac:spMkLst>
        </pc:spChg>
        <pc:spChg chg="mod ord topLvl">
          <ac:chgData name="Diego Riva" userId="4faac86c-5217-460c-b916-7e1e32e464a3" providerId="ADAL" clId="{C59C57F4-D0D8-41A9-AB3D-6F93D29F92D6}" dt="2026-09-18T12:14:09.015" v="10200"/>
          <ac:spMkLst>
            <pc:docMk/>
            <pc:sldMk cId="1372602714" sldId="2147483612"/>
            <ac:spMk id="48" creationId="{A6528DCB-27F1-9FE6-E838-C6BFB535BC13}"/>
          </ac:spMkLst>
        </pc:spChg>
        <pc:spChg chg="mod ord">
          <ac:chgData name="Diego Riva" userId="4faac86c-5217-460c-b916-7e1e32e464a3" providerId="ADAL" clId="{C59C57F4-D0D8-41A9-AB3D-6F93D29F92D6}" dt="2026-09-18T12:14:09.018" v="10202"/>
          <ac:spMkLst>
            <pc:docMk/>
            <pc:sldMk cId="1372602714" sldId="2147483612"/>
            <ac:spMk id="49" creationId="{EA41BDC9-DEE6-41FF-775F-7D9BA8F49503}"/>
          </ac:spMkLst>
        </pc:spChg>
        <pc:spChg chg="mod ord topLvl">
          <ac:chgData name="Diego Riva" userId="4faac86c-5217-460c-b916-7e1e32e464a3" providerId="ADAL" clId="{C59C57F4-D0D8-41A9-AB3D-6F93D29F92D6}" dt="2026-09-18T12:14:09.019" v="10204"/>
          <ac:spMkLst>
            <pc:docMk/>
            <pc:sldMk cId="1372602714" sldId="2147483612"/>
            <ac:spMk id="50" creationId="{23921E89-6408-B330-5897-4C2365D39C13}"/>
          </ac:spMkLst>
        </pc:spChg>
        <pc:spChg chg="mod ord">
          <ac:chgData name="Diego Riva" userId="4faac86c-5217-460c-b916-7e1e32e464a3" providerId="ADAL" clId="{C59C57F4-D0D8-41A9-AB3D-6F93D29F92D6}" dt="2026-09-18T12:14:09.020" v="10206"/>
          <ac:spMkLst>
            <pc:docMk/>
            <pc:sldMk cId="1372602714" sldId="2147483612"/>
            <ac:spMk id="51" creationId="{19D5CF0E-0F6D-7F2D-12C1-292A41D1582A}"/>
          </ac:spMkLst>
        </pc:spChg>
        <pc:spChg chg="mod ord">
          <ac:chgData name="Diego Riva" userId="4faac86c-5217-460c-b916-7e1e32e464a3" providerId="ADAL" clId="{C59C57F4-D0D8-41A9-AB3D-6F93D29F92D6}" dt="2026-09-18T12:14:09.021" v="10208"/>
          <ac:spMkLst>
            <pc:docMk/>
            <pc:sldMk cId="1372602714" sldId="2147483612"/>
            <ac:spMk id="52" creationId="{C0FF1BCA-BF4D-BB0A-30C1-79D1F6690642}"/>
          </ac:spMkLst>
        </pc:spChg>
        <pc:spChg chg="mod ord">
          <ac:chgData name="Diego Riva" userId="4faac86c-5217-460c-b916-7e1e32e464a3" providerId="ADAL" clId="{C59C57F4-D0D8-41A9-AB3D-6F93D29F92D6}" dt="2026-09-18T12:14:09.022" v="10210"/>
          <ac:spMkLst>
            <pc:docMk/>
            <pc:sldMk cId="1372602714" sldId="2147483612"/>
            <ac:spMk id="53" creationId="{8A100B4F-1787-DA91-F6EC-8B8C01554688}"/>
          </ac:spMkLst>
        </pc:spChg>
        <pc:spChg chg="mod ord topLvl">
          <ac:chgData name="Diego Riva" userId="4faac86c-5217-460c-b916-7e1e32e464a3" providerId="ADAL" clId="{C59C57F4-D0D8-41A9-AB3D-6F93D29F92D6}" dt="2026-09-18T12:15:21.536" v="10313" actId="14100"/>
          <ac:spMkLst>
            <pc:docMk/>
            <pc:sldMk cId="1372602714" sldId="2147483612"/>
            <ac:spMk id="54" creationId="{441622D0-DBB0-90F9-D1C0-3EF03705EB72}"/>
          </ac:spMkLst>
        </pc:spChg>
        <pc:spChg chg="mod ord">
          <ac:chgData name="Diego Riva" userId="4faac86c-5217-460c-b916-7e1e32e464a3" providerId="ADAL" clId="{C59C57F4-D0D8-41A9-AB3D-6F93D29F92D6}" dt="2026-09-18T09:38:57.906" v="5320"/>
          <ac:spMkLst>
            <pc:docMk/>
            <pc:sldMk cId="1372602714" sldId="2147483612"/>
            <ac:spMk id="54" creationId="{E7FA659F-5455-F4F3-6690-EBE4B00462AD}"/>
          </ac:spMkLst>
        </pc:spChg>
        <pc:spChg chg="add mod ord topLvl">
          <ac:chgData name="Diego Riva" userId="4faac86c-5217-460c-b916-7e1e32e464a3" providerId="ADAL" clId="{C59C57F4-D0D8-41A9-AB3D-6F93D29F92D6}" dt="2026-09-18T09:40:38.193" v="5468" actId="14100"/>
          <ac:spMkLst>
            <pc:docMk/>
            <pc:sldMk cId="1372602714" sldId="2147483612"/>
            <ac:spMk id="55" creationId="{5A32AE3A-4200-9C59-34AA-6A78A710B539}"/>
          </ac:spMkLst>
        </pc:spChg>
        <pc:spChg chg="mod">
          <ac:chgData name="Diego Riva" userId="4faac86c-5217-460c-b916-7e1e32e464a3" providerId="ADAL" clId="{C59C57F4-D0D8-41A9-AB3D-6F93D29F92D6}" dt="2026-09-18T12:57:15.292" v="11772"/>
          <ac:spMkLst>
            <pc:docMk/>
            <pc:sldMk cId="1372602714" sldId="2147483612"/>
            <ac:spMk id="55" creationId="{EE3AC795-2646-4B70-4342-63936D3396DB}"/>
          </ac:spMkLst>
        </pc:spChg>
        <pc:spChg chg="add mod ord">
          <ac:chgData name="Diego Riva" userId="4faac86c-5217-460c-b916-7e1e32e464a3" providerId="ADAL" clId="{C59C57F4-D0D8-41A9-AB3D-6F93D29F92D6}" dt="2026-09-18T09:40:57.457" v="5480" actId="1035"/>
          <ac:spMkLst>
            <pc:docMk/>
            <pc:sldMk cId="1372602714" sldId="2147483612"/>
            <ac:spMk id="56" creationId="{5C07171B-D8F7-7357-DBF1-9EEF362CFE8D}"/>
          </ac:spMkLst>
        </pc:spChg>
        <pc:spChg chg="add del mod modVis">
          <ac:chgData name="Diego Riva" userId="4faac86c-5217-460c-b916-7e1e32e464a3" providerId="ADAL" clId="{C59C57F4-D0D8-41A9-AB3D-6F93D29F92D6}" dt="2026-09-18T12:05:02.693" v="9381"/>
          <ac:spMkLst>
            <pc:docMk/>
            <pc:sldMk cId="1372602714" sldId="2147483612"/>
            <ac:spMk id="56" creationId="{6F431AFA-054D-08E2-6B95-16450F966A16}"/>
          </ac:spMkLst>
        </pc:spChg>
        <pc:spChg chg="add mod ord topLvl">
          <ac:chgData name="Diego Riva" userId="4faac86c-5217-460c-b916-7e1e32e464a3" providerId="ADAL" clId="{C59C57F4-D0D8-41A9-AB3D-6F93D29F92D6}" dt="2026-09-18T09:40:38.193" v="5468" actId="14100"/>
          <ac:spMkLst>
            <pc:docMk/>
            <pc:sldMk cId="1372602714" sldId="2147483612"/>
            <ac:spMk id="57" creationId="{9C2A3F6B-64A0-DE05-82CE-720669CA644F}"/>
          </ac:spMkLst>
        </pc:spChg>
        <pc:spChg chg="add mod ord">
          <ac:chgData name="Diego Riva" userId="4faac86c-5217-460c-b916-7e1e32e464a3" providerId="ADAL" clId="{C59C57F4-D0D8-41A9-AB3D-6F93D29F92D6}" dt="2026-09-18T12:52:44.817" v="11689"/>
          <ac:spMkLst>
            <pc:docMk/>
            <pc:sldMk cId="1372602714" sldId="2147483612"/>
            <ac:spMk id="58" creationId="{BD6E3C72-8893-7B39-5813-D808C57F92FF}"/>
          </ac:spMkLst>
        </pc:spChg>
        <pc:spChg chg="add del mod modVis">
          <ac:chgData name="Diego Riva" userId="4faac86c-5217-460c-b916-7e1e32e464a3" providerId="ADAL" clId="{C59C57F4-D0D8-41A9-AB3D-6F93D29F92D6}" dt="2026-09-18T09:38:57.937" v="5394"/>
          <ac:spMkLst>
            <pc:docMk/>
            <pc:sldMk cId="1372602714" sldId="2147483612"/>
            <ac:spMk id="59" creationId="{0C83BCD2-F504-71B4-3B52-C9F0FF8C4D87}"/>
          </ac:spMkLst>
        </pc:spChg>
        <pc:spChg chg="add mod">
          <ac:chgData name="Diego Riva" userId="4faac86c-5217-460c-b916-7e1e32e464a3" providerId="ADAL" clId="{C59C57F4-D0D8-41A9-AB3D-6F93D29F92D6}" dt="2026-09-18T09:42:55.630" v="5541" actId="571"/>
          <ac:spMkLst>
            <pc:docMk/>
            <pc:sldMk cId="1372602714" sldId="2147483612"/>
            <ac:spMk id="59" creationId="{0D71798C-F861-72A3-6899-F43902603BBE}"/>
          </ac:spMkLst>
        </pc:spChg>
        <pc:spChg chg="mod ord topLvl">
          <ac:chgData name="Diego Riva" userId="4faac86c-5217-460c-b916-7e1e32e464a3" providerId="ADAL" clId="{C59C57F4-D0D8-41A9-AB3D-6F93D29F92D6}" dt="2026-09-18T10:29:03.489" v="7846" actId="165"/>
          <ac:spMkLst>
            <pc:docMk/>
            <pc:sldMk cId="1372602714" sldId="2147483612"/>
            <ac:spMk id="59" creationId="{1A12DC0D-76D5-6EB1-694A-7DC0910FE645}"/>
          </ac:spMkLst>
        </pc:spChg>
        <pc:spChg chg="mod ord topLvl">
          <ac:chgData name="Diego Riva" userId="4faac86c-5217-460c-b916-7e1e32e464a3" providerId="ADAL" clId="{C59C57F4-D0D8-41A9-AB3D-6F93D29F92D6}" dt="2026-09-18T12:52:43.169" v="11687"/>
          <ac:spMkLst>
            <pc:docMk/>
            <pc:sldMk cId="1372602714" sldId="2147483612"/>
            <ac:spMk id="59" creationId="{ED996AE2-EA01-2869-B1A5-365E469D4349}"/>
          </ac:spMkLst>
        </pc:spChg>
        <pc:spChg chg="add del mod modVis">
          <ac:chgData name="Diego Riva" userId="4faac86c-5217-460c-b916-7e1e32e464a3" providerId="ADAL" clId="{C59C57F4-D0D8-41A9-AB3D-6F93D29F92D6}" dt="2026-09-18T09:54:52.494" v="6041"/>
          <ac:spMkLst>
            <pc:docMk/>
            <pc:sldMk cId="1372602714" sldId="2147483612"/>
            <ac:spMk id="60" creationId="{F6A4E17A-FDF5-03B1-DDFB-F08836A0F055}"/>
          </ac:spMkLst>
        </pc:spChg>
        <pc:spChg chg="add del mod modVis">
          <ac:chgData name="Diego Riva" userId="4faac86c-5217-460c-b916-7e1e32e464a3" providerId="ADAL" clId="{C59C57F4-D0D8-41A9-AB3D-6F93D29F92D6}" dt="2026-09-18T10:07:39.350" v="6300"/>
          <ac:spMkLst>
            <pc:docMk/>
            <pc:sldMk cId="1372602714" sldId="2147483612"/>
            <ac:spMk id="61" creationId="{73449A2F-0CBC-A4B2-F882-333A2F840017}"/>
          </ac:spMkLst>
        </pc:spChg>
        <pc:spChg chg="mod">
          <ac:chgData name="Diego Riva" userId="4faac86c-5217-460c-b916-7e1e32e464a3" providerId="ADAL" clId="{C59C57F4-D0D8-41A9-AB3D-6F93D29F92D6}" dt="2026-09-18T12:57:19.576" v="11776"/>
          <ac:spMkLst>
            <pc:docMk/>
            <pc:sldMk cId="1372602714" sldId="2147483612"/>
            <ac:spMk id="61" creationId="{80CBC1F8-D911-0640-D400-294281274CDA}"/>
          </ac:spMkLst>
        </pc:spChg>
        <pc:spChg chg="mod ord topLvl">
          <ac:chgData name="Diego Riva" userId="4faac86c-5217-460c-b916-7e1e32e464a3" providerId="ADAL" clId="{C59C57F4-D0D8-41A9-AB3D-6F93D29F92D6}" dt="2026-09-18T10:29:03.489" v="7846" actId="165"/>
          <ac:spMkLst>
            <pc:docMk/>
            <pc:sldMk cId="1372602714" sldId="2147483612"/>
            <ac:spMk id="61" creationId="{E34F1D77-0044-6E47-E3EE-ABE3F9982BB3}"/>
          </ac:spMkLst>
        </pc:spChg>
        <pc:spChg chg="add del mod modVis">
          <ac:chgData name="Diego Riva" userId="4faac86c-5217-460c-b916-7e1e32e464a3" providerId="ADAL" clId="{C59C57F4-D0D8-41A9-AB3D-6F93D29F92D6}" dt="2026-09-18T11:58:15.104" v="8945"/>
          <ac:spMkLst>
            <pc:docMk/>
            <pc:sldMk cId="1372602714" sldId="2147483612"/>
            <ac:spMk id="61" creationId="{F00A3A1E-CD0C-D681-A47F-B39B29C05349}"/>
          </ac:spMkLst>
        </pc:spChg>
        <pc:spChg chg="del">
          <ac:chgData name="Diego Riva" userId="4faac86c-5217-460c-b916-7e1e32e464a3" providerId="ADAL" clId="{C59C57F4-D0D8-41A9-AB3D-6F93D29F92D6}" dt="2026-09-18T12:06:47.302" v="9530" actId="478"/>
          <ac:spMkLst>
            <pc:docMk/>
            <pc:sldMk cId="1372602714" sldId="2147483612"/>
            <ac:spMk id="62" creationId="{C85E25DA-FC5E-D022-214C-250239277AFB}"/>
          </ac:spMkLst>
        </pc:spChg>
        <pc:spChg chg="add del mod modVis">
          <ac:chgData name="Diego Riva" userId="4faac86c-5217-460c-b916-7e1e32e464a3" providerId="ADAL" clId="{C59C57F4-D0D8-41A9-AB3D-6F93D29F92D6}" dt="2026-09-18T10:07:40.323" v="6328"/>
          <ac:spMkLst>
            <pc:docMk/>
            <pc:sldMk cId="1372602714" sldId="2147483612"/>
            <ac:spMk id="62" creationId="{EA668EE7-991D-5E49-4DE0-32E2C8FABCB0}"/>
          </ac:spMkLst>
        </pc:spChg>
        <pc:spChg chg="add del mod">
          <ac:chgData name="Diego Riva" userId="4faac86c-5217-460c-b916-7e1e32e464a3" providerId="ADAL" clId="{C59C57F4-D0D8-41A9-AB3D-6F93D29F92D6}" dt="2026-09-18T12:07:21.804" v="9564" actId="478"/>
          <ac:spMkLst>
            <pc:docMk/>
            <pc:sldMk cId="1372602714" sldId="2147483612"/>
            <ac:spMk id="63" creationId="{8DB5B779-C3E0-3711-2768-000782409FB1}"/>
          </ac:spMkLst>
        </pc:spChg>
        <pc:spChg chg="add del mod">
          <ac:chgData name="Diego Riva" userId="4faac86c-5217-460c-b916-7e1e32e464a3" providerId="ADAL" clId="{C59C57F4-D0D8-41A9-AB3D-6F93D29F92D6}" dt="2026-09-18T12:06:47.302" v="9530" actId="478"/>
          <ac:spMkLst>
            <pc:docMk/>
            <pc:sldMk cId="1372602714" sldId="2147483612"/>
            <ac:spMk id="64" creationId="{45514CDC-EA9D-536A-116B-41BC1CE50D09}"/>
          </ac:spMkLst>
        </pc:spChg>
        <pc:spChg chg="mod">
          <ac:chgData name="Diego Riva" userId="4faac86c-5217-460c-b916-7e1e32e464a3" providerId="ADAL" clId="{C59C57F4-D0D8-41A9-AB3D-6F93D29F92D6}" dt="2026-09-18T12:57:21.422" v="11780"/>
          <ac:spMkLst>
            <pc:docMk/>
            <pc:sldMk cId="1372602714" sldId="2147483612"/>
            <ac:spMk id="64" creationId="{53DD4094-308B-1CDF-23B8-AE58B5C94C17}"/>
          </ac:spMkLst>
        </pc:spChg>
        <pc:spChg chg="add del mod">
          <ac:chgData name="Diego Riva" userId="4faac86c-5217-460c-b916-7e1e32e464a3" providerId="ADAL" clId="{C59C57F4-D0D8-41A9-AB3D-6F93D29F92D6}" dt="2026-09-18T12:07:31.561" v="9586" actId="478"/>
          <ac:spMkLst>
            <pc:docMk/>
            <pc:sldMk cId="1372602714" sldId="2147483612"/>
            <ac:spMk id="65" creationId="{FB7E25CE-8E74-8AC0-4A8B-CE41A373D44B}"/>
          </ac:spMkLst>
        </pc:spChg>
        <pc:spChg chg="add del mod">
          <ac:chgData name="Diego Riva" userId="4faac86c-5217-460c-b916-7e1e32e464a3" providerId="ADAL" clId="{C59C57F4-D0D8-41A9-AB3D-6F93D29F92D6}" dt="2026-09-18T12:06:47.302" v="9530" actId="478"/>
          <ac:spMkLst>
            <pc:docMk/>
            <pc:sldMk cId="1372602714" sldId="2147483612"/>
            <ac:spMk id="66" creationId="{18D24727-831D-E828-F940-806B0660D521}"/>
          </ac:spMkLst>
        </pc:spChg>
        <pc:spChg chg="mod">
          <ac:chgData name="Diego Riva" userId="4faac86c-5217-460c-b916-7e1e32e464a3" providerId="ADAL" clId="{C59C57F4-D0D8-41A9-AB3D-6F93D29F92D6}" dt="2026-09-18T12:57:39.548" v="11804"/>
          <ac:spMkLst>
            <pc:docMk/>
            <pc:sldMk cId="1372602714" sldId="2147483612"/>
            <ac:spMk id="67" creationId="{0C2740DC-6BE3-757D-4D29-F2E100ACD2D3}"/>
          </ac:spMkLst>
        </pc:spChg>
        <pc:spChg chg="del mod">
          <ac:chgData name="Diego Riva" userId="4faac86c-5217-460c-b916-7e1e32e464a3" providerId="ADAL" clId="{C59C57F4-D0D8-41A9-AB3D-6F93D29F92D6}" dt="2026-09-18T12:07:02.426" v="9538" actId="478"/>
          <ac:spMkLst>
            <pc:docMk/>
            <pc:sldMk cId="1372602714" sldId="2147483612"/>
            <ac:spMk id="67" creationId="{66FE1244-D0A3-B082-B78F-79636634EEE2}"/>
          </ac:spMkLst>
        </pc:spChg>
        <pc:spChg chg="add del mod">
          <ac:chgData name="Diego Riva" userId="4faac86c-5217-460c-b916-7e1e32e464a3" providerId="ADAL" clId="{C59C57F4-D0D8-41A9-AB3D-6F93D29F92D6}" dt="2026-09-18T12:07:02.426" v="9538" actId="478"/>
          <ac:spMkLst>
            <pc:docMk/>
            <pc:sldMk cId="1372602714" sldId="2147483612"/>
            <ac:spMk id="68" creationId="{6D1F2CA5-6F35-50D4-791A-F8BA369FDC3A}"/>
          </ac:spMkLst>
        </pc:spChg>
        <pc:spChg chg="mod ord topLvl">
          <ac:chgData name="Diego Riva" userId="4faac86c-5217-460c-b916-7e1e32e464a3" providerId="ADAL" clId="{C59C57F4-D0D8-41A9-AB3D-6F93D29F92D6}" dt="2026-09-18T12:14:28.926" v="10265"/>
          <ac:spMkLst>
            <pc:docMk/>
            <pc:sldMk cId="1372602714" sldId="2147483612"/>
            <ac:spMk id="69" creationId="{18A646C0-589F-4232-0EFB-3194C762BF5A}"/>
          </ac:spMkLst>
        </pc:spChg>
        <pc:spChg chg="mod ord">
          <ac:chgData name="Diego Riva" userId="4faac86c-5217-460c-b916-7e1e32e464a3" providerId="ADAL" clId="{C59C57F4-D0D8-41A9-AB3D-6F93D29F92D6}" dt="2026-09-18T12:15:21.536" v="10313" actId="14100"/>
          <ac:spMkLst>
            <pc:docMk/>
            <pc:sldMk cId="1372602714" sldId="2147483612"/>
            <ac:spMk id="70" creationId="{80FE1104-B7FA-5FCC-9CD5-BAAB0E286AA9}"/>
          </ac:spMkLst>
        </pc:spChg>
        <pc:spChg chg="mod ord">
          <ac:chgData name="Diego Riva" userId="4faac86c-5217-460c-b916-7e1e32e464a3" providerId="ADAL" clId="{C59C57F4-D0D8-41A9-AB3D-6F93D29F92D6}" dt="2026-09-18T12:24:34.418" v="10422"/>
          <ac:spMkLst>
            <pc:docMk/>
            <pc:sldMk cId="1372602714" sldId="2147483612"/>
            <ac:spMk id="71" creationId="{4E5023CC-EF27-8D03-80DF-E8B9DD42D6F4}"/>
          </ac:spMkLst>
        </pc:spChg>
        <pc:spChg chg="mod ord topLvl">
          <ac:chgData name="Diego Riva" userId="4faac86c-5217-460c-b916-7e1e32e464a3" providerId="ADAL" clId="{C59C57F4-D0D8-41A9-AB3D-6F93D29F92D6}" dt="2026-09-18T12:14:38.010" v="10287"/>
          <ac:spMkLst>
            <pc:docMk/>
            <pc:sldMk cId="1372602714" sldId="2147483612"/>
            <ac:spMk id="72" creationId="{4A0512E9-5C4A-F4AE-CA51-754FAAE18F63}"/>
          </ac:spMkLst>
        </pc:spChg>
        <pc:spChg chg="mod ord topLvl">
          <ac:chgData name="Diego Riva" userId="4faac86c-5217-460c-b916-7e1e32e464a3" providerId="ADAL" clId="{C59C57F4-D0D8-41A9-AB3D-6F93D29F92D6}" dt="2026-09-18T12:14:08.989" v="10144"/>
          <ac:spMkLst>
            <pc:docMk/>
            <pc:sldMk cId="1372602714" sldId="2147483612"/>
            <ac:spMk id="73" creationId="{0F5566F1-D398-B5C5-E785-195BF907D21B}"/>
          </ac:spMkLst>
        </pc:spChg>
        <pc:spChg chg="mod ord topLvl">
          <ac:chgData name="Diego Riva" userId="4faac86c-5217-460c-b916-7e1e32e464a3" providerId="ADAL" clId="{C59C57F4-D0D8-41A9-AB3D-6F93D29F92D6}" dt="2026-09-18T12:14:08.990" v="10146"/>
          <ac:spMkLst>
            <pc:docMk/>
            <pc:sldMk cId="1372602714" sldId="2147483612"/>
            <ac:spMk id="74" creationId="{BD8C5E6F-FE63-687F-27C0-6FBDCBC8334E}"/>
          </ac:spMkLst>
        </pc:spChg>
        <pc:spChg chg="mod ord topLvl">
          <ac:chgData name="Diego Riva" userId="4faac86c-5217-460c-b916-7e1e32e464a3" providerId="ADAL" clId="{C59C57F4-D0D8-41A9-AB3D-6F93D29F92D6}" dt="2026-09-18T12:14:08.991" v="10148"/>
          <ac:spMkLst>
            <pc:docMk/>
            <pc:sldMk cId="1372602714" sldId="2147483612"/>
            <ac:spMk id="75" creationId="{0B555882-160D-3AA4-806E-734A7890A16D}"/>
          </ac:spMkLst>
        </pc:spChg>
        <pc:spChg chg="mod ord topLvl">
          <ac:chgData name="Diego Riva" userId="4faac86c-5217-460c-b916-7e1e32e464a3" providerId="ADAL" clId="{C59C57F4-D0D8-41A9-AB3D-6F93D29F92D6}" dt="2026-09-18T12:14:08.992" v="10150"/>
          <ac:spMkLst>
            <pc:docMk/>
            <pc:sldMk cId="1372602714" sldId="2147483612"/>
            <ac:spMk id="76" creationId="{06928DF5-03C7-E23B-E70C-4E560B42FAAE}"/>
          </ac:spMkLst>
        </pc:spChg>
        <pc:spChg chg="mod ord topLvl">
          <ac:chgData name="Diego Riva" userId="4faac86c-5217-460c-b916-7e1e32e464a3" providerId="ADAL" clId="{C59C57F4-D0D8-41A9-AB3D-6F93D29F92D6}" dt="2026-09-18T12:14:08.993" v="10152"/>
          <ac:spMkLst>
            <pc:docMk/>
            <pc:sldMk cId="1372602714" sldId="2147483612"/>
            <ac:spMk id="77" creationId="{B3E49855-263E-D8BF-B533-50C39FB1813B}"/>
          </ac:spMkLst>
        </pc:spChg>
        <pc:spChg chg="add del mod">
          <ac:chgData name="Diego Riva" userId="4faac86c-5217-460c-b916-7e1e32e464a3" providerId="ADAL" clId="{C59C57F4-D0D8-41A9-AB3D-6F93D29F92D6}" dt="2026-09-18T12:06:47.302" v="9530" actId="478"/>
          <ac:spMkLst>
            <pc:docMk/>
            <pc:sldMk cId="1372602714" sldId="2147483612"/>
            <ac:spMk id="78" creationId="{9E2902DA-276E-856A-F90D-BAFAD7A8C413}"/>
          </ac:spMkLst>
        </pc:spChg>
        <pc:spChg chg="del">
          <ac:chgData name="Diego Riva" userId="4faac86c-5217-460c-b916-7e1e32e464a3" providerId="ADAL" clId="{C59C57F4-D0D8-41A9-AB3D-6F93D29F92D6}" dt="2026-09-18T12:04:07.957" v="9220" actId="478"/>
          <ac:spMkLst>
            <pc:docMk/>
            <pc:sldMk cId="1372602714" sldId="2147483612"/>
            <ac:spMk id="79" creationId="{3A0182DC-B8C9-72DF-D198-D5194E16CC93}"/>
          </ac:spMkLst>
        </pc:spChg>
        <pc:spChg chg="mod">
          <ac:chgData name="Diego Riva" userId="4faac86c-5217-460c-b916-7e1e32e464a3" providerId="ADAL" clId="{C59C57F4-D0D8-41A9-AB3D-6F93D29F92D6}" dt="2026-09-18T12:57:55.613" v="11828"/>
          <ac:spMkLst>
            <pc:docMk/>
            <pc:sldMk cId="1372602714" sldId="2147483612"/>
            <ac:spMk id="79" creationId="{519F3D5F-6630-DBE6-0312-586E4CD06AA4}"/>
          </ac:spMkLst>
        </pc:spChg>
        <pc:spChg chg="mod ord topLvl">
          <ac:chgData name="Diego Riva" userId="4faac86c-5217-460c-b916-7e1e32e464a3" providerId="ADAL" clId="{C59C57F4-D0D8-41A9-AB3D-6F93D29F92D6}" dt="2026-09-18T12:14:18.714" v="10256"/>
          <ac:spMkLst>
            <pc:docMk/>
            <pc:sldMk cId="1372602714" sldId="2147483612"/>
            <ac:spMk id="80" creationId="{3A3055AB-95BC-6982-A86B-B2B94A0B848E}"/>
          </ac:spMkLst>
        </pc:spChg>
        <pc:spChg chg="mod ord topLvl">
          <ac:chgData name="Diego Riva" userId="4faac86c-5217-460c-b916-7e1e32e464a3" providerId="ADAL" clId="{C59C57F4-D0D8-41A9-AB3D-6F93D29F92D6}" dt="2026-09-18T12:14:08.994" v="10154"/>
          <ac:spMkLst>
            <pc:docMk/>
            <pc:sldMk cId="1372602714" sldId="2147483612"/>
            <ac:spMk id="81" creationId="{E40381AA-71D8-6A6A-718F-7B226B005878}"/>
          </ac:spMkLst>
        </pc:spChg>
        <pc:spChg chg="mod ord">
          <ac:chgData name="Diego Riva" userId="4faac86c-5217-460c-b916-7e1e32e464a3" providerId="ADAL" clId="{C59C57F4-D0D8-41A9-AB3D-6F93D29F92D6}" dt="2026-09-18T12:14:08.995" v="10156"/>
          <ac:spMkLst>
            <pc:docMk/>
            <pc:sldMk cId="1372602714" sldId="2147483612"/>
            <ac:spMk id="82" creationId="{A6DA7603-E974-E0F0-DB64-772B3D89A7BC}"/>
          </ac:spMkLst>
        </pc:spChg>
        <pc:spChg chg="mod ord topLvl">
          <ac:chgData name="Diego Riva" userId="4faac86c-5217-460c-b916-7e1e32e464a3" providerId="ADAL" clId="{C59C57F4-D0D8-41A9-AB3D-6F93D29F92D6}" dt="2026-09-18T12:14:08.998" v="10160"/>
          <ac:spMkLst>
            <pc:docMk/>
            <pc:sldMk cId="1372602714" sldId="2147483612"/>
            <ac:spMk id="83" creationId="{4DA70A5B-586C-3728-F935-C02E8AA9DE55}"/>
          </ac:spMkLst>
        </pc:spChg>
        <pc:spChg chg="mod ord topLvl">
          <ac:chgData name="Diego Riva" userId="4faac86c-5217-460c-b916-7e1e32e464a3" providerId="ADAL" clId="{C59C57F4-D0D8-41A9-AB3D-6F93D29F92D6}" dt="2026-09-18T12:14:18.715" v="10258"/>
          <ac:spMkLst>
            <pc:docMk/>
            <pc:sldMk cId="1372602714" sldId="2147483612"/>
            <ac:spMk id="84" creationId="{D95BC7B4-6CB7-25A7-D845-30E9867377A1}"/>
          </ac:spMkLst>
        </pc:spChg>
        <pc:spChg chg="mod ord topLvl">
          <ac:chgData name="Diego Riva" userId="4faac86c-5217-460c-b916-7e1e32e464a3" providerId="ADAL" clId="{C59C57F4-D0D8-41A9-AB3D-6F93D29F92D6}" dt="2026-09-18T12:14:18.716" v="10260"/>
          <ac:spMkLst>
            <pc:docMk/>
            <pc:sldMk cId="1372602714" sldId="2147483612"/>
            <ac:spMk id="85" creationId="{D754D2DB-D38F-F6EC-8F24-D52AB8D778D0}"/>
          </ac:spMkLst>
        </pc:spChg>
        <pc:spChg chg="mod ord">
          <ac:chgData name="Diego Riva" userId="4faac86c-5217-460c-b916-7e1e32e464a3" providerId="ADAL" clId="{C59C57F4-D0D8-41A9-AB3D-6F93D29F92D6}" dt="2026-09-18T12:14:18.717" v="10262"/>
          <ac:spMkLst>
            <pc:docMk/>
            <pc:sldMk cId="1372602714" sldId="2147483612"/>
            <ac:spMk id="86" creationId="{F7D68595-A8BF-5663-E9A4-412B9B90167C}"/>
          </ac:spMkLst>
        </pc:spChg>
        <pc:spChg chg="add del mod">
          <ac:chgData name="Diego Riva" userId="4faac86c-5217-460c-b916-7e1e32e464a3" providerId="ADAL" clId="{C59C57F4-D0D8-41A9-AB3D-6F93D29F92D6}" dt="2026-09-18T12:07:21.804" v="9564" actId="478"/>
          <ac:spMkLst>
            <pc:docMk/>
            <pc:sldMk cId="1372602714" sldId="2147483612"/>
            <ac:spMk id="87" creationId="{ED28961C-A889-6819-F1AC-F090AFA7E8D8}"/>
          </ac:spMkLst>
        </pc:spChg>
        <pc:spChg chg="del">
          <ac:chgData name="Diego Riva" userId="4faac86c-5217-460c-b916-7e1e32e464a3" providerId="ADAL" clId="{C59C57F4-D0D8-41A9-AB3D-6F93D29F92D6}" dt="2026-09-18T12:04:07.957" v="9220" actId="478"/>
          <ac:spMkLst>
            <pc:docMk/>
            <pc:sldMk cId="1372602714" sldId="2147483612"/>
            <ac:spMk id="88" creationId="{3606AA82-E16C-44F2-7176-55E86F5E27C4}"/>
          </ac:spMkLst>
        </pc:spChg>
        <pc:spChg chg="mod">
          <ac:chgData name="Diego Riva" userId="4faac86c-5217-460c-b916-7e1e32e464a3" providerId="ADAL" clId="{C59C57F4-D0D8-41A9-AB3D-6F93D29F92D6}" dt="2026-09-18T12:57:57.957" v="11832"/>
          <ac:spMkLst>
            <pc:docMk/>
            <pc:sldMk cId="1372602714" sldId="2147483612"/>
            <ac:spMk id="89" creationId="{0E13A230-A43E-3D9A-A970-4B40C4399695}"/>
          </ac:spMkLst>
        </pc:spChg>
        <pc:spChg chg="del mod">
          <ac:chgData name="Diego Riva" userId="4faac86c-5217-460c-b916-7e1e32e464a3" providerId="ADAL" clId="{C59C57F4-D0D8-41A9-AB3D-6F93D29F92D6}" dt="2026-09-18T12:07:31.561" v="9586" actId="478"/>
          <ac:spMkLst>
            <pc:docMk/>
            <pc:sldMk cId="1372602714" sldId="2147483612"/>
            <ac:spMk id="89" creationId="{4A1B1269-DD56-61CC-544B-71DA4B646DA4}"/>
          </ac:spMkLst>
        </pc:spChg>
        <pc:spChg chg="mod ord">
          <ac:chgData name="Diego Riva" userId="4faac86c-5217-460c-b916-7e1e32e464a3" providerId="ADAL" clId="{C59C57F4-D0D8-41A9-AB3D-6F93D29F92D6}" dt="2026-09-18T12:52:59.232" v="11702" actId="1038"/>
          <ac:spMkLst>
            <pc:docMk/>
            <pc:sldMk cId="1372602714" sldId="2147483612"/>
            <ac:spMk id="90" creationId="{A2453CA3-D3A8-5183-A40C-9720D69C5B99}"/>
          </ac:spMkLst>
        </pc:spChg>
        <pc:spChg chg="mod ord topLvl">
          <ac:chgData name="Diego Riva" userId="4faac86c-5217-460c-b916-7e1e32e464a3" providerId="ADAL" clId="{C59C57F4-D0D8-41A9-AB3D-6F93D29F92D6}" dt="2026-09-18T12:52:59.232" v="11702" actId="1038"/>
          <ac:spMkLst>
            <pc:docMk/>
            <pc:sldMk cId="1372602714" sldId="2147483612"/>
            <ac:spMk id="91" creationId="{ECFEE611-07AE-9A5F-3C59-DB1AFFCB7124}"/>
          </ac:spMkLst>
        </pc:spChg>
        <pc:spChg chg="del">
          <ac:chgData name="Diego Riva" userId="4faac86c-5217-460c-b916-7e1e32e464a3" providerId="ADAL" clId="{C59C57F4-D0D8-41A9-AB3D-6F93D29F92D6}" dt="2026-09-18T12:04:07.957" v="9220" actId="478"/>
          <ac:spMkLst>
            <pc:docMk/>
            <pc:sldMk cId="1372602714" sldId="2147483612"/>
            <ac:spMk id="92" creationId="{9A9995CB-DAE5-8F30-AE61-C5E1517B6A27}"/>
          </ac:spMkLst>
        </pc:spChg>
        <pc:spChg chg="del mod ord">
          <ac:chgData name="Diego Riva" userId="4faac86c-5217-460c-b916-7e1e32e464a3" providerId="ADAL" clId="{C59C57F4-D0D8-41A9-AB3D-6F93D29F92D6}" dt="2026-09-18T11:24:28.537" v="8151" actId="478"/>
          <ac:spMkLst>
            <pc:docMk/>
            <pc:sldMk cId="1372602714" sldId="2147483612"/>
            <ac:spMk id="92" creationId="{B92552DF-EB8E-ADC0-915E-FDD2D142BF87}"/>
          </ac:spMkLst>
        </pc:spChg>
        <pc:spChg chg="del mod">
          <ac:chgData name="Diego Riva" userId="4faac86c-5217-460c-b916-7e1e32e464a3" providerId="ADAL" clId="{C59C57F4-D0D8-41A9-AB3D-6F93D29F92D6}" dt="2026-09-18T12:06:27.654" v="9529" actId="478"/>
          <ac:spMkLst>
            <pc:docMk/>
            <pc:sldMk cId="1372602714" sldId="2147483612"/>
            <ac:spMk id="93" creationId="{CB1A78F6-0ED8-9211-506E-0B164015533A}"/>
          </ac:spMkLst>
        </pc:spChg>
        <pc:spChg chg="mod">
          <ac:chgData name="Diego Riva" userId="4faac86c-5217-460c-b916-7e1e32e464a3" providerId="ADAL" clId="{C59C57F4-D0D8-41A9-AB3D-6F93D29F92D6}" dt="2026-09-18T12:58:11.595" v="11852"/>
          <ac:spMkLst>
            <pc:docMk/>
            <pc:sldMk cId="1372602714" sldId="2147483612"/>
            <ac:spMk id="94" creationId="{6E15F1A0-B710-48B1-EB28-D734B4A3AD55}"/>
          </ac:spMkLst>
        </pc:spChg>
        <pc:spChg chg="del">
          <ac:chgData name="Diego Riva" userId="4faac86c-5217-460c-b916-7e1e32e464a3" providerId="ADAL" clId="{C59C57F4-D0D8-41A9-AB3D-6F93D29F92D6}" dt="2026-09-18T12:04:07.957" v="9220" actId="478"/>
          <ac:spMkLst>
            <pc:docMk/>
            <pc:sldMk cId="1372602714" sldId="2147483612"/>
            <ac:spMk id="94" creationId="{A40E67C0-4ECC-8E36-642C-2CCF64F39663}"/>
          </ac:spMkLst>
        </pc:spChg>
        <pc:spChg chg="mod ord">
          <ac:chgData name="Diego Riva" userId="4faac86c-5217-460c-b916-7e1e32e464a3" providerId="ADAL" clId="{C59C57F4-D0D8-41A9-AB3D-6F93D29F92D6}" dt="2026-09-18T12:25:01.067" v="10454" actId="208"/>
          <ac:spMkLst>
            <pc:docMk/>
            <pc:sldMk cId="1372602714" sldId="2147483612"/>
            <ac:spMk id="95" creationId="{1A12DC0D-76D5-6EB1-694A-7DC0910FE645}"/>
          </ac:spMkLst>
        </pc:spChg>
        <pc:spChg chg="del">
          <ac:chgData name="Diego Riva" userId="4faac86c-5217-460c-b916-7e1e32e464a3" providerId="ADAL" clId="{C59C57F4-D0D8-41A9-AB3D-6F93D29F92D6}" dt="2026-09-18T12:06:27.654" v="9529" actId="478"/>
          <ac:spMkLst>
            <pc:docMk/>
            <pc:sldMk cId="1372602714" sldId="2147483612"/>
            <ac:spMk id="96" creationId="{B5377537-2713-66ED-928C-56018F4BC2C9}"/>
          </ac:spMkLst>
        </pc:spChg>
        <pc:spChg chg="mod ord">
          <ac:chgData name="Diego Riva" userId="4faac86c-5217-460c-b916-7e1e32e464a3" providerId="ADAL" clId="{C59C57F4-D0D8-41A9-AB3D-6F93D29F92D6}" dt="2026-09-18T12:14:08.965" v="10112"/>
          <ac:spMkLst>
            <pc:docMk/>
            <pc:sldMk cId="1372602714" sldId="2147483612"/>
            <ac:spMk id="97" creationId="{E34F1D77-0044-6E47-E3EE-ABE3F9982BB3}"/>
          </ac:spMkLst>
        </pc:spChg>
        <pc:spChg chg="del">
          <ac:chgData name="Diego Riva" userId="4faac86c-5217-460c-b916-7e1e32e464a3" providerId="ADAL" clId="{C59C57F4-D0D8-41A9-AB3D-6F93D29F92D6}" dt="2026-09-18T12:04:07.957" v="9220" actId="478"/>
          <ac:spMkLst>
            <pc:docMk/>
            <pc:sldMk cId="1372602714" sldId="2147483612"/>
            <ac:spMk id="99" creationId="{5911ADF0-A5FD-9549-FF38-1ABA881CB348}"/>
          </ac:spMkLst>
        </pc:spChg>
        <pc:spChg chg="mod">
          <ac:chgData name="Diego Riva" userId="4faac86c-5217-460c-b916-7e1e32e464a3" providerId="ADAL" clId="{C59C57F4-D0D8-41A9-AB3D-6F93D29F92D6}" dt="2026-09-18T12:58:13.516" v="11856"/>
          <ac:spMkLst>
            <pc:docMk/>
            <pc:sldMk cId="1372602714" sldId="2147483612"/>
            <ac:spMk id="100" creationId="{F328C36A-9C1B-8FCB-CD35-DB96A604D7AD}"/>
          </ac:spMkLst>
        </pc:spChg>
        <pc:spChg chg="mod ord">
          <ac:chgData name="Diego Riva" userId="4faac86c-5217-460c-b916-7e1e32e464a3" providerId="ADAL" clId="{C59C57F4-D0D8-41A9-AB3D-6F93D29F92D6}" dt="2026-09-18T12:15:21.536" v="10313" actId="14100"/>
          <ac:spMkLst>
            <pc:docMk/>
            <pc:sldMk cId="1372602714" sldId="2147483612"/>
            <ac:spMk id="103" creationId="{D09BD717-2690-E4F4-FA63-E33C64C038FF}"/>
          </ac:spMkLst>
        </pc:spChg>
        <pc:spChg chg="mod ord">
          <ac:chgData name="Diego Riva" userId="4faac86c-5217-460c-b916-7e1e32e464a3" providerId="ADAL" clId="{C59C57F4-D0D8-41A9-AB3D-6F93D29F92D6}" dt="2026-09-18T12:15:21.536" v="10313" actId="14100"/>
          <ac:spMkLst>
            <pc:docMk/>
            <pc:sldMk cId="1372602714" sldId="2147483612"/>
            <ac:spMk id="104" creationId="{1A137C91-1E6F-298F-A24E-C914FA82661F}"/>
          </ac:spMkLst>
        </pc:spChg>
        <pc:spChg chg="mod">
          <ac:chgData name="Diego Riva" userId="4faac86c-5217-460c-b916-7e1e32e464a3" providerId="ADAL" clId="{C59C57F4-D0D8-41A9-AB3D-6F93D29F92D6}" dt="2026-09-18T12:57:51.265" v="11820"/>
          <ac:spMkLst>
            <pc:docMk/>
            <pc:sldMk cId="1372602714" sldId="2147483612"/>
            <ac:spMk id="105" creationId="{60198242-CC9A-C149-D8C1-E91BEA0B8EF8}"/>
          </ac:spMkLst>
        </pc:spChg>
        <pc:spChg chg="mod">
          <ac:chgData name="Diego Riva" userId="4faac86c-5217-460c-b916-7e1e32e464a3" providerId="ADAL" clId="{C59C57F4-D0D8-41A9-AB3D-6F93D29F92D6}" dt="2026-09-18T12:06:18.846" v="9527"/>
          <ac:spMkLst>
            <pc:docMk/>
            <pc:sldMk cId="1372602714" sldId="2147483612"/>
            <ac:spMk id="106" creationId="{1329BA04-5E48-9C65-C1E8-F79C90A73FAA}"/>
          </ac:spMkLst>
        </pc:spChg>
        <pc:spChg chg="mod ord">
          <ac:chgData name="Diego Riva" userId="4faac86c-5217-460c-b916-7e1e32e464a3" providerId="ADAL" clId="{C59C57F4-D0D8-41A9-AB3D-6F93D29F92D6}" dt="2026-09-18T12:14:09.026" v="10214"/>
          <ac:spMkLst>
            <pc:docMk/>
            <pc:sldMk cId="1372602714" sldId="2147483612"/>
            <ac:spMk id="107" creationId="{C3FE7C18-FAE2-E38A-B7F5-A4DFA6342CCB}"/>
          </ac:spMkLst>
        </pc:spChg>
        <pc:spChg chg="mod ord">
          <ac:chgData name="Diego Riva" userId="4faac86c-5217-460c-b916-7e1e32e464a3" providerId="ADAL" clId="{C59C57F4-D0D8-41A9-AB3D-6F93D29F92D6}" dt="2026-09-18T12:15:21.536" v="10313" actId="14100"/>
          <ac:spMkLst>
            <pc:docMk/>
            <pc:sldMk cId="1372602714" sldId="2147483612"/>
            <ac:spMk id="109" creationId="{51686E86-02CD-0289-BF20-72B1CD70E71D}"/>
          </ac:spMkLst>
        </pc:spChg>
        <pc:spChg chg="mod">
          <ac:chgData name="Diego Riva" userId="4faac86c-5217-460c-b916-7e1e32e464a3" providerId="ADAL" clId="{C59C57F4-D0D8-41A9-AB3D-6F93D29F92D6}" dt="2026-09-18T12:57:41.683" v="11808"/>
          <ac:spMkLst>
            <pc:docMk/>
            <pc:sldMk cId="1372602714" sldId="2147483612"/>
            <ac:spMk id="110" creationId="{4F1841D2-2932-E358-E136-7C0EE8327F5B}"/>
          </ac:spMkLst>
        </pc:spChg>
        <pc:spChg chg="mod ord">
          <ac:chgData name="Diego Riva" userId="4faac86c-5217-460c-b916-7e1e32e464a3" providerId="ADAL" clId="{C59C57F4-D0D8-41A9-AB3D-6F93D29F92D6}" dt="2026-09-18T12:15:21.536" v="10313" actId="14100"/>
          <ac:spMkLst>
            <pc:docMk/>
            <pc:sldMk cId="1372602714" sldId="2147483612"/>
            <ac:spMk id="113" creationId="{D2F00A73-2623-7619-9374-6662AFDBBC47}"/>
          </ac:spMkLst>
        </pc:spChg>
        <pc:spChg chg="mod">
          <ac:chgData name="Diego Riva" userId="4faac86c-5217-460c-b916-7e1e32e464a3" providerId="ADAL" clId="{C59C57F4-D0D8-41A9-AB3D-6F93D29F92D6}" dt="2026-09-18T12:57:45.557" v="11812"/>
          <ac:spMkLst>
            <pc:docMk/>
            <pc:sldMk cId="1372602714" sldId="2147483612"/>
            <ac:spMk id="114" creationId="{232B8BF0-B060-6189-A9A6-EC3E5D56DE2B}"/>
          </ac:spMkLst>
        </pc:spChg>
        <pc:spChg chg="mod">
          <ac:chgData name="Diego Riva" userId="4faac86c-5217-460c-b916-7e1e32e464a3" providerId="ADAL" clId="{C59C57F4-D0D8-41A9-AB3D-6F93D29F92D6}" dt="2026-09-18T12:06:18.846" v="9527"/>
          <ac:spMkLst>
            <pc:docMk/>
            <pc:sldMk cId="1372602714" sldId="2147483612"/>
            <ac:spMk id="115" creationId="{B01E5572-2710-AED0-9350-D9469057EBEC}"/>
          </ac:spMkLst>
        </pc:spChg>
        <pc:spChg chg="mod ord">
          <ac:chgData name="Diego Riva" userId="4faac86c-5217-460c-b916-7e1e32e464a3" providerId="ADAL" clId="{C59C57F4-D0D8-41A9-AB3D-6F93D29F92D6}" dt="2026-09-18T12:14:38.012" v="10289"/>
          <ac:spMkLst>
            <pc:docMk/>
            <pc:sldMk cId="1372602714" sldId="2147483612"/>
            <ac:spMk id="116" creationId="{4FECEAE7-C08D-A39F-7824-91A0F3081671}"/>
          </ac:spMkLst>
        </pc:spChg>
        <pc:spChg chg="mod">
          <ac:chgData name="Diego Riva" userId="4faac86c-5217-460c-b916-7e1e32e464a3" providerId="ADAL" clId="{C59C57F4-D0D8-41A9-AB3D-6F93D29F92D6}" dt="2026-09-18T12:58:09.565" v="11848"/>
          <ac:spMkLst>
            <pc:docMk/>
            <pc:sldMk cId="1372602714" sldId="2147483612"/>
            <ac:spMk id="118" creationId="{B4569FD7-68B4-6D0A-305B-57EAF74DA1AD}"/>
          </ac:spMkLst>
        </pc:spChg>
        <pc:spChg chg="mod">
          <ac:chgData name="Diego Riva" userId="4faac86c-5217-460c-b916-7e1e32e464a3" providerId="ADAL" clId="{C59C57F4-D0D8-41A9-AB3D-6F93D29F92D6}" dt="2026-09-18T12:57:23.523" v="11784"/>
          <ac:spMkLst>
            <pc:docMk/>
            <pc:sldMk cId="1372602714" sldId="2147483612"/>
            <ac:spMk id="121" creationId="{D2F7B738-0FAC-94D9-8653-FA6560207CAB}"/>
          </ac:spMkLst>
        </pc:spChg>
        <pc:spChg chg="mod">
          <ac:chgData name="Diego Riva" userId="4faac86c-5217-460c-b916-7e1e32e464a3" providerId="ADAL" clId="{C59C57F4-D0D8-41A9-AB3D-6F93D29F92D6}" dt="2026-09-18T12:06:18.846" v="9527"/>
          <ac:spMkLst>
            <pc:docMk/>
            <pc:sldMk cId="1372602714" sldId="2147483612"/>
            <ac:spMk id="122" creationId="{B6AF3F71-CA97-F663-4C8A-34AEB5BD4A48}"/>
          </ac:spMkLst>
        </pc:spChg>
        <pc:spChg chg="add mod ord">
          <ac:chgData name="Diego Riva" userId="4faac86c-5217-460c-b916-7e1e32e464a3" providerId="ADAL" clId="{C59C57F4-D0D8-41A9-AB3D-6F93D29F92D6}" dt="2026-09-18T12:15:21.536" v="10313" actId="14100"/>
          <ac:spMkLst>
            <pc:docMk/>
            <pc:sldMk cId="1372602714" sldId="2147483612"/>
            <ac:spMk id="124" creationId="{79743EB2-3EB9-E835-898D-A01D3E1A50A1}"/>
          </ac:spMkLst>
        </pc:spChg>
        <pc:spChg chg="add mod ord">
          <ac:chgData name="Diego Riva" userId="4faac86c-5217-460c-b916-7e1e32e464a3" providerId="ADAL" clId="{C59C57F4-D0D8-41A9-AB3D-6F93D29F92D6}" dt="2026-09-18T12:15:35.630" v="10315" actId="20577"/>
          <ac:spMkLst>
            <pc:docMk/>
            <pc:sldMk cId="1372602714" sldId="2147483612"/>
            <ac:spMk id="125" creationId="{EFCFAE3B-9FFA-247C-FD9F-CCABFE94EC51}"/>
          </ac:spMkLst>
        </pc:spChg>
        <pc:spChg chg="add mod ord">
          <ac:chgData name="Diego Riva" userId="4faac86c-5217-460c-b916-7e1e32e464a3" providerId="ADAL" clId="{C59C57F4-D0D8-41A9-AB3D-6F93D29F92D6}" dt="2026-09-18T12:15:21.536" v="10313" actId="14100"/>
          <ac:spMkLst>
            <pc:docMk/>
            <pc:sldMk cId="1372602714" sldId="2147483612"/>
            <ac:spMk id="126" creationId="{47A6B1EE-F92B-CBC8-9531-D6443730EFBE}"/>
          </ac:spMkLst>
        </pc:spChg>
        <pc:spChg chg="mod">
          <ac:chgData name="Diego Riva" userId="4faac86c-5217-460c-b916-7e1e32e464a3" providerId="ADAL" clId="{C59C57F4-D0D8-41A9-AB3D-6F93D29F92D6}" dt="2026-09-18T12:57:25.507" v="11788"/>
          <ac:spMkLst>
            <pc:docMk/>
            <pc:sldMk cId="1372602714" sldId="2147483612"/>
            <ac:spMk id="127" creationId="{068BCE32-CA90-0CDA-89C7-7EDF55B8A6E9}"/>
          </ac:spMkLst>
        </pc:spChg>
        <pc:spChg chg="mod">
          <ac:chgData name="Diego Riva" userId="4faac86c-5217-460c-b916-7e1e32e464a3" providerId="ADAL" clId="{C59C57F4-D0D8-41A9-AB3D-6F93D29F92D6}" dt="2026-09-18T12:57:27.765" v="11792"/>
          <ac:spMkLst>
            <pc:docMk/>
            <pc:sldMk cId="1372602714" sldId="2147483612"/>
            <ac:spMk id="134" creationId="{D0A1171E-B5A9-3844-4855-152A984B49D9}"/>
          </ac:spMkLst>
        </pc:spChg>
        <pc:spChg chg="mod">
          <ac:chgData name="Diego Riva" userId="4faac86c-5217-460c-b916-7e1e32e464a3" providerId="ADAL" clId="{C59C57F4-D0D8-41A9-AB3D-6F93D29F92D6}" dt="2026-09-18T12:57:34.701" v="11796"/>
          <ac:spMkLst>
            <pc:docMk/>
            <pc:sldMk cId="1372602714" sldId="2147483612"/>
            <ac:spMk id="138" creationId="{0CA5C07E-2129-A8EE-7726-D9D2067A29F4}"/>
          </ac:spMkLst>
        </pc:spChg>
        <pc:spChg chg="mod">
          <ac:chgData name="Diego Riva" userId="4faac86c-5217-460c-b916-7e1e32e464a3" providerId="ADAL" clId="{C59C57F4-D0D8-41A9-AB3D-6F93D29F92D6}" dt="2026-09-18T12:57:37.536" v="11800"/>
          <ac:spMkLst>
            <pc:docMk/>
            <pc:sldMk cId="1372602714" sldId="2147483612"/>
            <ac:spMk id="141" creationId="{C69025CB-A7C9-554C-B724-85A2EB920B20}"/>
          </ac:spMkLst>
        </pc:spChg>
        <pc:spChg chg="mod">
          <ac:chgData name="Diego Riva" userId="4faac86c-5217-460c-b916-7e1e32e464a3" providerId="ADAL" clId="{C59C57F4-D0D8-41A9-AB3D-6F93D29F92D6}" dt="2026-09-18T12:57:53.634" v="11824"/>
          <ac:spMkLst>
            <pc:docMk/>
            <pc:sldMk cId="1372602714" sldId="2147483612"/>
            <ac:spMk id="144" creationId="{A75E34C5-EF71-24A3-3E42-A51294A1F7FF}"/>
          </ac:spMkLst>
        </pc:spChg>
        <pc:spChg chg="mod">
          <ac:chgData name="Diego Riva" userId="4faac86c-5217-460c-b916-7e1e32e464a3" providerId="ADAL" clId="{C59C57F4-D0D8-41A9-AB3D-6F93D29F92D6}" dt="2026-09-18T12:58:00.013" v="11836"/>
          <ac:spMkLst>
            <pc:docMk/>
            <pc:sldMk cId="1372602714" sldId="2147483612"/>
            <ac:spMk id="147" creationId="{E1680612-71CA-AA29-4BC7-AB4840D88501}"/>
          </ac:spMkLst>
        </pc:spChg>
        <pc:spChg chg="mod">
          <ac:chgData name="Diego Riva" userId="4faac86c-5217-460c-b916-7e1e32e464a3" providerId="ADAL" clId="{C59C57F4-D0D8-41A9-AB3D-6F93D29F92D6}" dt="2026-09-18T12:58:02.117" v="11840"/>
          <ac:spMkLst>
            <pc:docMk/>
            <pc:sldMk cId="1372602714" sldId="2147483612"/>
            <ac:spMk id="150" creationId="{4A5D364C-BA4E-231E-6574-42548D22663B}"/>
          </ac:spMkLst>
        </pc:spChg>
        <pc:spChg chg="mod">
          <ac:chgData name="Diego Riva" userId="4faac86c-5217-460c-b916-7e1e32e464a3" providerId="ADAL" clId="{C59C57F4-D0D8-41A9-AB3D-6F93D29F92D6}" dt="2026-09-18T12:58:04.348" v="11844"/>
          <ac:spMkLst>
            <pc:docMk/>
            <pc:sldMk cId="1372602714" sldId="2147483612"/>
            <ac:spMk id="153" creationId="{5DC6608C-D7B8-845B-8448-B970880591B3}"/>
          </ac:spMkLst>
        </pc:spChg>
        <pc:spChg chg="mod">
          <ac:chgData name="Diego Riva" userId="4faac86c-5217-460c-b916-7e1e32e464a3" providerId="ADAL" clId="{C59C57F4-D0D8-41A9-AB3D-6F93D29F92D6}" dt="2026-09-18T12:57:49.272" v="11816"/>
          <ac:spMkLst>
            <pc:docMk/>
            <pc:sldMk cId="1372602714" sldId="2147483612"/>
            <ac:spMk id="156" creationId="{7E0754A7-BC2A-D698-5CEA-E40B24B0757B}"/>
          </ac:spMkLst>
        </pc:spChg>
        <pc:spChg chg="add mod">
          <ac:chgData name="Diego Riva" userId="4faac86c-5217-460c-b916-7e1e32e464a3" providerId="ADAL" clId="{C59C57F4-D0D8-41A9-AB3D-6F93D29F92D6}" dt="2026-09-18T14:37:19.674" v="12582" actId="20577"/>
          <ac:spMkLst>
            <pc:docMk/>
            <pc:sldMk cId="1372602714" sldId="2147483612"/>
            <ac:spMk id="159" creationId="{C9F8ACBB-245C-7638-23BA-09B0421A5D33}"/>
          </ac:spMkLst>
        </pc:spChg>
        <pc:grpChg chg="add del mod">
          <ac:chgData name="Diego Riva" userId="4faac86c-5217-460c-b916-7e1e32e464a3" providerId="ADAL" clId="{C59C57F4-D0D8-41A9-AB3D-6F93D29F92D6}" dt="2026-09-18T09:28:38.177" v="4435" actId="165"/>
          <ac:grpSpMkLst>
            <pc:docMk/>
            <pc:sldMk cId="1372602714" sldId="2147483612"/>
            <ac:grpSpMk id="13" creationId="{A8A59526-5615-8797-796D-F1A6EEBF83E7}"/>
          </ac:grpSpMkLst>
        </pc:grpChg>
        <pc:grpChg chg="add del mod">
          <ac:chgData name="Diego Riva" userId="4faac86c-5217-460c-b916-7e1e32e464a3" providerId="ADAL" clId="{C59C57F4-D0D8-41A9-AB3D-6F93D29F92D6}" dt="2026-09-18T09:28:39.502" v="4436" actId="165"/>
          <ac:grpSpMkLst>
            <pc:docMk/>
            <pc:sldMk cId="1372602714" sldId="2147483612"/>
            <ac:grpSpMk id="16" creationId="{54C76534-1A8F-56E6-E742-2EF747E98A07}"/>
          </ac:grpSpMkLst>
        </pc:grpChg>
        <pc:grpChg chg="mod">
          <ac:chgData name="Diego Riva" userId="4faac86c-5217-460c-b916-7e1e32e464a3" providerId="ADAL" clId="{C59C57F4-D0D8-41A9-AB3D-6F93D29F92D6}" dt="2026-09-18T09:38:52.938" v="5235" actId="14100"/>
          <ac:grpSpMkLst>
            <pc:docMk/>
            <pc:sldMk cId="1372602714" sldId="2147483612"/>
            <ac:grpSpMk id="16" creationId="{78F42E64-2B0B-18A2-D232-FA9F356A6307}"/>
          </ac:grpSpMkLst>
        </pc:grpChg>
        <pc:grpChg chg="add mod">
          <ac:chgData name="Diego Riva" userId="4faac86c-5217-460c-b916-7e1e32e464a3" providerId="ADAL" clId="{C59C57F4-D0D8-41A9-AB3D-6F93D29F92D6}" dt="2026-09-18T12:58:22.052" v="11870" actId="1038"/>
          <ac:grpSpMkLst>
            <pc:docMk/>
            <pc:sldMk cId="1372602714" sldId="2147483612"/>
            <ac:grpSpMk id="34" creationId="{29639611-7A8A-5C9A-1477-554F76743A22}"/>
          </ac:grpSpMkLst>
        </pc:grpChg>
        <pc:grpChg chg="mod ord">
          <ac:chgData name="Diego Riva" userId="4faac86c-5217-460c-b916-7e1e32e464a3" providerId="ADAL" clId="{C59C57F4-D0D8-41A9-AB3D-6F93D29F92D6}" dt="2026-09-18T12:14:08.959" v="10100"/>
          <ac:grpSpMkLst>
            <pc:docMk/>
            <pc:sldMk cId="1372602714" sldId="2147483612"/>
            <ac:grpSpMk id="36" creationId="{108C5A23-F0A6-FE0B-C5D7-BDE26A38F7C7}"/>
          </ac:grpSpMkLst>
        </pc:grpChg>
        <pc:grpChg chg="mod ord">
          <ac:chgData name="Diego Riva" userId="4faac86c-5217-460c-b916-7e1e32e464a3" providerId="ADAL" clId="{C59C57F4-D0D8-41A9-AB3D-6F93D29F92D6}" dt="2026-09-18T12:14:08.960" v="10104"/>
          <ac:grpSpMkLst>
            <pc:docMk/>
            <pc:sldMk cId="1372602714" sldId="2147483612"/>
            <ac:grpSpMk id="40" creationId="{3E3B463B-8C67-699F-AA74-3858C132CD6B}"/>
          </ac:grpSpMkLst>
        </pc:grpChg>
        <pc:grpChg chg="mod ord">
          <ac:chgData name="Diego Riva" userId="4faac86c-5217-460c-b916-7e1e32e464a3" providerId="ADAL" clId="{C59C57F4-D0D8-41A9-AB3D-6F93D29F92D6}" dt="2026-09-18T12:14:08.961" v="10106"/>
          <ac:grpSpMkLst>
            <pc:docMk/>
            <pc:sldMk cId="1372602714" sldId="2147483612"/>
            <ac:grpSpMk id="43" creationId="{259B0504-E0BA-9F0C-A5F7-5A9F4D6CD547}"/>
          </ac:grpSpMkLst>
        </pc:grpChg>
        <pc:grpChg chg="mod ord">
          <ac:chgData name="Diego Riva" userId="4faac86c-5217-460c-b916-7e1e32e464a3" providerId="ADAL" clId="{C59C57F4-D0D8-41A9-AB3D-6F93D29F92D6}" dt="2026-09-18T12:05:09.429" v="9387"/>
          <ac:grpSpMkLst>
            <pc:docMk/>
            <pc:sldMk cId="1372602714" sldId="2147483612"/>
            <ac:grpSpMk id="55" creationId="{D9757406-CC9E-43D2-3F80-4424630AB1C9}"/>
          </ac:grpSpMkLst>
        </pc:grpChg>
        <pc:grpChg chg="add mod">
          <ac:chgData name="Diego Riva" userId="4faac86c-5217-460c-b916-7e1e32e464a3" providerId="ADAL" clId="{C59C57F4-D0D8-41A9-AB3D-6F93D29F92D6}" dt="2026-09-18T12:57:19.576" v="11776"/>
          <ac:grpSpMkLst>
            <pc:docMk/>
            <pc:sldMk cId="1372602714" sldId="2147483612"/>
            <ac:grpSpMk id="57" creationId="{2DC921BD-1E34-3265-39A4-3F331B3917CB}"/>
          </ac:grpSpMkLst>
        </pc:grpChg>
        <pc:grpChg chg="mod">
          <ac:chgData name="Diego Riva" userId="4faac86c-5217-460c-b916-7e1e32e464a3" providerId="ADAL" clId="{C59C57F4-D0D8-41A9-AB3D-6F93D29F92D6}" dt="2026-09-18T12:05:26.141" v="9520" actId="1076"/>
          <ac:grpSpMkLst>
            <pc:docMk/>
            <pc:sldMk cId="1372602714" sldId="2147483612"/>
            <ac:grpSpMk id="61" creationId="{21CE67DA-DBF5-0F9B-25CA-0D5784732954}"/>
          </ac:grpSpMkLst>
        </pc:grpChg>
        <pc:grpChg chg="add del mod">
          <ac:chgData name="Diego Riva" userId="4faac86c-5217-460c-b916-7e1e32e464a3" providerId="ADAL" clId="{C59C57F4-D0D8-41A9-AB3D-6F93D29F92D6}" dt="2026-09-18T10:29:03.489" v="7846" actId="165"/>
          <ac:grpSpMkLst>
            <pc:docMk/>
            <pc:sldMk cId="1372602714" sldId="2147483612"/>
            <ac:grpSpMk id="63" creationId="{B90C95C5-2DBD-E6DC-BE83-3E7DA9D47E4F}"/>
          </ac:grpSpMkLst>
        </pc:grpChg>
        <pc:grpChg chg="add mod">
          <ac:chgData name="Diego Riva" userId="4faac86c-5217-460c-b916-7e1e32e464a3" providerId="ADAL" clId="{C59C57F4-D0D8-41A9-AB3D-6F93D29F92D6}" dt="2026-09-18T12:58:22.052" v="11870" actId="1038"/>
          <ac:grpSpMkLst>
            <pc:docMk/>
            <pc:sldMk cId="1372602714" sldId="2147483612"/>
            <ac:grpSpMk id="63" creationId="{E4A3B04C-B6EA-92EA-5DFF-EBB0B3E6EBB9}"/>
          </ac:grpSpMkLst>
        </pc:grpChg>
        <pc:grpChg chg="add mod">
          <ac:chgData name="Diego Riva" userId="4faac86c-5217-460c-b916-7e1e32e464a3" providerId="ADAL" clId="{C59C57F4-D0D8-41A9-AB3D-6F93D29F92D6}" dt="2026-09-18T12:57:39.548" v="11804"/>
          <ac:grpSpMkLst>
            <pc:docMk/>
            <pc:sldMk cId="1372602714" sldId="2147483612"/>
            <ac:grpSpMk id="66" creationId="{126A1916-C5DC-E006-D1C4-F3B4B6DB4458}"/>
          </ac:grpSpMkLst>
        </pc:grpChg>
        <pc:grpChg chg="add mod">
          <ac:chgData name="Diego Riva" userId="4faac86c-5217-460c-b916-7e1e32e464a3" providerId="ADAL" clId="{C59C57F4-D0D8-41A9-AB3D-6F93D29F92D6}" dt="2026-09-18T12:58:22.052" v="11870" actId="1038"/>
          <ac:grpSpMkLst>
            <pc:docMk/>
            <pc:sldMk cId="1372602714" sldId="2147483612"/>
            <ac:grpSpMk id="78" creationId="{505F02C8-5B31-5E70-47C8-43B2A1B62AC8}"/>
          </ac:grpSpMkLst>
        </pc:grpChg>
        <pc:grpChg chg="add mod">
          <ac:chgData name="Diego Riva" userId="4faac86c-5217-460c-b916-7e1e32e464a3" providerId="ADAL" clId="{C59C57F4-D0D8-41A9-AB3D-6F93D29F92D6}" dt="2026-09-18T12:58:22.052" v="11870" actId="1038"/>
          <ac:grpSpMkLst>
            <pc:docMk/>
            <pc:sldMk cId="1372602714" sldId="2147483612"/>
            <ac:grpSpMk id="88" creationId="{F32D7474-23E7-4A59-CC12-84D6AFE86652}"/>
          </ac:grpSpMkLst>
        </pc:grpChg>
        <pc:grpChg chg="add mod">
          <ac:chgData name="Diego Riva" userId="4faac86c-5217-460c-b916-7e1e32e464a3" providerId="ADAL" clId="{C59C57F4-D0D8-41A9-AB3D-6F93D29F92D6}" dt="2026-09-18T12:58:11.595" v="11852"/>
          <ac:grpSpMkLst>
            <pc:docMk/>
            <pc:sldMk cId="1372602714" sldId="2147483612"/>
            <ac:grpSpMk id="93" creationId="{A36D1CB9-88AB-A4A2-2369-B4F27D4E8A1E}"/>
          </ac:grpSpMkLst>
        </pc:grpChg>
        <pc:grpChg chg="add mod">
          <ac:chgData name="Diego Riva" userId="4faac86c-5217-460c-b916-7e1e32e464a3" providerId="ADAL" clId="{C59C57F4-D0D8-41A9-AB3D-6F93D29F92D6}" dt="2026-09-18T12:58:22.052" v="11870" actId="1038"/>
          <ac:grpSpMkLst>
            <pc:docMk/>
            <pc:sldMk cId="1372602714" sldId="2147483612"/>
            <ac:grpSpMk id="99" creationId="{A8DA8E98-880D-9062-AE5F-D61F16986B3A}"/>
          </ac:grpSpMkLst>
        </pc:grpChg>
        <pc:grpChg chg="del">
          <ac:chgData name="Diego Riva" userId="4faac86c-5217-460c-b916-7e1e32e464a3" providerId="ADAL" clId="{C59C57F4-D0D8-41A9-AB3D-6F93D29F92D6}" dt="2026-09-18T12:06:27.654" v="9529" actId="478"/>
          <ac:grpSpMkLst>
            <pc:docMk/>
            <pc:sldMk cId="1372602714" sldId="2147483612"/>
            <ac:grpSpMk id="100" creationId="{5284A1A3-6146-A874-FF2A-FE106C043A25}"/>
          </ac:grpSpMkLst>
        </pc:grpChg>
        <pc:grpChg chg="add mod">
          <ac:chgData name="Diego Riva" userId="4faac86c-5217-460c-b916-7e1e32e464a3" providerId="ADAL" clId="{C59C57F4-D0D8-41A9-AB3D-6F93D29F92D6}" dt="2026-09-18T12:57:51.265" v="11820"/>
          <ac:grpSpMkLst>
            <pc:docMk/>
            <pc:sldMk cId="1372602714" sldId="2147483612"/>
            <ac:grpSpMk id="102" creationId="{E409EA19-9C2E-30A2-71D0-EB9F17EFD423}"/>
          </ac:grpSpMkLst>
        </pc:grpChg>
        <pc:grpChg chg="del">
          <ac:chgData name="Diego Riva" userId="4faac86c-5217-460c-b916-7e1e32e464a3" providerId="ADAL" clId="{C59C57F4-D0D8-41A9-AB3D-6F93D29F92D6}" dt="2026-09-18T12:07:02.426" v="9538" actId="478"/>
          <ac:grpSpMkLst>
            <pc:docMk/>
            <pc:sldMk cId="1372602714" sldId="2147483612"/>
            <ac:grpSpMk id="105" creationId="{729FC5BB-6A66-160A-7346-54FC7638159D}"/>
          </ac:grpSpMkLst>
        </pc:grpChg>
        <pc:grpChg chg="add mod">
          <ac:chgData name="Diego Riva" userId="4faac86c-5217-460c-b916-7e1e32e464a3" providerId="ADAL" clId="{C59C57F4-D0D8-41A9-AB3D-6F93D29F92D6}" dt="2026-09-18T12:57:41.683" v="11808"/>
          <ac:grpSpMkLst>
            <pc:docMk/>
            <pc:sldMk cId="1372602714" sldId="2147483612"/>
            <ac:grpSpMk id="108" creationId="{70FF926A-DE28-20C2-5E81-239BB7E9C370}"/>
          </ac:grpSpMkLst>
        </pc:grpChg>
        <pc:grpChg chg="del">
          <ac:chgData name="Diego Riva" userId="4faac86c-5217-460c-b916-7e1e32e464a3" providerId="ADAL" clId="{C59C57F4-D0D8-41A9-AB3D-6F93D29F92D6}" dt="2026-09-18T12:06:47.302" v="9530" actId="478"/>
          <ac:grpSpMkLst>
            <pc:docMk/>
            <pc:sldMk cId="1372602714" sldId="2147483612"/>
            <ac:grpSpMk id="110" creationId="{41812E80-FC17-02EF-3CB3-91A473741085}"/>
          </ac:grpSpMkLst>
        </pc:grpChg>
        <pc:grpChg chg="add mod">
          <ac:chgData name="Diego Riva" userId="4faac86c-5217-460c-b916-7e1e32e464a3" providerId="ADAL" clId="{C59C57F4-D0D8-41A9-AB3D-6F93D29F92D6}" dt="2026-09-18T12:58:22.052" v="11870" actId="1038"/>
          <ac:grpSpMkLst>
            <pc:docMk/>
            <pc:sldMk cId="1372602714" sldId="2147483612"/>
            <ac:grpSpMk id="112" creationId="{AED59609-1A38-9250-B818-70917D3DA3CA}"/>
          </ac:grpSpMkLst>
        </pc:grpChg>
        <pc:grpChg chg="del">
          <ac:chgData name="Diego Riva" userId="4faac86c-5217-460c-b916-7e1e32e464a3" providerId="ADAL" clId="{C59C57F4-D0D8-41A9-AB3D-6F93D29F92D6}" dt="2026-09-18T12:06:47.302" v="9530" actId="478"/>
          <ac:grpSpMkLst>
            <pc:docMk/>
            <pc:sldMk cId="1372602714" sldId="2147483612"/>
            <ac:grpSpMk id="114" creationId="{A033730F-4D2A-278C-C919-8F19EB9B1FE0}"/>
          </ac:grpSpMkLst>
        </pc:grpChg>
        <pc:grpChg chg="add mod">
          <ac:chgData name="Diego Riva" userId="4faac86c-5217-460c-b916-7e1e32e464a3" providerId="ADAL" clId="{C59C57F4-D0D8-41A9-AB3D-6F93D29F92D6}" dt="2026-09-18T12:58:09.565" v="11848"/>
          <ac:grpSpMkLst>
            <pc:docMk/>
            <pc:sldMk cId="1372602714" sldId="2147483612"/>
            <ac:grpSpMk id="117" creationId="{D5133498-7675-9DC2-3706-A60660D169E1}"/>
          </ac:grpSpMkLst>
        </pc:grpChg>
        <pc:grpChg chg="del">
          <ac:chgData name="Diego Riva" userId="4faac86c-5217-460c-b916-7e1e32e464a3" providerId="ADAL" clId="{C59C57F4-D0D8-41A9-AB3D-6F93D29F92D6}" dt="2026-09-18T12:07:21.804" v="9564" actId="478"/>
          <ac:grpSpMkLst>
            <pc:docMk/>
            <pc:sldMk cId="1372602714" sldId="2147483612"/>
            <ac:grpSpMk id="118" creationId="{26FA6817-9D9C-E5CD-FCD4-5E599558245E}"/>
          </ac:grpSpMkLst>
        </pc:grpChg>
        <pc:grpChg chg="add mod">
          <ac:chgData name="Diego Riva" userId="4faac86c-5217-460c-b916-7e1e32e464a3" providerId="ADAL" clId="{C59C57F4-D0D8-41A9-AB3D-6F93D29F92D6}" dt="2026-09-18T12:58:22.052" v="11870" actId="1038"/>
          <ac:grpSpMkLst>
            <pc:docMk/>
            <pc:sldMk cId="1372602714" sldId="2147483612"/>
            <ac:grpSpMk id="120" creationId="{7AE98D08-F7F7-B0BE-8852-8C7C5DE05C5E}"/>
          </ac:grpSpMkLst>
        </pc:grpChg>
        <pc:grpChg chg="del">
          <ac:chgData name="Diego Riva" userId="4faac86c-5217-460c-b916-7e1e32e464a3" providerId="ADAL" clId="{C59C57F4-D0D8-41A9-AB3D-6F93D29F92D6}" dt="2026-09-18T12:07:31.561" v="9586" actId="478"/>
          <ac:grpSpMkLst>
            <pc:docMk/>
            <pc:sldMk cId="1372602714" sldId="2147483612"/>
            <ac:grpSpMk id="121" creationId="{FD141976-4AED-6770-AADA-BB90393FFBCA}"/>
          </ac:grpSpMkLst>
        </pc:grpChg>
        <pc:grpChg chg="add mod">
          <ac:chgData name="Diego Riva" userId="4faac86c-5217-460c-b916-7e1e32e464a3" providerId="ADAL" clId="{C59C57F4-D0D8-41A9-AB3D-6F93D29F92D6}" dt="2026-09-18T12:58:22.052" v="11870" actId="1038"/>
          <ac:grpSpMkLst>
            <pc:docMk/>
            <pc:sldMk cId="1372602714" sldId="2147483612"/>
            <ac:grpSpMk id="123" creationId="{378DF051-21E5-466E-45E5-66CAE46AE5A9}"/>
          </ac:grpSpMkLst>
        </pc:grpChg>
        <pc:grpChg chg="add del mod">
          <ac:chgData name="Diego Riva" userId="4faac86c-5217-460c-b916-7e1e32e464a3" providerId="ADAL" clId="{C59C57F4-D0D8-41A9-AB3D-6F93D29F92D6}" dt="2026-09-18T12:13:13.359" v="9859" actId="165"/>
          <ac:grpSpMkLst>
            <pc:docMk/>
            <pc:sldMk cId="1372602714" sldId="2147483612"/>
            <ac:grpSpMk id="127" creationId="{8C0EB7E1-92FB-1ED6-7401-D75FF8E1F99F}"/>
          </ac:grpSpMkLst>
        </pc:grpChg>
        <pc:grpChg chg="add mod">
          <ac:chgData name="Diego Riva" userId="4faac86c-5217-460c-b916-7e1e32e464a3" providerId="ADAL" clId="{C59C57F4-D0D8-41A9-AB3D-6F93D29F92D6}" dt="2026-09-18T12:57:27.765" v="11792"/>
          <ac:grpSpMkLst>
            <pc:docMk/>
            <pc:sldMk cId="1372602714" sldId="2147483612"/>
            <ac:grpSpMk id="132" creationId="{8FF0D83B-FE52-D22B-27F5-E81A86D4C057}"/>
          </ac:grpSpMkLst>
        </pc:grpChg>
        <pc:grpChg chg="add mod">
          <ac:chgData name="Diego Riva" userId="4faac86c-5217-460c-b916-7e1e32e464a3" providerId="ADAL" clId="{C59C57F4-D0D8-41A9-AB3D-6F93D29F92D6}" dt="2026-09-18T12:57:34.701" v="11796"/>
          <ac:grpSpMkLst>
            <pc:docMk/>
            <pc:sldMk cId="1372602714" sldId="2147483612"/>
            <ac:grpSpMk id="137" creationId="{400E4452-4B54-EBBC-5C73-CB497EE48738}"/>
          </ac:grpSpMkLst>
        </pc:grpChg>
        <pc:grpChg chg="add mod">
          <ac:chgData name="Diego Riva" userId="4faac86c-5217-460c-b916-7e1e32e464a3" providerId="ADAL" clId="{C59C57F4-D0D8-41A9-AB3D-6F93D29F92D6}" dt="2026-09-18T12:57:37.536" v="11800"/>
          <ac:grpSpMkLst>
            <pc:docMk/>
            <pc:sldMk cId="1372602714" sldId="2147483612"/>
            <ac:grpSpMk id="140" creationId="{93C57691-3A52-58B4-AA5A-18B2F3578269}"/>
          </ac:grpSpMkLst>
        </pc:grpChg>
        <pc:grpChg chg="add mod">
          <ac:chgData name="Diego Riva" userId="4faac86c-5217-460c-b916-7e1e32e464a3" providerId="ADAL" clId="{C59C57F4-D0D8-41A9-AB3D-6F93D29F92D6}" dt="2026-09-18T12:58:22.052" v="11870" actId="1038"/>
          <ac:grpSpMkLst>
            <pc:docMk/>
            <pc:sldMk cId="1372602714" sldId="2147483612"/>
            <ac:grpSpMk id="143" creationId="{112A3485-0993-796D-F8FC-3D1FB2C1A96F}"/>
          </ac:grpSpMkLst>
        </pc:grpChg>
        <pc:grpChg chg="add mod">
          <ac:chgData name="Diego Riva" userId="4faac86c-5217-460c-b916-7e1e32e464a3" providerId="ADAL" clId="{C59C57F4-D0D8-41A9-AB3D-6F93D29F92D6}" dt="2026-09-18T12:58:00.013" v="11836"/>
          <ac:grpSpMkLst>
            <pc:docMk/>
            <pc:sldMk cId="1372602714" sldId="2147483612"/>
            <ac:grpSpMk id="146" creationId="{4B48A022-0ABD-F9A6-EC4E-70D009FCC10C}"/>
          </ac:grpSpMkLst>
        </pc:grpChg>
        <pc:grpChg chg="add mod">
          <ac:chgData name="Diego Riva" userId="4faac86c-5217-460c-b916-7e1e32e464a3" providerId="ADAL" clId="{C59C57F4-D0D8-41A9-AB3D-6F93D29F92D6}" dt="2026-09-18T12:58:02.117" v="11840"/>
          <ac:grpSpMkLst>
            <pc:docMk/>
            <pc:sldMk cId="1372602714" sldId="2147483612"/>
            <ac:grpSpMk id="149" creationId="{8DED6C43-274C-0BD1-4AA2-4A6262C7675C}"/>
          </ac:grpSpMkLst>
        </pc:grpChg>
        <pc:grpChg chg="add mod">
          <ac:chgData name="Diego Riva" userId="4faac86c-5217-460c-b916-7e1e32e464a3" providerId="ADAL" clId="{C59C57F4-D0D8-41A9-AB3D-6F93D29F92D6}" dt="2026-09-18T12:58:04.348" v="11844"/>
          <ac:grpSpMkLst>
            <pc:docMk/>
            <pc:sldMk cId="1372602714" sldId="2147483612"/>
            <ac:grpSpMk id="152" creationId="{A206D020-507D-F1BE-88E2-5218FD7766DD}"/>
          </ac:grpSpMkLst>
        </pc:grpChg>
        <pc:grpChg chg="add mod">
          <ac:chgData name="Diego Riva" userId="4faac86c-5217-460c-b916-7e1e32e464a3" providerId="ADAL" clId="{C59C57F4-D0D8-41A9-AB3D-6F93D29F92D6}" dt="2026-09-18T12:58:22.052" v="11870" actId="1038"/>
          <ac:grpSpMkLst>
            <pc:docMk/>
            <pc:sldMk cId="1372602714" sldId="2147483612"/>
            <ac:grpSpMk id="155" creationId="{5805F6CF-D2A1-5E81-4DBC-2243C197F852}"/>
          </ac:grpSpMkLst>
        </pc:grpChg>
        <pc:graphicFrameChg chg="mod">
          <ac:chgData name="Diego Riva" userId="4faac86c-5217-460c-b916-7e1e32e464a3" providerId="ADAL" clId="{C59C57F4-D0D8-41A9-AB3D-6F93D29F92D6}" dt="2026-09-18T12:24:34.611" v="10448"/>
          <ac:graphicFrameMkLst>
            <pc:docMk/>
            <pc:sldMk cId="1372602714" sldId="2147483612"/>
            <ac:graphicFrameMk id="5" creationId="{B90F99A6-DAAB-BAC2-15FC-052768F3FBC6}"/>
          </ac:graphicFrameMkLst>
        </pc:graphicFrameChg>
        <pc:picChg chg="add mod ord">
          <ac:chgData name="Diego Riva" userId="4faac86c-5217-460c-b916-7e1e32e464a3" providerId="ADAL" clId="{C59C57F4-D0D8-41A9-AB3D-6F93D29F92D6}" dt="2026-09-18T12:52:59.232" v="11702" actId="1038"/>
          <ac:picMkLst>
            <pc:docMk/>
            <pc:sldMk cId="1372602714" sldId="2147483612"/>
            <ac:picMk id="9" creationId="{F70BEB9B-8F91-8590-CD53-0AF1B172A427}"/>
          </ac:picMkLst>
        </pc:picChg>
        <pc:picChg chg="del mod ord">
          <ac:chgData name="Diego Riva" userId="4faac86c-5217-460c-b916-7e1e32e464a3" providerId="ADAL" clId="{C59C57F4-D0D8-41A9-AB3D-6F93D29F92D6}" dt="2026-09-18T12:52:25.972" v="11665" actId="478"/>
          <ac:picMkLst>
            <pc:docMk/>
            <pc:sldMk cId="1372602714" sldId="2147483612"/>
            <ac:picMk id="12" creationId="{79426240-E60E-BA01-7D4F-5E0CD6199192}"/>
          </ac:picMkLst>
        </pc:picChg>
        <pc:picChg chg="del mod ord">
          <ac:chgData name="Diego Riva" userId="4faac86c-5217-460c-b916-7e1e32e464a3" providerId="ADAL" clId="{C59C57F4-D0D8-41A9-AB3D-6F93D29F92D6}" dt="2026-09-18T12:52:25.972" v="11665" actId="478"/>
          <ac:picMkLst>
            <pc:docMk/>
            <pc:sldMk cId="1372602714" sldId="2147483612"/>
            <ac:picMk id="15" creationId="{07F1797D-018C-3799-DB7D-57AC3E8A6A53}"/>
          </ac:picMkLst>
        </pc:picChg>
        <pc:picChg chg="del mod ord">
          <ac:chgData name="Diego Riva" userId="4faac86c-5217-460c-b916-7e1e32e464a3" providerId="ADAL" clId="{C59C57F4-D0D8-41A9-AB3D-6F93D29F92D6}" dt="2026-09-18T12:52:25.972" v="11665" actId="478"/>
          <ac:picMkLst>
            <pc:docMk/>
            <pc:sldMk cId="1372602714" sldId="2147483612"/>
            <ac:picMk id="18" creationId="{5BA2326A-27CF-A21F-D3C9-D568F56D123A}"/>
          </ac:picMkLst>
        </pc:picChg>
        <pc:picChg chg="mod ord">
          <ac:chgData name="Diego Riva" userId="4faac86c-5217-460c-b916-7e1e32e464a3" providerId="ADAL" clId="{C59C57F4-D0D8-41A9-AB3D-6F93D29F92D6}" dt="2026-09-18T12:14:08.959" v="10102"/>
          <ac:picMkLst>
            <pc:docMk/>
            <pc:sldMk cId="1372602714" sldId="2147483612"/>
            <ac:picMk id="39" creationId="{162A52F4-C75F-3004-0038-5D044613B237}"/>
          </ac:picMkLst>
        </pc:picChg>
        <pc:picChg chg="mod">
          <ac:chgData name="Diego Riva" userId="4faac86c-5217-460c-b916-7e1e32e464a3" providerId="ADAL" clId="{C59C57F4-D0D8-41A9-AB3D-6F93D29F92D6}" dt="2026-09-18T12:57:15.292" v="11772"/>
          <ac:picMkLst>
            <pc:docMk/>
            <pc:sldMk cId="1372602714" sldId="2147483612"/>
            <ac:picMk id="56" creationId="{32A461C7-2F5B-3542-AC33-91AEBC221DCC}"/>
          </ac:picMkLst>
        </pc:picChg>
        <pc:picChg chg="add mod ord">
          <ac:chgData name="Diego Riva" userId="4faac86c-5217-460c-b916-7e1e32e464a3" providerId="ADAL" clId="{C59C57F4-D0D8-41A9-AB3D-6F93D29F92D6}" dt="2026-09-18T12:52:59.232" v="11702" actId="1038"/>
          <ac:picMkLst>
            <pc:docMk/>
            <pc:sldMk cId="1372602714" sldId="2147483612"/>
            <ac:picMk id="60" creationId="{864C5680-EF77-659F-7480-38CE7159FDCB}"/>
          </ac:picMkLst>
        </pc:picChg>
        <pc:picChg chg="mod">
          <ac:chgData name="Diego Riva" userId="4faac86c-5217-460c-b916-7e1e32e464a3" providerId="ADAL" clId="{C59C57F4-D0D8-41A9-AB3D-6F93D29F92D6}" dt="2026-09-18T12:57:19.576" v="11776"/>
          <ac:picMkLst>
            <pc:docMk/>
            <pc:sldMk cId="1372602714" sldId="2147483612"/>
            <ac:picMk id="62" creationId="{FC46D83F-B03C-1AFE-A103-D988B412BBE6}"/>
          </ac:picMkLst>
        </pc:picChg>
        <pc:picChg chg="mod">
          <ac:chgData name="Diego Riva" userId="4faac86c-5217-460c-b916-7e1e32e464a3" providerId="ADAL" clId="{C59C57F4-D0D8-41A9-AB3D-6F93D29F92D6}" dt="2026-09-18T12:57:21.422" v="11780"/>
          <ac:picMkLst>
            <pc:docMk/>
            <pc:sldMk cId="1372602714" sldId="2147483612"/>
            <ac:picMk id="65" creationId="{DC7BC437-B940-1E21-6C4A-7B6097090F95}"/>
          </ac:picMkLst>
        </pc:picChg>
        <pc:picChg chg="mod">
          <ac:chgData name="Diego Riva" userId="4faac86c-5217-460c-b916-7e1e32e464a3" providerId="ADAL" clId="{C59C57F4-D0D8-41A9-AB3D-6F93D29F92D6}" dt="2026-09-18T12:57:39.548" v="11804"/>
          <ac:picMkLst>
            <pc:docMk/>
            <pc:sldMk cId="1372602714" sldId="2147483612"/>
            <ac:picMk id="68" creationId="{E774CE0E-F029-43C9-FEEE-05E7D377870A}"/>
          </ac:picMkLst>
        </pc:picChg>
        <pc:picChg chg="mod">
          <ac:chgData name="Diego Riva" userId="4faac86c-5217-460c-b916-7e1e32e464a3" providerId="ADAL" clId="{C59C57F4-D0D8-41A9-AB3D-6F93D29F92D6}" dt="2026-09-18T12:57:55.613" v="11828"/>
          <ac:picMkLst>
            <pc:docMk/>
            <pc:sldMk cId="1372602714" sldId="2147483612"/>
            <ac:picMk id="87" creationId="{7B328FEC-A77D-F872-8121-0054E5FAD76A}"/>
          </ac:picMkLst>
        </pc:picChg>
        <pc:picChg chg="mod">
          <ac:chgData name="Diego Riva" userId="4faac86c-5217-460c-b916-7e1e32e464a3" providerId="ADAL" clId="{C59C57F4-D0D8-41A9-AB3D-6F93D29F92D6}" dt="2026-09-18T12:57:57.957" v="11832"/>
          <ac:picMkLst>
            <pc:docMk/>
            <pc:sldMk cId="1372602714" sldId="2147483612"/>
            <ac:picMk id="92" creationId="{0E30EFF5-F6A5-C872-A8EF-EC0AC8F1D3B9}"/>
          </ac:picMkLst>
        </pc:picChg>
        <pc:picChg chg="mod">
          <ac:chgData name="Diego Riva" userId="4faac86c-5217-460c-b916-7e1e32e464a3" providerId="ADAL" clId="{C59C57F4-D0D8-41A9-AB3D-6F93D29F92D6}" dt="2026-09-18T12:58:11.595" v="11852"/>
          <ac:picMkLst>
            <pc:docMk/>
            <pc:sldMk cId="1372602714" sldId="2147483612"/>
            <ac:picMk id="96" creationId="{05D84A8F-1365-4FA2-5FC7-EF306CF324B8}"/>
          </ac:picMkLst>
        </pc:picChg>
        <pc:picChg chg="mod">
          <ac:chgData name="Diego Riva" userId="4faac86c-5217-460c-b916-7e1e32e464a3" providerId="ADAL" clId="{C59C57F4-D0D8-41A9-AB3D-6F93D29F92D6}" dt="2026-09-18T12:58:13.516" v="11856"/>
          <ac:picMkLst>
            <pc:docMk/>
            <pc:sldMk cId="1372602714" sldId="2147483612"/>
            <ac:picMk id="101" creationId="{040DD01D-1CDC-A679-0194-BA3690DCBE85}"/>
          </ac:picMkLst>
        </pc:picChg>
        <pc:picChg chg="mod">
          <ac:chgData name="Diego Riva" userId="4faac86c-5217-460c-b916-7e1e32e464a3" providerId="ADAL" clId="{C59C57F4-D0D8-41A9-AB3D-6F93D29F92D6}" dt="2026-09-18T12:57:51.265" v="11820"/>
          <ac:picMkLst>
            <pc:docMk/>
            <pc:sldMk cId="1372602714" sldId="2147483612"/>
            <ac:picMk id="106" creationId="{61DAC9C6-5A42-B538-4F1B-8AC3A9153105}"/>
          </ac:picMkLst>
        </pc:picChg>
        <pc:picChg chg="mod">
          <ac:chgData name="Diego Riva" userId="4faac86c-5217-460c-b916-7e1e32e464a3" providerId="ADAL" clId="{C59C57F4-D0D8-41A9-AB3D-6F93D29F92D6}" dt="2026-09-18T12:57:41.683" v="11808"/>
          <ac:picMkLst>
            <pc:docMk/>
            <pc:sldMk cId="1372602714" sldId="2147483612"/>
            <ac:picMk id="111" creationId="{2DD82355-CB5F-3CFD-4429-C84BB65DAEB2}"/>
          </ac:picMkLst>
        </pc:picChg>
        <pc:picChg chg="mod">
          <ac:chgData name="Diego Riva" userId="4faac86c-5217-460c-b916-7e1e32e464a3" providerId="ADAL" clId="{C59C57F4-D0D8-41A9-AB3D-6F93D29F92D6}" dt="2026-09-18T12:57:45.557" v="11812"/>
          <ac:picMkLst>
            <pc:docMk/>
            <pc:sldMk cId="1372602714" sldId="2147483612"/>
            <ac:picMk id="115" creationId="{23FDE197-E6CF-6201-1DAE-FF0EA30B8D0D}"/>
          </ac:picMkLst>
        </pc:picChg>
        <pc:picChg chg="mod">
          <ac:chgData name="Diego Riva" userId="4faac86c-5217-460c-b916-7e1e32e464a3" providerId="ADAL" clId="{C59C57F4-D0D8-41A9-AB3D-6F93D29F92D6}" dt="2026-09-18T12:58:09.565" v="11848"/>
          <ac:picMkLst>
            <pc:docMk/>
            <pc:sldMk cId="1372602714" sldId="2147483612"/>
            <ac:picMk id="119" creationId="{534ADD0C-25B5-ABF6-61B2-50F7CB8060DB}"/>
          </ac:picMkLst>
        </pc:picChg>
        <pc:picChg chg="mod">
          <ac:chgData name="Diego Riva" userId="4faac86c-5217-460c-b916-7e1e32e464a3" providerId="ADAL" clId="{C59C57F4-D0D8-41A9-AB3D-6F93D29F92D6}" dt="2026-09-18T12:57:23.523" v="11784"/>
          <ac:picMkLst>
            <pc:docMk/>
            <pc:sldMk cId="1372602714" sldId="2147483612"/>
            <ac:picMk id="122" creationId="{C712485D-3DBC-7C58-AC20-AA03E94F17C8}"/>
          </ac:picMkLst>
        </pc:picChg>
        <pc:picChg chg="mod">
          <ac:chgData name="Diego Riva" userId="4faac86c-5217-460c-b916-7e1e32e464a3" providerId="ADAL" clId="{C59C57F4-D0D8-41A9-AB3D-6F93D29F92D6}" dt="2026-09-18T12:57:25.507" v="11788"/>
          <ac:picMkLst>
            <pc:docMk/>
            <pc:sldMk cId="1372602714" sldId="2147483612"/>
            <ac:picMk id="130" creationId="{F4F90C69-4456-8D12-8750-67172C47F541}"/>
          </ac:picMkLst>
        </pc:picChg>
        <pc:picChg chg="mod">
          <ac:chgData name="Diego Riva" userId="4faac86c-5217-460c-b916-7e1e32e464a3" providerId="ADAL" clId="{C59C57F4-D0D8-41A9-AB3D-6F93D29F92D6}" dt="2026-09-18T12:57:27.765" v="11792"/>
          <ac:picMkLst>
            <pc:docMk/>
            <pc:sldMk cId="1372602714" sldId="2147483612"/>
            <ac:picMk id="136" creationId="{B1542132-D555-C3DC-FB02-9CC52E32081F}"/>
          </ac:picMkLst>
        </pc:picChg>
        <pc:picChg chg="mod">
          <ac:chgData name="Diego Riva" userId="4faac86c-5217-460c-b916-7e1e32e464a3" providerId="ADAL" clId="{C59C57F4-D0D8-41A9-AB3D-6F93D29F92D6}" dt="2026-09-18T12:57:34.701" v="11796"/>
          <ac:picMkLst>
            <pc:docMk/>
            <pc:sldMk cId="1372602714" sldId="2147483612"/>
            <ac:picMk id="139" creationId="{FE86E764-465C-FC29-7856-2B42E026502D}"/>
          </ac:picMkLst>
        </pc:picChg>
        <pc:picChg chg="mod">
          <ac:chgData name="Diego Riva" userId="4faac86c-5217-460c-b916-7e1e32e464a3" providerId="ADAL" clId="{C59C57F4-D0D8-41A9-AB3D-6F93D29F92D6}" dt="2026-09-18T12:57:37.536" v="11800"/>
          <ac:picMkLst>
            <pc:docMk/>
            <pc:sldMk cId="1372602714" sldId="2147483612"/>
            <ac:picMk id="142" creationId="{1DBE2F15-C50B-F7D3-D0A4-3D4974FB08AF}"/>
          </ac:picMkLst>
        </pc:picChg>
        <pc:picChg chg="mod">
          <ac:chgData name="Diego Riva" userId="4faac86c-5217-460c-b916-7e1e32e464a3" providerId="ADAL" clId="{C59C57F4-D0D8-41A9-AB3D-6F93D29F92D6}" dt="2026-09-18T12:57:53.634" v="11824"/>
          <ac:picMkLst>
            <pc:docMk/>
            <pc:sldMk cId="1372602714" sldId="2147483612"/>
            <ac:picMk id="145" creationId="{A8BB242A-88AC-8E27-64D1-FBBF09B78DCC}"/>
          </ac:picMkLst>
        </pc:picChg>
        <pc:picChg chg="mod">
          <ac:chgData name="Diego Riva" userId="4faac86c-5217-460c-b916-7e1e32e464a3" providerId="ADAL" clId="{C59C57F4-D0D8-41A9-AB3D-6F93D29F92D6}" dt="2026-09-18T12:58:00.013" v="11836"/>
          <ac:picMkLst>
            <pc:docMk/>
            <pc:sldMk cId="1372602714" sldId="2147483612"/>
            <ac:picMk id="148" creationId="{BF131E57-76E3-38B7-FF3E-CA1897DE8D4C}"/>
          </ac:picMkLst>
        </pc:picChg>
        <pc:picChg chg="mod">
          <ac:chgData name="Diego Riva" userId="4faac86c-5217-460c-b916-7e1e32e464a3" providerId="ADAL" clId="{C59C57F4-D0D8-41A9-AB3D-6F93D29F92D6}" dt="2026-09-18T12:58:02.117" v="11840"/>
          <ac:picMkLst>
            <pc:docMk/>
            <pc:sldMk cId="1372602714" sldId="2147483612"/>
            <ac:picMk id="151" creationId="{855C5A51-6A57-4CD8-38AA-AE660060B63F}"/>
          </ac:picMkLst>
        </pc:picChg>
        <pc:picChg chg="mod">
          <ac:chgData name="Diego Riva" userId="4faac86c-5217-460c-b916-7e1e32e464a3" providerId="ADAL" clId="{C59C57F4-D0D8-41A9-AB3D-6F93D29F92D6}" dt="2026-09-18T12:58:04.348" v="11844"/>
          <ac:picMkLst>
            <pc:docMk/>
            <pc:sldMk cId="1372602714" sldId="2147483612"/>
            <ac:picMk id="154" creationId="{5603F9A1-73DE-A3A9-803A-8A4702C2ED3A}"/>
          </ac:picMkLst>
        </pc:picChg>
        <pc:picChg chg="mod">
          <ac:chgData name="Diego Riva" userId="4faac86c-5217-460c-b916-7e1e32e464a3" providerId="ADAL" clId="{C59C57F4-D0D8-41A9-AB3D-6F93D29F92D6}" dt="2026-09-18T12:57:49.272" v="11816"/>
          <ac:picMkLst>
            <pc:docMk/>
            <pc:sldMk cId="1372602714" sldId="2147483612"/>
            <ac:picMk id="157" creationId="{4489F596-821F-2C8B-72F5-6D48D20A54FB}"/>
          </ac:picMkLst>
        </pc:picChg>
        <pc:cxnChg chg="mod ord">
          <ac:chgData name="Diego Riva" userId="4faac86c-5217-460c-b916-7e1e32e464a3" providerId="ADAL" clId="{C59C57F4-D0D8-41A9-AB3D-6F93D29F92D6}" dt="2026-09-18T12:53:04.822" v="11703" actId="14100"/>
          <ac:cxnSpMkLst>
            <pc:docMk/>
            <pc:sldMk cId="1372602714" sldId="2147483612"/>
            <ac:cxnSpMk id="98" creationId="{27C67A3C-36D2-D2B6-E761-97C0EB92E3B4}"/>
          </ac:cxnSpMkLst>
        </pc:cxnChg>
      </pc:sldChg>
      <pc:sldChg chg="addSp delSp modSp mod">
        <pc:chgData name="Diego Riva" userId="4faac86c-5217-460c-b916-7e1e32e464a3" providerId="ADAL" clId="{C59C57F4-D0D8-41A9-AB3D-6F93D29F92D6}" dt="2026-09-18T10:55:08.281" v="7981" actId="22"/>
        <pc:sldMkLst>
          <pc:docMk/>
          <pc:sldMk cId="1502033218" sldId="2147483613"/>
        </pc:sldMkLst>
        <pc:spChg chg="add del mod">
          <ac:chgData name="Diego Riva" userId="4faac86c-5217-460c-b916-7e1e32e464a3" providerId="ADAL" clId="{C59C57F4-D0D8-41A9-AB3D-6F93D29F92D6}" dt="2026-09-18T10:06:46.873" v="6223" actId="478"/>
          <ac:spMkLst>
            <pc:docMk/>
            <pc:sldMk cId="1502033218" sldId="2147483613"/>
            <ac:spMk id="9" creationId="{6872624E-C4A6-F857-DCCD-BD43BDC5A9A2}"/>
          </ac:spMkLst>
        </pc:spChg>
        <pc:spChg chg="mod">
          <ac:chgData name="Diego Riva" userId="4faac86c-5217-460c-b916-7e1e32e464a3" providerId="ADAL" clId="{C59C57F4-D0D8-41A9-AB3D-6F93D29F92D6}" dt="2026-09-18T10:06:39.191" v="6217" actId="20577"/>
          <ac:spMkLst>
            <pc:docMk/>
            <pc:sldMk cId="1502033218" sldId="2147483613"/>
            <ac:spMk id="15" creationId="{5F2C7B80-C8BE-385B-F014-E412A1630596}"/>
          </ac:spMkLst>
        </pc:spChg>
        <pc:spChg chg="add">
          <ac:chgData name="Diego Riva" userId="4faac86c-5217-460c-b916-7e1e32e464a3" providerId="ADAL" clId="{C59C57F4-D0D8-41A9-AB3D-6F93D29F92D6}" dt="2026-09-18T10:55:08.281" v="7981" actId="22"/>
          <ac:spMkLst>
            <pc:docMk/>
            <pc:sldMk cId="1502033218" sldId="2147483613"/>
            <ac:spMk id="16" creationId="{AA625881-E88F-135D-69D2-F6410004C647}"/>
          </ac:spMkLst>
        </pc:spChg>
        <pc:spChg chg="mod">
          <ac:chgData name="Diego Riva" userId="4faac86c-5217-460c-b916-7e1e32e464a3" providerId="ADAL" clId="{C59C57F4-D0D8-41A9-AB3D-6F93D29F92D6}" dt="2026-09-18T10:06:43.905" v="6221"/>
          <ac:spMkLst>
            <pc:docMk/>
            <pc:sldMk cId="1502033218" sldId="2147483613"/>
            <ac:spMk id="17" creationId="{617576AF-7AE7-2862-BC4C-D6F11CB11F7F}"/>
          </ac:spMkLst>
        </pc:spChg>
        <pc:spChg chg="add">
          <ac:chgData name="Diego Riva" userId="4faac86c-5217-460c-b916-7e1e32e464a3" providerId="ADAL" clId="{C59C57F4-D0D8-41A9-AB3D-6F93D29F92D6}" dt="2026-09-18T10:55:08.281" v="7981" actId="22"/>
          <ac:spMkLst>
            <pc:docMk/>
            <pc:sldMk cId="1502033218" sldId="2147483613"/>
            <ac:spMk id="22" creationId="{C8C77FD4-1D0F-C020-AD10-D02D8472655B}"/>
          </ac:spMkLst>
        </pc:spChg>
        <pc:spChg chg="del">
          <ac:chgData name="Diego Riva" userId="4faac86c-5217-460c-b916-7e1e32e464a3" providerId="ADAL" clId="{C59C57F4-D0D8-41A9-AB3D-6F93D29F92D6}" dt="2026-09-18T10:55:07.701" v="7980" actId="478"/>
          <ac:spMkLst>
            <pc:docMk/>
            <pc:sldMk cId="1502033218" sldId="2147483613"/>
            <ac:spMk id="29" creationId="{6F660428-AFAE-4803-58BB-03B55330F295}"/>
          </ac:spMkLst>
        </pc:spChg>
        <pc:spChg chg="del">
          <ac:chgData name="Diego Riva" userId="4faac86c-5217-460c-b916-7e1e32e464a3" providerId="ADAL" clId="{C59C57F4-D0D8-41A9-AB3D-6F93D29F92D6}" dt="2026-09-18T10:55:07.701" v="7980" actId="478"/>
          <ac:spMkLst>
            <pc:docMk/>
            <pc:sldMk cId="1502033218" sldId="2147483613"/>
            <ac:spMk id="41" creationId="{EF1BA2B6-CE96-B470-F9FE-AC98A08378D8}"/>
          </ac:spMkLst>
        </pc:spChg>
      </pc:sldChg>
      <pc:sldChg chg="addSp delSp modSp mod">
        <pc:chgData name="Diego Riva" userId="4faac86c-5217-460c-b916-7e1e32e464a3" providerId="ADAL" clId="{C59C57F4-D0D8-41A9-AB3D-6F93D29F92D6}" dt="2026-09-18T10:55:20.041" v="7983" actId="22"/>
        <pc:sldMkLst>
          <pc:docMk/>
          <pc:sldMk cId="1903737226" sldId="2147483614"/>
        </pc:sldMkLst>
        <pc:spChg chg="mod">
          <ac:chgData name="Diego Riva" userId="4faac86c-5217-460c-b916-7e1e32e464a3" providerId="ADAL" clId="{C59C57F4-D0D8-41A9-AB3D-6F93D29F92D6}" dt="2026-09-18T10:07:32.843" v="6243" actId="948"/>
          <ac:spMkLst>
            <pc:docMk/>
            <pc:sldMk cId="1903737226" sldId="2147483614"/>
            <ac:spMk id="2" creationId="{E98D8C07-AA4D-D12A-9F43-AFBB68578E5C}"/>
          </ac:spMkLst>
        </pc:spChg>
        <pc:spChg chg="add del mod modVis">
          <ac:chgData name="Diego Riva" userId="4faac86c-5217-460c-b916-7e1e32e464a3" providerId="ADAL" clId="{C59C57F4-D0D8-41A9-AB3D-6F93D29F92D6}" dt="2026-09-18T09:43:11.963" v="5569"/>
          <ac:spMkLst>
            <pc:docMk/>
            <pc:sldMk cId="1903737226" sldId="2147483614"/>
            <ac:spMk id="3" creationId="{493149A3-5B18-1BF5-A551-69DC1BE5484B}"/>
          </ac:spMkLst>
        </pc:spChg>
        <pc:spChg chg="add">
          <ac:chgData name="Diego Riva" userId="4faac86c-5217-460c-b916-7e1e32e464a3" providerId="ADAL" clId="{C59C57F4-D0D8-41A9-AB3D-6F93D29F92D6}" dt="2026-09-18T10:06:54.179" v="6229" actId="22"/>
          <ac:spMkLst>
            <pc:docMk/>
            <pc:sldMk cId="1903737226" sldId="2147483614"/>
            <ac:spMk id="9" creationId="{E5C90084-7B31-C05B-7567-629477FC9297}"/>
          </ac:spMkLst>
        </pc:spChg>
        <pc:spChg chg="add del mod modVis">
          <ac:chgData name="Diego Riva" userId="4faac86c-5217-460c-b916-7e1e32e464a3" providerId="ADAL" clId="{C59C57F4-D0D8-41A9-AB3D-6F93D29F92D6}" dt="2026-09-18T10:07:32.876" v="6266"/>
          <ac:spMkLst>
            <pc:docMk/>
            <pc:sldMk cId="1903737226" sldId="2147483614"/>
            <ac:spMk id="14" creationId="{28F29BB9-6C71-27C8-3053-F78953C10C2E}"/>
          </ac:spMkLst>
        </pc:spChg>
        <pc:spChg chg="mod">
          <ac:chgData name="Diego Riva" userId="4faac86c-5217-460c-b916-7e1e32e464a3" providerId="ADAL" clId="{C59C57F4-D0D8-41A9-AB3D-6F93D29F92D6}" dt="2026-09-18T10:06:51.937" v="6227" actId="20577"/>
          <ac:spMkLst>
            <pc:docMk/>
            <pc:sldMk cId="1903737226" sldId="2147483614"/>
            <ac:spMk id="15" creationId="{CA29A207-6555-A680-5567-83AD51BA6070}"/>
          </ac:spMkLst>
        </pc:spChg>
        <pc:spChg chg="del">
          <ac:chgData name="Diego Riva" userId="4faac86c-5217-460c-b916-7e1e32e464a3" providerId="ADAL" clId="{C59C57F4-D0D8-41A9-AB3D-6F93D29F92D6}" dt="2026-09-18T10:06:53.804" v="6228" actId="478"/>
          <ac:spMkLst>
            <pc:docMk/>
            <pc:sldMk cId="1903737226" sldId="2147483614"/>
            <ac:spMk id="17" creationId="{0373D608-5ADB-956A-DF86-28DEA0D30329}"/>
          </ac:spMkLst>
        </pc:spChg>
        <pc:spChg chg="add">
          <ac:chgData name="Diego Riva" userId="4faac86c-5217-460c-b916-7e1e32e464a3" providerId="ADAL" clId="{C59C57F4-D0D8-41A9-AB3D-6F93D29F92D6}" dt="2026-09-18T10:55:20.041" v="7983" actId="22"/>
          <ac:spMkLst>
            <pc:docMk/>
            <pc:sldMk cId="1903737226" sldId="2147483614"/>
            <ac:spMk id="21" creationId="{87370844-38BC-7FFB-59C2-14BA39AE95DF}"/>
          </ac:spMkLst>
        </pc:spChg>
        <pc:spChg chg="add">
          <ac:chgData name="Diego Riva" userId="4faac86c-5217-460c-b916-7e1e32e464a3" providerId="ADAL" clId="{C59C57F4-D0D8-41A9-AB3D-6F93D29F92D6}" dt="2026-09-18T10:55:20.041" v="7983" actId="22"/>
          <ac:spMkLst>
            <pc:docMk/>
            <pc:sldMk cId="1903737226" sldId="2147483614"/>
            <ac:spMk id="23" creationId="{31A9D2C6-08D5-FFA3-694E-93046FE43876}"/>
          </ac:spMkLst>
        </pc:spChg>
        <pc:spChg chg="del">
          <ac:chgData name="Diego Riva" userId="4faac86c-5217-460c-b916-7e1e32e464a3" providerId="ADAL" clId="{C59C57F4-D0D8-41A9-AB3D-6F93D29F92D6}" dt="2026-09-18T10:55:19.435" v="7982" actId="478"/>
          <ac:spMkLst>
            <pc:docMk/>
            <pc:sldMk cId="1903737226" sldId="2147483614"/>
            <ac:spMk id="29" creationId="{F7A63437-801A-4168-4CBC-999F43C916D0}"/>
          </ac:spMkLst>
        </pc:spChg>
        <pc:spChg chg="del">
          <ac:chgData name="Diego Riva" userId="4faac86c-5217-460c-b916-7e1e32e464a3" providerId="ADAL" clId="{C59C57F4-D0D8-41A9-AB3D-6F93D29F92D6}" dt="2026-09-18T10:55:19.435" v="7982" actId="478"/>
          <ac:spMkLst>
            <pc:docMk/>
            <pc:sldMk cId="1903737226" sldId="2147483614"/>
            <ac:spMk id="41" creationId="{25C265D9-D98B-C965-0480-48C5509E4A64}"/>
          </ac:spMkLst>
        </pc:spChg>
        <pc:spChg chg="mod">
          <ac:chgData name="Diego Riva" userId="4faac86c-5217-460c-b916-7e1e32e464a3" providerId="ADAL" clId="{C59C57F4-D0D8-41A9-AB3D-6F93D29F92D6}" dt="2026-09-18T09:43:11.109" v="5545"/>
          <ac:spMkLst>
            <pc:docMk/>
            <pc:sldMk cId="1903737226" sldId="2147483614"/>
            <ac:spMk id="95" creationId="{ED2DC079-9A6F-DC2E-181C-7D58C68B8894}"/>
          </ac:spMkLst>
        </pc:spChg>
        <pc:graphicFrameChg chg="mod">
          <ac:chgData name="Diego Riva" userId="4faac86c-5217-460c-b916-7e1e32e464a3" providerId="ADAL" clId="{C59C57F4-D0D8-41A9-AB3D-6F93D29F92D6}" dt="2026-09-18T10:07:32.877" v="6268"/>
          <ac:graphicFrameMkLst>
            <pc:docMk/>
            <pc:sldMk cId="1903737226" sldId="2147483614"/>
            <ac:graphicFrameMk id="5" creationId="{8D689894-7A22-7CF0-F49E-FA4A3A76D4C7}"/>
          </ac:graphicFrameMkLst>
        </pc:graphicFrameChg>
      </pc:sldChg>
      <pc:sldChg chg="modSp mod">
        <pc:chgData name="Diego Riva" userId="4faac86c-5217-460c-b916-7e1e32e464a3" providerId="ADAL" clId="{C59C57F4-D0D8-41A9-AB3D-6F93D29F92D6}" dt="2026-09-18T09:48:51.997" v="5734" actId="403"/>
        <pc:sldMkLst>
          <pc:docMk/>
          <pc:sldMk cId="3177299329" sldId="2147483615"/>
        </pc:sldMkLst>
        <pc:spChg chg="mod">
          <ac:chgData name="Diego Riva" userId="4faac86c-5217-460c-b916-7e1e32e464a3" providerId="ADAL" clId="{C59C57F4-D0D8-41A9-AB3D-6F93D29F92D6}" dt="2026-09-18T09:48:32.386" v="5722"/>
          <ac:spMkLst>
            <pc:docMk/>
            <pc:sldMk cId="3177299329" sldId="2147483615"/>
            <ac:spMk id="26" creationId="{92B9342A-9B17-2167-39A3-F2CF9304BCB3}"/>
          </ac:spMkLst>
        </pc:spChg>
        <pc:spChg chg="mod">
          <ac:chgData name="Diego Riva" userId="4faac86c-5217-460c-b916-7e1e32e464a3" providerId="ADAL" clId="{C59C57F4-D0D8-41A9-AB3D-6F93D29F92D6}" dt="2026-09-18T09:48:51.997" v="5734" actId="403"/>
          <ac:spMkLst>
            <pc:docMk/>
            <pc:sldMk cId="3177299329" sldId="2147483615"/>
            <ac:spMk id="28" creationId="{DD4BA0D3-914C-E258-8330-DF954C459200}"/>
          </ac:spMkLst>
        </pc:spChg>
      </pc:sldChg>
      <pc:sldChg chg="addSp modSp new del mod ord">
        <pc:chgData name="Diego Riva" userId="4faac86c-5217-460c-b916-7e1e32e464a3" providerId="ADAL" clId="{C59C57F4-D0D8-41A9-AB3D-6F93D29F92D6}" dt="2026-09-18T09:12:16.433" v="782" actId="47"/>
        <pc:sldMkLst>
          <pc:docMk/>
          <pc:sldMk cId="1644875307" sldId="2147483616"/>
        </pc:sldMkLst>
        <pc:spChg chg="mod">
          <ac:chgData name="Diego Riva" userId="4faac86c-5217-460c-b916-7e1e32e464a3" providerId="ADAL" clId="{C59C57F4-D0D8-41A9-AB3D-6F93D29F92D6}" dt="2026-09-18T07:59:21.334" v="205"/>
          <ac:spMkLst>
            <pc:docMk/>
            <pc:sldMk cId="1644875307" sldId="2147483616"/>
            <ac:spMk id="2" creationId="{32E3A193-28C1-20DE-900D-3BF1F6CFDEDF}"/>
          </ac:spMkLst>
        </pc:spChg>
        <pc:spChg chg="mod">
          <ac:chgData name="Diego Riva" userId="4faac86c-5217-460c-b916-7e1e32e464a3" providerId="ADAL" clId="{C59C57F4-D0D8-41A9-AB3D-6F93D29F92D6}" dt="2026-09-18T07:59:21.336" v="206"/>
          <ac:spMkLst>
            <pc:docMk/>
            <pc:sldMk cId="1644875307" sldId="2147483616"/>
            <ac:spMk id="3" creationId="{0692C7D6-8AF9-BA30-DF09-C829855B6143}"/>
          </ac:spMkLst>
        </pc:spChg>
        <pc:spChg chg="mod">
          <ac:chgData name="Diego Riva" userId="4faac86c-5217-460c-b916-7e1e32e464a3" providerId="ADAL" clId="{C59C57F4-D0D8-41A9-AB3D-6F93D29F92D6}" dt="2026-09-18T07:59:21.338" v="207"/>
          <ac:spMkLst>
            <pc:docMk/>
            <pc:sldMk cId="1644875307" sldId="2147483616"/>
            <ac:spMk id="4" creationId="{43BC7021-E868-6177-05C8-798E4B391476}"/>
          </ac:spMkLst>
        </pc:spChg>
        <pc:spChg chg="add mod">
          <ac:chgData name="Diego Riva" userId="4faac86c-5217-460c-b916-7e1e32e464a3" providerId="ADAL" clId="{C59C57F4-D0D8-41A9-AB3D-6F93D29F92D6}" dt="2026-09-18T07:59:51.561" v="297" actId="14100"/>
          <ac:spMkLst>
            <pc:docMk/>
            <pc:sldMk cId="1644875307" sldId="2147483616"/>
            <ac:spMk id="7" creationId="{7994A3BD-8FB7-653F-FEA1-21DA12A7DEA0}"/>
          </ac:spMkLst>
        </pc:spChg>
        <pc:graphicFrameChg chg="add mod ord modVis">
          <ac:chgData name="Diego Riva" userId="4faac86c-5217-460c-b916-7e1e32e464a3" providerId="ADAL" clId="{C59C57F4-D0D8-41A9-AB3D-6F93D29F92D6}" dt="2026-09-18T07:59:21.879" v="221"/>
          <ac:graphicFrameMkLst>
            <pc:docMk/>
            <pc:sldMk cId="1644875307" sldId="2147483616"/>
            <ac:graphicFrameMk id="5" creationId="{CF356E39-A517-A37E-B15A-330E2398BE04}"/>
          </ac:graphicFrameMkLst>
        </pc:graphicFrameChg>
      </pc:sldChg>
      <pc:sldChg chg="del">
        <pc:chgData name="Diego Riva" userId="4faac86c-5217-460c-b916-7e1e32e464a3" providerId="ADAL" clId="{C59C57F4-D0D8-41A9-AB3D-6F93D29F92D6}" dt="2026-09-18T08:58:24.743" v="501" actId="47"/>
        <pc:sldMkLst>
          <pc:docMk/>
          <pc:sldMk cId="500935270" sldId="2147483617"/>
        </pc:sldMkLst>
      </pc:sldChg>
      <pc:sldChg chg="addSp delSp modSp add mod modClrScheme modShow chgLayout">
        <pc:chgData name="Diego Riva" userId="4faac86c-5217-460c-b916-7e1e32e464a3" providerId="ADAL" clId="{C59C57F4-D0D8-41A9-AB3D-6F93D29F92D6}" dt="2026-09-18T10:53:42.733" v="7974"/>
        <pc:sldMkLst>
          <pc:docMk/>
          <pc:sldMk cId="620670195" sldId="2147483617"/>
        </pc:sldMkLst>
        <pc:spChg chg="mod ord">
          <ac:chgData name="Diego Riva" userId="4faac86c-5217-460c-b916-7e1e32e464a3" providerId="ADAL" clId="{C59C57F4-D0D8-41A9-AB3D-6F93D29F92D6}" dt="2026-09-18T10:53:42.693" v="7888"/>
          <ac:spMkLst>
            <pc:docMk/>
            <pc:sldMk cId="620670195" sldId="2147483617"/>
            <ac:spMk id="2" creationId="{ECAE6F24-A010-A2EC-081A-7707E5E2F81C}"/>
          </ac:spMkLst>
        </pc:spChg>
        <pc:spChg chg="del">
          <ac:chgData name="Diego Riva" userId="4faac86c-5217-460c-b916-7e1e32e464a3" providerId="ADAL" clId="{C59C57F4-D0D8-41A9-AB3D-6F93D29F92D6}" dt="2026-09-18T10:18:07.590" v="7545" actId="478"/>
          <ac:spMkLst>
            <pc:docMk/>
            <pc:sldMk cId="620670195" sldId="2147483617"/>
            <ac:spMk id="4" creationId="{27B3483E-5F20-8B88-3188-1E5855A93E13}"/>
          </ac:spMkLst>
        </pc:spChg>
        <pc:spChg chg="add del mod modVis">
          <ac:chgData name="Diego Riva" userId="4faac86c-5217-460c-b916-7e1e32e464a3" providerId="ADAL" clId="{C59C57F4-D0D8-41A9-AB3D-6F93D29F92D6}" dt="2026-09-18T10:14:17.878" v="6389"/>
          <ac:spMkLst>
            <pc:docMk/>
            <pc:sldMk cId="620670195" sldId="2147483617"/>
            <ac:spMk id="4" creationId="{58C10F2A-CB49-FC8B-08C6-310E0CE74916}"/>
          </ac:spMkLst>
        </pc:spChg>
        <pc:spChg chg="mod ord">
          <ac:chgData name="Diego Riva" userId="4faac86c-5217-460c-b916-7e1e32e464a3" providerId="ADAL" clId="{C59C57F4-D0D8-41A9-AB3D-6F93D29F92D6}" dt="2026-09-18T10:53:42.731" v="7972"/>
          <ac:spMkLst>
            <pc:docMk/>
            <pc:sldMk cId="620670195" sldId="2147483617"/>
            <ac:spMk id="5" creationId="{D2B0A5FB-F280-1503-527C-FA0362301476}"/>
          </ac:spMkLst>
        </pc:spChg>
        <pc:spChg chg="add del mod ord">
          <ac:chgData name="Diego Riva" userId="4faac86c-5217-460c-b916-7e1e32e464a3" providerId="ADAL" clId="{C59C57F4-D0D8-41A9-AB3D-6F93D29F92D6}" dt="2026-09-18T10:15:41.736" v="7543" actId="478"/>
          <ac:spMkLst>
            <pc:docMk/>
            <pc:sldMk cId="620670195" sldId="2147483617"/>
            <ac:spMk id="6" creationId="{ACF8DA0C-4446-AE43-11F4-E02EA197AB17}"/>
          </ac:spMkLst>
        </pc:spChg>
        <pc:spChg chg="mod">
          <ac:chgData name="Diego Riva" userId="4faac86c-5217-460c-b916-7e1e32e464a3" providerId="ADAL" clId="{C59C57F4-D0D8-41A9-AB3D-6F93D29F92D6}" dt="2026-09-18T10:53:42.729" v="7966"/>
          <ac:spMkLst>
            <pc:docMk/>
            <pc:sldMk cId="620670195" sldId="2147483617"/>
            <ac:spMk id="7" creationId="{B6F92466-9565-78AC-5D19-5914A7088473}"/>
          </ac:spMkLst>
        </pc:spChg>
        <pc:spChg chg="add mod ord">
          <ac:chgData name="Diego Riva" userId="4faac86c-5217-460c-b916-7e1e32e464a3" providerId="ADAL" clId="{C59C57F4-D0D8-41A9-AB3D-6F93D29F92D6}" dt="2026-09-18T10:53:42.694" v="7890"/>
          <ac:spMkLst>
            <pc:docMk/>
            <pc:sldMk cId="620670195" sldId="2147483617"/>
            <ac:spMk id="8" creationId="{DB0AD529-33FD-32A6-9B3D-404F87DD41FA}"/>
          </ac:spMkLst>
        </pc:spChg>
        <pc:spChg chg="add del mod modVis">
          <ac:chgData name="Diego Riva" userId="4faac86c-5217-460c-b916-7e1e32e464a3" providerId="ADAL" clId="{C59C57F4-D0D8-41A9-AB3D-6F93D29F92D6}" dt="2026-09-18T10:14:29.449" v="6417"/>
          <ac:spMkLst>
            <pc:docMk/>
            <pc:sldMk cId="620670195" sldId="2147483617"/>
            <ac:spMk id="9" creationId="{0597BDD8-5CC8-4C8A-C56B-5E1FD052F7BE}"/>
          </ac:spMkLst>
        </pc:spChg>
        <pc:spChg chg="add mod ord">
          <ac:chgData name="Diego Riva" userId="4faac86c-5217-460c-b916-7e1e32e464a3" providerId="ADAL" clId="{C59C57F4-D0D8-41A9-AB3D-6F93D29F92D6}" dt="2026-09-18T10:53:42.729" v="7968"/>
          <ac:spMkLst>
            <pc:docMk/>
            <pc:sldMk cId="620670195" sldId="2147483617"/>
            <ac:spMk id="9" creationId="{A7393574-0E61-9C30-DB3B-F2847186B4F2}"/>
          </ac:spMkLst>
        </pc:spChg>
        <pc:spChg chg="add del mod">
          <ac:chgData name="Diego Riva" userId="4faac86c-5217-460c-b916-7e1e32e464a3" providerId="ADAL" clId="{C59C57F4-D0D8-41A9-AB3D-6F93D29F92D6}" dt="2026-09-18T10:19:58.838" v="7575" actId="478"/>
          <ac:spMkLst>
            <pc:docMk/>
            <pc:sldMk cId="620670195" sldId="2147483617"/>
            <ac:spMk id="10" creationId="{2CDA5C21-C61D-7979-56FC-F2978EA2135A}"/>
          </ac:spMkLst>
        </pc:spChg>
        <pc:spChg chg="add del mod modVis">
          <ac:chgData name="Diego Riva" userId="4faac86c-5217-460c-b916-7e1e32e464a3" providerId="ADAL" clId="{C59C57F4-D0D8-41A9-AB3D-6F93D29F92D6}" dt="2026-09-18T10:15:02.057" v="6451"/>
          <ac:spMkLst>
            <pc:docMk/>
            <pc:sldMk cId="620670195" sldId="2147483617"/>
            <ac:spMk id="10" creationId="{7CED9F1F-0687-AB5D-AB31-AF2FFE4A82E9}"/>
          </ac:spMkLst>
        </pc:spChg>
        <pc:spChg chg="add del mod modVis">
          <ac:chgData name="Diego Riva" userId="4faac86c-5217-460c-b916-7e1e32e464a3" providerId="ADAL" clId="{C59C57F4-D0D8-41A9-AB3D-6F93D29F92D6}" dt="2026-09-18T10:15:12.480" v="6480"/>
          <ac:spMkLst>
            <pc:docMk/>
            <pc:sldMk cId="620670195" sldId="2147483617"/>
            <ac:spMk id="11" creationId="{025F1816-A190-17C6-4EF2-4E93269D5840}"/>
          </ac:spMkLst>
        </pc:spChg>
        <pc:spChg chg="add mod ord">
          <ac:chgData name="Diego Riva" userId="4faac86c-5217-460c-b916-7e1e32e464a3" providerId="ADAL" clId="{C59C57F4-D0D8-41A9-AB3D-6F93D29F92D6}" dt="2026-09-18T10:53:42.731" v="7970"/>
          <ac:spMkLst>
            <pc:docMk/>
            <pc:sldMk cId="620670195" sldId="2147483617"/>
            <ac:spMk id="11" creationId="{61C12433-134B-1271-7764-CD7718AF8ECB}"/>
          </ac:spMkLst>
        </pc:spChg>
        <pc:spChg chg="add mod ord">
          <ac:chgData name="Diego Riva" userId="4faac86c-5217-460c-b916-7e1e32e464a3" providerId="ADAL" clId="{C59C57F4-D0D8-41A9-AB3D-6F93D29F92D6}" dt="2026-09-18T10:53:42.688" v="7874"/>
          <ac:spMkLst>
            <pc:docMk/>
            <pc:sldMk cId="620670195" sldId="2147483617"/>
            <ac:spMk id="12" creationId="{35638F2E-59BD-156B-E856-C93ABA473198}"/>
          </ac:spMkLst>
        </pc:spChg>
        <pc:spChg chg="add del mod modVis">
          <ac:chgData name="Diego Riva" userId="4faac86c-5217-460c-b916-7e1e32e464a3" providerId="ADAL" clId="{C59C57F4-D0D8-41A9-AB3D-6F93D29F92D6}" dt="2026-09-18T10:15:13.108" v="6507"/>
          <ac:spMkLst>
            <pc:docMk/>
            <pc:sldMk cId="620670195" sldId="2147483617"/>
            <ac:spMk id="12" creationId="{60BD314A-DCD9-7473-A36C-5FA745865F6D}"/>
          </ac:spMkLst>
        </pc:spChg>
        <pc:spChg chg="add del mod modVis">
          <ac:chgData name="Diego Riva" userId="4faac86c-5217-460c-b916-7e1e32e464a3" providerId="ADAL" clId="{C59C57F4-D0D8-41A9-AB3D-6F93D29F92D6}" dt="2026-09-18T10:15:14.324" v="6536"/>
          <ac:spMkLst>
            <pc:docMk/>
            <pc:sldMk cId="620670195" sldId="2147483617"/>
            <ac:spMk id="13" creationId="{5A384F46-61C5-8A3B-99B9-57257EAF2745}"/>
          </ac:spMkLst>
        </pc:spChg>
        <pc:spChg chg="add del mod modVis">
          <ac:chgData name="Diego Riva" userId="4faac86c-5217-460c-b916-7e1e32e464a3" providerId="ADAL" clId="{C59C57F4-D0D8-41A9-AB3D-6F93D29F92D6}" dt="2026-09-18T10:20:24.737" v="7708"/>
          <ac:spMkLst>
            <pc:docMk/>
            <pc:sldMk cId="620670195" sldId="2147483617"/>
            <ac:spMk id="13" creationId="{9A486559-39FC-55C5-9B95-1FBF2DCF09FE}"/>
          </ac:spMkLst>
        </pc:spChg>
        <pc:spChg chg="add del mod modVis">
          <ac:chgData name="Diego Riva" userId="4faac86c-5217-460c-b916-7e1e32e464a3" providerId="ADAL" clId="{C59C57F4-D0D8-41A9-AB3D-6F93D29F92D6}" dt="2026-09-18T10:15:17.188" v="6563"/>
          <ac:spMkLst>
            <pc:docMk/>
            <pc:sldMk cId="620670195" sldId="2147483617"/>
            <ac:spMk id="14" creationId="{6A6D9111-F898-BB02-82CF-18DB3419DE20}"/>
          </ac:spMkLst>
        </pc:spChg>
        <pc:spChg chg="mod ord">
          <ac:chgData name="Diego Riva" userId="4faac86c-5217-460c-b916-7e1e32e464a3" providerId="ADAL" clId="{C59C57F4-D0D8-41A9-AB3D-6F93D29F92D6}" dt="2026-09-18T10:53:42.694" v="7892"/>
          <ac:spMkLst>
            <pc:docMk/>
            <pc:sldMk cId="620670195" sldId="2147483617"/>
            <ac:spMk id="21" creationId="{C189783B-04B5-DF0A-3621-AE2A5AB20A49}"/>
          </ac:spMkLst>
        </pc:spChg>
        <pc:spChg chg="mod ord">
          <ac:chgData name="Diego Riva" userId="4faac86c-5217-460c-b916-7e1e32e464a3" providerId="ADAL" clId="{C59C57F4-D0D8-41A9-AB3D-6F93D29F92D6}" dt="2026-09-18T10:53:42.701" v="7914"/>
          <ac:spMkLst>
            <pc:docMk/>
            <pc:sldMk cId="620670195" sldId="2147483617"/>
            <ac:spMk id="126" creationId="{E0EC0821-5244-D341-414E-977075B3EF7C}"/>
          </ac:spMkLst>
        </pc:spChg>
        <pc:spChg chg="mod">
          <ac:chgData name="Diego Riva" userId="4faac86c-5217-460c-b916-7e1e32e464a3" providerId="ADAL" clId="{C59C57F4-D0D8-41A9-AB3D-6F93D29F92D6}" dt="2026-09-18T10:53:42.708" v="7921"/>
          <ac:spMkLst>
            <pc:docMk/>
            <pc:sldMk cId="620670195" sldId="2147483617"/>
            <ac:spMk id="152" creationId="{9FCDD188-5495-C9E4-FCF2-FD80D5E16A9E}"/>
          </ac:spMkLst>
        </pc:spChg>
        <pc:spChg chg="mod">
          <ac:chgData name="Diego Riva" userId="4faac86c-5217-460c-b916-7e1e32e464a3" providerId="ADAL" clId="{C59C57F4-D0D8-41A9-AB3D-6F93D29F92D6}" dt="2026-09-18T10:53:42.710" v="7922"/>
          <ac:spMkLst>
            <pc:docMk/>
            <pc:sldMk cId="620670195" sldId="2147483617"/>
            <ac:spMk id="154" creationId="{3D784DAB-6172-086F-FE93-4AACD7F5E14B}"/>
          </ac:spMkLst>
        </pc:spChg>
        <pc:spChg chg="mod">
          <ac:chgData name="Diego Riva" userId="4faac86c-5217-460c-b916-7e1e32e464a3" providerId="ADAL" clId="{C59C57F4-D0D8-41A9-AB3D-6F93D29F92D6}" dt="2026-09-18T10:53:42.710" v="7923"/>
          <ac:spMkLst>
            <pc:docMk/>
            <pc:sldMk cId="620670195" sldId="2147483617"/>
            <ac:spMk id="156" creationId="{D6919D30-66BE-E413-04EF-D95D20D05E87}"/>
          </ac:spMkLst>
        </pc:spChg>
        <pc:spChg chg="mod">
          <ac:chgData name="Diego Riva" userId="4faac86c-5217-460c-b916-7e1e32e464a3" providerId="ADAL" clId="{C59C57F4-D0D8-41A9-AB3D-6F93D29F92D6}" dt="2026-09-18T10:53:42.711" v="7924"/>
          <ac:spMkLst>
            <pc:docMk/>
            <pc:sldMk cId="620670195" sldId="2147483617"/>
            <ac:spMk id="158" creationId="{1F198667-DE11-DF03-F6BE-5E6E49A9DC73}"/>
          </ac:spMkLst>
        </pc:spChg>
        <pc:spChg chg="mod">
          <ac:chgData name="Diego Riva" userId="4faac86c-5217-460c-b916-7e1e32e464a3" providerId="ADAL" clId="{C59C57F4-D0D8-41A9-AB3D-6F93D29F92D6}" dt="2026-09-18T10:53:42.711" v="7925"/>
          <ac:spMkLst>
            <pc:docMk/>
            <pc:sldMk cId="620670195" sldId="2147483617"/>
            <ac:spMk id="160" creationId="{84CCDA0F-1A56-0469-5AB1-A835A64F10E6}"/>
          </ac:spMkLst>
        </pc:spChg>
        <pc:spChg chg="mod">
          <ac:chgData name="Diego Riva" userId="4faac86c-5217-460c-b916-7e1e32e464a3" providerId="ADAL" clId="{C59C57F4-D0D8-41A9-AB3D-6F93D29F92D6}" dt="2026-09-18T10:53:42.685" v="7872"/>
          <ac:spMkLst>
            <pc:docMk/>
            <pc:sldMk cId="620670195" sldId="2147483617"/>
            <ac:spMk id="162" creationId="{DCD3519A-66F4-FFD1-0FD4-F40B7533081A}"/>
          </ac:spMkLst>
        </pc:spChg>
        <pc:spChg chg="mod">
          <ac:chgData name="Diego Riva" userId="4faac86c-5217-460c-b916-7e1e32e464a3" providerId="ADAL" clId="{C59C57F4-D0D8-41A9-AB3D-6F93D29F92D6}" dt="2026-09-18T10:53:42.712" v="7926"/>
          <ac:spMkLst>
            <pc:docMk/>
            <pc:sldMk cId="620670195" sldId="2147483617"/>
            <ac:spMk id="164" creationId="{8ACA7ADF-958F-81C7-372A-2E19743DED80}"/>
          </ac:spMkLst>
        </pc:spChg>
        <pc:spChg chg="mod">
          <ac:chgData name="Diego Riva" userId="4faac86c-5217-460c-b916-7e1e32e464a3" providerId="ADAL" clId="{C59C57F4-D0D8-41A9-AB3D-6F93D29F92D6}" dt="2026-09-18T10:53:42.713" v="7927"/>
          <ac:spMkLst>
            <pc:docMk/>
            <pc:sldMk cId="620670195" sldId="2147483617"/>
            <ac:spMk id="166" creationId="{D48941FD-5C2D-5431-4A94-F632DE6DCB96}"/>
          </ac:spMkLst>
        </pc:spChg>
        <pc:spChg chg="mod">
          <ac:chgData name="Diego Riva" userId="4faac86c-5217-460c-b916-7e1e32e464a3" providerId="ADAL" clId="{C59C57F4-D0D8-41A9-AB3D-6F93D29F92D6}" dt="2026-09-18T10:53:42.713" v="7928"/>
          <ac:spMkLst>
            <pc:docMk/>
            <pc:sldMk cId="620670195" sldId="2147483617"/>
            <ac:spMk id="168" creationId="{E01DC175-CD7D-DBBA-52CE-AF1829ED12EE}"/>
          </ac:spMkLst>
        </pc:spChg>
        <pc:spChg chg="mod">
          <ac:chgData name="Diego Riva" userId="4faac86c-5217-460c-b916-7e1e32e464a3" providerId="ADAL" clId="{C59C57F4-D0D8-41A9-AB3D-6F93D29F92D6}" dt="2026-09-18T10:53:42.714" v="7929"/>
          <ac:spMkLst>
            <pc:docMk/>
            <pc:sldMk cId="620670195" sldId="2147483617"/>
            <ac:spMk id="170" creationId="{8F28C1D9-BB50-DA35-29A2-3DD0C198DD39}"/>
          </ac:spMkLst>
        </pc:spChg>
        <pc:spChg chg="mod">
          <ac:chgData name="Diego Riva" userId="4faac86c-5217-460c-b916-7e1e32e464a3" providerId="ADAL" clId="{C59C57F4-D0D8-41A9-AB3D-6F93D29F92D6}" dt="2026-09-18T10:53:42.715" v="7930"/>
          <ac:spMkLst>
            <pc:docMk/>
            <pc:sldMk cId="620670195" sldId="2147483617"/>
            <ac:spMk id="172" creationId="{5B59A6D1-C44F-B467-D34C-0281F4DD10D9}"/>
          </ac:spMkLst>
        </pc:spChg>
        <pc:spChg chg="mod">
          <ac:chgData name="Diego Riva" userId="4faac86c-5217-460c-b916-7e1e32e464a3" providerId="ADAL" clId="{C59C57F4-D0D8-41A9-AB3D-6F93D29F92D6}" dt="2026-09-18T10:53:42.715" v="7931"/>
          <ac:spMkLst>
            <pc:docMk/>
            <pc:sldMk cId="620670195" sldId="2147483617"/>
            <ac:spMk id="173" creationId="{12ACDB15-E35E-B728-CCEE-912F81C34B9B}"/>
          </ac:spMkLst>
        </pc:spChg>
        <pc:spChg chg="mod ord">
          <ac:chgData name="Diego Riva" userId="4faac86c-5217-460c-b916-7e1e32e464a3" providerId="ADAL" clId="{C59C57F4-D0D8-41A9-AB3D-6F93D29F92D6}" dt="2026-09-18T10:53:42.693" v="7886"/>
          <ac:spMkLst>
            <pc:docMk/>
            <pc:sldMk cId="620670195" sldId="2147483617"/>
            <ac:spMk id="175" creationId="{D7524D6C-5E40-3465-CC8D-5B895E325B6A}"/>
          </ac:spMkLst>
        </pc:spChg>
        <pc:spChg chg="mod ord">
          <ac:chgData name="Diego Riva" userId="4faac86c-5217-460c-b916-7e1e32e464a3" providerId="ADAL" clId="{C59C57F4-D0D8-41A9-AB3D-6F93D29F92D6}" dt="2026-09-18T10:53:42.692" v="7884"/>
          <ac:spMkLst>
            <pc:docMk/>
            <pc:sldMk cId="620670195" sldId="2147483617"/>
            <ac:spMk id="177" creationId="{7396ED80-25AE-4C3D-374F-471C85ADF3A0}"/>
          </ac:spMkLst>
        </pc:spChg>
        <pc:spChg chg="mod ord">
          <ac:chgData name="Diego Riva" userId="4faac86c-5217-460c-b916-7e1e32e464a3" providerId="ADAL" clId="{C59C57F4-D0D8-41A9-AB3D-6F93D29F92D6}" dt="2026-09-18T10:53:42.691" v="7882"/>
          <ac:spMkLst>
            <pc:docMk/>
            <pc:sldMk cId="620670195" sldId="2147483617"/>
            <ac:spMk id="178" creationId="{33FCE7BA-C4F6-3DC1-3A80-CF6840A2B913}"/>
          </ac:spMkLst>
        </pc:spChg>
        <pc:spChg chg="mod ord">
          <ac:chgData name="Diego Riva" userId="4faac86c-5217-460c-b916-7e1e32e464a3" providerId="ADAL" clId="{C59C57F4-D0D8-41A9-AB3D-6F93D29F92D6}" dt="2026-09-18T10:53:42.690" v="7880"/>
          <ac:spMkLst>
            <pc:docMk/>
            <pc:sldMk cId="620670195" sldId="2147483617"/>
            <ac:spMk id="179" creationId="{75AD4BB8-69D2-0D61-A07F-CC703D9FD225}"/>
          </ac:spMkLst>
        </pc:spChg>
        <pc:spChg chg="mod ord">
          <ac:chgData name="Diego Riva" userId="4faac86c-5217-460c-b916-7e1e32e464a3" providerId="ADAL" clId="{C59C57F4-D0D8-41A9-AB3D-6F93D29F92D6}" dt="2026-09-18T10:53:42.690" v="7878"/>
          <ac:spMkLst>
            <pc:docMk/>
            <pc:sldMk cId="620670195" sldId="2147483617"/>
            <ac:spMk id="180" creationId="{5AD3449C-A06B-41DE-D30B-0A29B42C7A13}"/>
          </ac:spMkLst>
        </pc:spChg>
        <pc:spChg chg="mod ord">
          <ac:chgData name="Diego Riva" userId="4faac86c-5217-460c-b916-7e1e32e464a3" providerId="ADAL" clId="{C59C57F4-D0D8-41A9-AB3D-6F93D29F92D6}" dt="2026-09-18T10:53:42.689" v="7876"/>
          <ac:spMkLst>
            <pc:docMk/>
            <pc:sldMk cId="620670195" sldId="2147483617"/>
            <ac:spMk id="181" creationId="{B0760873-D1CD-19DD-F286-31DF70D231D0}"/>
          </ac:spMkLst>
        </pc:spChg>
        <pc:spChg chg="mod ord">
          <ac:chgData name="Diego Riva" userId="4faac86c-5217-460c-b916-7e1e32e464a3" providerId="ADAL" clId="{C59C57F4-D0D8-41A9-AB3D-6F93D29F92D6}" dt="2026-09-18T10:53:42.716" v="7933"/>
          <ac:spMkLst>
            <pc:docMk/>
            <pc:sldMk cId="620670195" sldId="2147483617"/>
            <ac:spMk id="182" creationId="{30EC1E1C-4902-3A6D-370F-4607855F1063}"/>
          </ac:spMkLst>
        </pc:spChg>
        <pc:spChg chg="mod ord">
          <ac:chgData name="Diego Riva" userId="4faac86c-5217-460c-b916-7e1e32e464a3" providerId="ADAL" clId="{C59C57F4-D0D8-41A9-AB3D-6F93D29F92D6}" dt="2026-09-18T10:53:42.717" v="7935"/>
          <ac:spMkLst>
            <pc:docMk/>
            <pc:sldMk cId="620670195" sldId="2147483617"/>
            <ac:spMk id="184" creationId="{8642E32D-15A2-5F22-6227-F88F2DC2F18A}"/>
          </ac:spMkLst>
        </pc:spChg>
        <pc:spChg chg="mod ord">
          <ac:chgData name="Diego Riva" userId="4faac86c-5217-460c-b916-7e1e32e464a3" providerId="ADAL" clId="{C59C57F4-D0D8-41A9-AB3D-6F93D29F92D6}" dt="2026-09-18T10:53:42.717" v="7937"/>
          <ac:spMkLst>
            <pc:docMk/>
            <pc:sldMk cId="620670195" sldId="2147483617"/>
            <ac:spMk id="185" creationId="{2DF190AE-C5F4-62C1-0435-3F8DE5A7FBB7}"/>
          </ac:spMkLst>
        </pc:spChg>
        <pc:spChg chg="mod ord">
          <ac:chgData name="Diego Riva" userId="4faac86c-5217-460c-b916-7e1e32e464a3" providerId="ADAL" clId="{C59C57F4-D0D8-41A9-AB3D-6F93D29F92D6}" dt="2026-09-18T10:53:42.718" v="7939"/>
          <ac:spMkLst>
            <pc:docMk/>
            <pc:sldMk cId="620670195" sldId="2147483617"/>
            <ac:spMk id="186" creationId="{8652B643-E9D8-230A-F733-61077227FE55}"/>
          </ac:spMkLst>
        </pc:spChg>
        <pc:spChg chg="mod ord">
          <ac:chgData name="Diego Riva" userId="4faac86c-5217-460c-b916-7e1e32e464a3" providerId="ADAL" clId="{C59C57F4-D0D8-41A9-AB3D-6F93D29F92D6}" dt="2026-09-18T10:53:42.720" v="7941"/>
          <ac:spMkLst>
            <pc:docMk/>
            <pc:sldMk cId="620670195" sldId="2147483617"/>
            <ac:spMk id="187" creationId="{418782E4-6B1A-109E-4CAE-3E15B338B26A}"/>
          </ac:spMkLst>
        </pc:spChg>
        <pc:spChg chg="mod ord">
          <ac:chgData name="Diego Riva" userId="4faac86c-5217-460c-b916-7e1e32e464a3" providerId="ADAL" clId="{C59C57F4-D0D8-41A9-AB3D-6F93D29F92D6}" dt="2026-09-18T10:53:42.721" v="7943"/>
          <ac:spMkLst>
            <pc:docMk/>
            <pc:sldMk cId="620670195" sldId="2147483617"/>
            <ac:spMk id="188" creationId="{F6272C12-4A35-51C2-1986-7B81FF824648}"/>
          </ac:spMkLst>
        </pc:spChg>
        <pc:spChg chg="mod ord">
          <ac:chgData name="Diego Riva" userId="4faac86c-5217-460c-b916-7e1e32e464a3" providerId="ADAL" clId="{C59C57F4-D0D8-41A9-AB3D-6F93D29F92D6}" dt="2026-09-18T10:53:42.722" v="7945"/>
          <ac:spMkLst>
            <pc:docMk/>
            <pc:sldMk cId="620670195" sldId="2147483617"/>
            <ac:spMk id="189" creationId="{6136EEEA-B2E5-E263-22DA-9BEA6C7FDA88}"/>
          </ac:spMkLst>
        </pc:spChg>
        <pc:spChg chg="mod ord">
          <ac:chgData name="Diego Riva" userId="4faac86c-5217-460c-b916-7e1e32e464a3" providerId="ADAL" clId="{C59C57F4-D0D8-41A9-AB3D-6F93D29F92D6}" dt="2026-09-18T10:53:42.722" v="7947"/>
          <ac:spMkLst>
            <pc:docMk/>
            <pc:sldMk cId="620670195" sldId="2147483617"/>
            <ac:spMk id="190" creationId="{866C7670-A8F8-E2FA-6575-B5F04E640F9B}"/>
          </ac:spMkLst>
        </pc:spChg>
        <pc:spChg chg="mod ord">
          <ac:chgData name="Diego Riva" userId="4faac86c-5217-460c-b916-7e1e32e464a3" providerId="ADAL" clId="{C59C57F4-D0D8-41A9-AB3D-6F93D29F92D6}" dt="2026-09-18T10:53:42.724" v="7951"/>
          <ac:spMkLst>
            <pc:docMk/>
            <pc:sldMk cId="620670195" sldId="2147483617"/>
            <ac:spMk id="192" creationId="{59A67FEE-3F4F-07A9-3B9A-10A9505D500F}"/>
          </ac:spMkLst>
        </pc:spChg>
        <pc:spChg chg="mod ord">
          <ac:chgData name="Diego Riva" userId="4faac86c-5217-460c-b916-7e1e32e464a3" providerId="ADAL" clId="{C59C57F4-D0D8-41A9-AB3D-6F93D29F92D6}" dt="2026-09-18T10:53:42.725" v="7953"/>
          <ac:spMkLst>
            <pc:docMk/>
            <pc:sldMk cId="620670195" sldId="2147483617"/>
            <ac:spMk id="193" creationId="{CD3736CD-76AE-4E59-E68A-1D0CBDC5972B}"/>
          </ac:spMkLst>
        </pc:spChg>
        <pc:spChg chg="mod ord">
          <ac:chgData name="Diego Riva" userId="4faac86c-5217-460c-b916-7e1e32e464a3" providerId="ADAL" clId="{C59C57F4-D0D8-41A9-AB3D-6F93D29F92D6}" dt="2026-09-18T10:53:42.725" v="7955"/>
          <ac:spMkLst>
            <pc:docMk/>
            <pc:sldMk cId="620670195" sldId="2147483617"/>
            <ac:spMk id="194" creationId="{5C2245EC-509B-060A-3643-DC8FD0AE8207}"/>
          </ac:spMkLst>
        </pc:spChg>
        <pc:spChg chg="mod ord">
          <ac:chgData name="Diego Riva" userId="4faac86c-5217-460c-b916-7e1e32e464a3" providerId="ADAL" clId="{C59C57F4-D0D8-41A9-AB3D-6F93D29F92D6}" dt="2026-09-18T10:53:42.726" v="7957"/>
          <ac:spMkLst>
            <pc:docMk/>
            <pc:sldMk cId="620670195" sldId="2147483617"/>
            <ac:spMk id="195" creationId="{9C418CDC-9C2E-5A98-0036-F6163574FC44}"/>
          </ac:spMkLst>
        </pc:spChg>
        <pc:spChg chg="mod ord">
          <ac:chgData name="Diego Riva" userId="4faac86c-5217-460c-b916-7e1e32e464a3" providerId="ADAL" clId="{C59C57F4-D0D8-41A9-AB3D-6F93D29F92D6}" dt="2026-09-18T10:53:42.726" v="7959"/>
          <ac:spMkLst>
            <pc:docMk/>
            <pc:sldMk cId="620670195" sldId="2147483617"/>
            <ac:spMk id="196" creationId="{655E3C43-5A6A-55A8-1CBC-4C0578168FB6}"/>
          </ac:spMkLst>
        </pc:spChg>
        <pc:spChg chg="mod ord">
          <ac:chgData name="Diego Riva" userId="4faac86c-5217-460c-b916-7e1e32e464a3" providerId="ADAL" clId="{C59C57F4-D0D8-41A9-AB3D-6F93D29F92D6}" dt="2026-09-18T10:53:42.727" v="7961"/>
          <ac:spMkLst>
            <pc:docMk/>
            <pc:sldMk cId="620670195" sldId="2147483617"/>
            <ac:spMk id="197" creationId="{C45DF18A-882C-2652-B916-CA192797BB25}"/>
          </ac:spMkLst>
        </pc:spChg>
        <pc:spChg chg="mod ord">
          <ac:chgData name="Diego Riva" userId="4faac86c-5217-460c-b916-7e1e32e464a3" providerId="ADAL" clId="{C59C57F4-D0D8-41A9-AB3D-6F93D29F92D6}" dt="2026-09-18T10:53:42.727" v="7963"/>
          <ac:spMkLst>
            <pc:docMk/>
            <pc:sldMk cId="620670195" sldId="2147483617"/>
            <ac:spMk id="198" creationId="{E696FDD5-59CC-C6AA-F466-0EC101CAA88A}"/>
          </ac:spMkLst>
        </pc:spChg>
        <pc:spChg chg="mod ord">
          <ac:chgData name="Diego Riva" userId="4faac86c-5217-460c-b916-7e1e32e464a3" providerId="ADAL" clId="{C59C57F4-D0D8-41A9-AB3D-6F93D29F92D6}" dt="2026-09-18T10:53:42.728" v="7965"/>
          <ac:spMkLst>
            <pc:docMk/>
            <pc:sldMk cId="620670195" sldId="2147483617"/>
            <ac:spMk id="200" creationId="{8C8D6B20-80D2-9651-0009-B2EF1A0860F0}"/>
          </ac:spMkLst>
        </pc:spChg>
        <pc:grpChg chg="mod ord">
          <ac:chgData name="Diego Riva" userId="4faac86c-5217-460c-b916-7e1e32e464a3" providerId="ADAL" clId="{C59C57F4-D0D8-41A9-AB3D-6F93D29F92D6}" dt="2026-09-18T10:53:42.695" v="7894"/>
          <ac:grpSpMkLst>
            <pc:docMk/>
            <pc:sldMk cId="620670195" sldId="2147483617"/>
            <ac:grpSpMk id="85" creationId="{2A4643DB-E00E-161A-713B-98719565A1D8}"/>
          </ac:grpSpMkLst>
        </pc:grpChg>
        <pc:grpChg chg="mod ord">
          <ac:chgData name="Diego Riva" userId="4faac86c-5217-460c-b916-7e1e32e464a3" providerId="ADAL" clId="{C59C57F4-D0D8-41A9-AB3D-6F93D29F92D6}" dt="2026-09-18T10:53:42.696" v="7896"/>
          <ac:grpSpMkLst>
            <pc:docMk/>
            <pc:sldMk cId="620670195" sldId="2147483617"/>
            <ac:grpSpMk id="88" creationId="{10D6CFD2-D6ED-9349-3751-B378BF70C80B}"/>
          </ac:grpSpMkLst>
        </pc:grpChg>
        <pc:grpChg chg="mod ord">
          <ac:chgData name="Diego Riva" userId="4faac86c-5217-460c-b916-7e1e32e464a3" providerId="ADAL" clId="{C59C57F4-D0D8-41A9-AB3D-6F93D29F92D6}" dt="2026-09-18T10:53:42.696" v="7898"/>
          <ac:grpSpMkLst>
            <pc:docMk/>
            <pc:sldMk cId="620670195" sldId="2147483617"/>
            <ac:grpSpMk id="91" creationId="{D1C695E5-0818-FC80-203E-FA556052D27A}"/>
          </ac:grpSpMkLst>
        </pc:grpChg>
        <pc:grpChg chg="mod ord">
          <ac:chgData name="Diego Riva" userId="4faac86c-5217-460c-b916-7e1e32e464a3" providerId="ADAL" clId="{C59C57F4-D0D8-41A9-AB3D-6F93D29F92D6}" dt="2026-09-18T10:53:42.697" v="7900"/>
          <ac:grpSpMkLst>
            <pc:docMk/>
            <pc:sldMk cId="620670195" sldId="2147483617"/>
            <ac:grpSpMk id="94" creationId="{C61AEE50-F4AA-2370-B65E-F20C91B2EFFB}"/>
          </ac:grpSpMkLst>
        </pc:grpChg>
        <pc:grpChg chg="mod ord">
          <ac:chgData name="Diego Riva" userId="4faac86c-5217-460c-b916-7e1e32e464a3" providerId="ADAL" clId="{C59C57F4-D0D8-41A9-AB3D-6F93D29F92D6}" dt="2026-09-18T10:53:42.697" v="7902"/>
          <ac:grpSpMkLst>
            <pc:docMk/>
            <pc:sldMk cId="620670195" sldId="2147483617"/>
            <ac:grpSpMk id="97" creationId="{4BCE5F61-5E54-AEF9-540E-9F1769000AA8}"/>
          </ac:grpSpMkLst>
        </pc:grpChg>
        <pc:grpChg chg="mod ord">
          <ac:chgData name="Diego Riva" userId="4faac86c-5217-460c-b916-7e1e32e464a3" providerId="ADAL" clId="{C59C57F4-D0D8-41A9-AB3D-6F93D29F92D6}" dt="2026-09-18T10:53:42.698" v="7904"/>
          <ac:grpSpMkLst>
            <pc:docMk/>
            <pc:sldMk cId="620670195" sldId="2147483617"/>
            <ac:grpSpMk id="100" creationId="{4E9CD5A9-C0D1-033B-BF50-92E27A18179C}"/>
          </ac:grpSpMkLst>
        </pc:grpChg>
        <pc:grpChg chg="mod ord">
          <ac:chgData name="Diego Riva" userId="4faac86c-5217-460c-b916-7e1e32e464a3" providerId="ADAL" clId="{C59C57F4-D0D8-41A9-AB3D-6F93D29F92D6}" dt="2026-09-18T10:53:42.699" v="7906"/>
          <ac:grpSpMkLst>
            <pc:docMk/>
            <pc:sldMk cId="620670195" sldId="2147483617"/>
            <ac:grpSpMk id="103" creationId="{0C71D0CF-F1A4-6928-E48C-E4363E51E7AA}"/>
          </ac:grpSpMkLst>
        </pc:grpChg>
        <pc:grpChg chg="mod ord">
          <ac:chgData name="Diego Riva" userId="4faac86c-5217-460c-b916-7e1e32e464a3" providerId="ADAL" clId="{C59C57F4-D0D8-41A9-AB3D-6F93D29F92D6}" dt="2026-09-18T10:53:42.699" v="7908"/>
          <ac:grpSpMkLst>
            <pc:docMk/>
            <pc:sldMk cId="620670195" sldId="2147483617"/>
            <ac:grpSpMk id="106" creationId="{D7C86E13-1665-A154-F569-741BBDFE55FC}"/>
          </ac:grpSpMkLst>
        </pc:grpChg>
        <pc:grpChg chg="mod ord">
          <ac:chgData name="Diego Riva" userId="4faac86c-5217-460c-b916-7e1e32e464a3" providerId="ADAL" clId="{C59C57F4-D0D8-41A9-AB3D-6F93D29F92D6}" dt="2026-09-18T10:53:42.700" v="7910"/>
          <ac:grpSpMkLst>
            <pc:docMk/>
            <pc:sldMk cId="620670195" sldId="2147483617"/>
            <ac:grpSpMk id="109" creationId="{337ECC1E-E869-0270-7526-22C3224AEB35}"/>
          </ac:grpSpMkLst>
        </pc:grpChg>
        <pc:grpChg chg="mod ord">
          <ac:chgData name="Diego Riva" userId="4faac86c-5217-460c-b916-7e1e32e464a3" providerId="ADAL" clId="{C59C57F4-D0D8-41A9-AB3D-6F93D29F92D6}" dt="2026-09-18T10:53:42.701" v="7912"/>
          <ac:grpSpMkLst>
            <pc:docMk/>
            <pc:sldMk cId="620670195" sldId="2147483617"/>
            <ac:grpSpMk id="112" creationId="{DD0BF0DB-D5BD-5D36-ECA5-7CACA8100C54}"/>
          </ac:grpSpMkLst>
        </pc:grpChg>
        <pc:grpChg chg="mod ord">
          <ac:chgData name="Diego Riva" userId="4faac86c-5217-460c-b916-7e1e32e464a3" providerId="ADAL" clId="{C59C57F4-D0D8-41A9-AB3D-6F93D29F92D6}" dt="2026-09-18T10:53:42.705" v="7916"/>
          <ac:grpSpMkLst>
            <pc:docMk/>
            <pc:sldMk cId="620670195" sldId="2147483617"/>
            <ac:grpSpMk id="130" creationId="{439E5422-8BF7-8F6C-A1D2-68EA6D693958}"/>
          </ac:grpSpMkLst>
        </pc:grpChg>
        <pc:grpChg chg="mod ord">
          <ac:chgData name="Diego Riva" userId="4faac86c-5217-460c-b916-7e1e32e464a3" providerId="ADAL" clId="{C59C57F4-D0D8-41A9-AB3D-6F93D29F92D6}" dt="2026-09-18T10:53:42.706" v="7918"/>
          <ac:grpSpMkLst>
            <pc:docMk/>
            <pc:sldMk cId="620670195" sldId="2147483617"/>
            <ac:grpSpMk id="141" creationId="{693BAFB5-8E7E-8B8B-142D-3297267524F9}"/>
          </ac:grpSpMkLst>
        </pc:grpChg>
        <pc:grpChg chg="mod ord">
          <ac:chgData name="Diego Riva" userId="4faac86c-5217-460c-b916-7e1e32e464a3" providerId="ADAL" clId="{C59C57F4-D0D8-41A9-AB3D-6F93D29F92D6}" dt="2026-09-18T10:53:42.707" v="7920"/>
          <ac:grpSpMkLst>
            <pc:docMk/>
            <pc:sldMk cId="620670195" sldId="2147483617"/>
            <ac:grpSpMk id="144" creationId="{3BA91519-3148-9320-BE0A-0F635D89AD8A}"/>
          </ac:grpSpMkLst>
        </pc:grpChg>
        <pc:graphicFrameChg chg="mod">
          <ac:chgData name="Diego Riva" userId="4faac86c-5217-460c-b916-7e1e32e464a3" providerId="ADAL" clId="{C59C57F4-D0D8-41A9-AB3D-6F93D29F92D6}" dt="2026-09-18T10:53:42.733" v="7974"/>
          <ac:graphicFrameMkLst>
            <pc:docMk/>
            <pc:sldMk cId="620670195" sldId="2147483617"/>
            <ac:graphicFrameMk id="3" creationId="{6B7D2E6D-A6A4-8E0F-58E9-2A3CE6225BAE}"/>
          </ac:graphicFrameMkLst>
        </pc:graphicFrameChg>
        <pc:cxnChg chg="mod ord">
          <ac:chgData name="Diego Riva" userId="4faac86c-5217-460c-b916-7e1e32e464a3" providerId="ADAL" clId="{C59C57F4-D0D8-41A9-AB3D-6F93D29F92D6}" dt="2026-09-18T10:53:42.723" v="7949"/>
          <ac:cxnSpMkLst>
            <pc:docMk/>
            <pc:sldMk cId="620670195" sldId="2147483617"/>
            <ac:cxnSpMk id="191" creationId="{BA3C4B89-11EA-9A50-40DB-36B0D2BEEBE0}"/>
          </ac:cxnSpMkLst>
        </pc:cxnChg>
      </pc:sldChg>
      <pc:sldChg chg="addSp delSp modSp add del mod modShow">
        <pc:chgData name="Diego Riva" userId="4faac86c-5217-460c-b916-7e1e32e464a3" providerId="ADAL" clId="{C59C57F4-D0D8-41A9-AB3D-6F93D29F92D6}" dt="2026-09-18T12:39:15.726" v="10477" actId="47"/>
        <pc:sldMkLst>
          <pc:docMk/>
          <pc:sldMk cId="3985771341" sldId="2147483618"/>
        </pc:sldMkLst>
        <pc:spChg chg="mod">
          <ac:chgData name="Diego Riva" userId="4faac86c-5217-460c-b916-7e1e32e464a3" providerId="ADAL" clId="{C59C57F4-D0D8-41A9-AB3D-6F93D29F92D6}" dt="2026-09-18T10:07:47.708" v="6333" actId="948"/>
          <ac:spMkLst>
            <pc:docMk/>
            <pc:sldMk cId="3985771341" sldId="2147483618"/>
            <ac:spMk id="2" creationId="{1E0BE433-9378-996C-211D-F36BB8B181AF}"/>
          </ac:spMkLst>
        </pc:spChg>
        <pc:spChg chg="del">
          <ac:chgData name="Diego Riva" userId="4faac86c-5217-460c-b916-7e1e32e464a3" providerId="ADAL" clId="{C59C57F4-D0D8-41A9-AB3D-6F93D29F92D6}" dt="2026-09-18T09:23:02.516" v="4228" actId="478"/>
          <ac:spMkLst>
            <pc:docMk/>
            <pc:sldMk cId="3985771341" sldId="2147483618"/>
            <ac:spMk id="3" creationId="{4BDF9F48-E4EA-AB34-9326-26C164CA71E5}"/>
          </ac:spMkLst>
        </pc:spChg>
        <pc:spChg chg="add del mod modVis">
          <ac:chgData name="Diego Riva" userId="4faac86c-5217-460c-b916-7e1e32e464a3" providerId="ADAL" clId="{C59C57F4-D0D8-41A9-AB3D-6F93D29F92D6}" dt="2026-09-18T10:07:47.759" v="6360"/>
          <ac:spMkLst>
            <pc:docMk/>
            <pc:sldMk cId="3985771341" sldId="2147483618"/>
            <ac:spMk id="6" creationId="{AFC5B25E-B5B6-4E76-E655-33C9E8BA0185}"/>
          </ac:spMkLst>
        </pc:spChg>
        <pc:spChg chg="mod">
          <ac:chgData name="Diego Riva" userId="4faac86c-5217-460c-b916-7e1e32e464a3" providerId="ADAL" clId="{C59C57F4-D0D8-41A9-AB3D-6F93D29F92D6}" dt="2026-09-18T09:01:45.465" v="512" actId="139"/>
          <ac:spMkLst>
            <pc:docMk/>
            <pc:sldMk cId="3985771341" sldId="2147483618"/>
            <ac:spMk id="16" creationId="{73B6094B-BA07-DA6E-4536-65F48A09FEED}"/>
          </ac:spMkLst>
        </pc:spChg>
        <pc:spChg chg="mod topLvl">
          <ac:chgData name="Diego Riva" userId="4faac86c-5217-460c-b916-7e1e32e464a3" providerId="ADAL" clId="{C59C57F4-D0D8-41A9-AB3D-6F93D29F92D6}" dt="2026-09-18T09:01:53.865" v="515" actId="165"/>
          <ac:spMkLst>
            <pc:docMk/>
            <pc:sldMk cId="3985771341" sldId="2147483618"/>
            <ac:spMk id="18" creationId="{7064FE99-A353-5381-062E-C27A77E199A0}"/>
          </ac:spMkLst>
        </pc:spChg>
        <pc:spChg chg="mod">
          <ac:chgData name="Diego Riva" userId="4faac86c-5217-460c-b916-7e1e32e464a3" providerId="ADAL" clId="{C59C57F4-D0D8-41A9-AB3D-6F93D29F92D6}" dt="2026-09-18T09:05:02.101" v="564" actId="113"/>
          <ac:spMkLst>
            <pc:docMk/>
            <pc:sldMk cId="3985771341" sldId="2147483618"/>
            <ac:spMk id="19" creationId="{66552939-F574-51CC-C535-CA3A90CBB439}"/>
          </ac:spMkLst>
        </pc:spChg>
        <pc:spChg chg="add del mod modVis">
          <ac:chgData name="Diego Riva" userId="4faac86c-5217-460c-b916-7e1e32e464a3" providerId="ADAL" clId="{C59C57F4-D0D8-41A9-AB3D-6F93D29F92D6}" dt="2026-09-18T09:22:51.456" v="4110"/>
          <ac:spMkLst>
            <pc:docMk/>
            <pc:sldMk cId="3985771341" sldId="2147483618"/>
            <ac:spMk id="21" creationId="{B6CE35DE-BCE3-C611-A5E3-7F64F8C96BAE}"/>
          </ac:spMkLst>
        </pc:spChg>
        <pc:spChg chg="add del mod modVis">
          <ac:chgData name="Diego Riva" userId="4faac86c-5217-460c-b916-7e1e32e464a3" providerId="ADAL" clId="{C59C57F4-D0D8-41A9-AB3D-6F93D29F92D6}" dt="2026-09-18T09:22:55.828" v="4162"/>
          <ac:spMkLst>
            <pc:docMk/>
            <pc:sldMk cId="3985771341" sldId="2147483618"/>
            <ac:spMk id="22" creationId="{1ED760EE-4B35-EC08-1914-D7C7B85B3E49}"/>
          </ac:spMkLst>
        </pc:spChg>
        <pc:spChg chg="add del mod modVis">
          <ac:chgData name="Diego Riva" userId="4faac86c-5217-460c-b916-7e1e32e464a3" providerId="ADAL" clId="{C59C57F4-D0D8-41A9-AB3D-6F93D29F92D6}" dt="2026-09-18T09:22:57.030" v="4194"/>
          <ac:spMkLst>
            <pc:docMk/>
            <pc:sldMk cId="3985771341" sldId="2147483618"/>
            <ac:spMk id="23" creationId="{C96EBEBD-8BED-FC53-F961-51ABA93F72C3}"/>
          </ac:spMkLst>
        </pc:spChg>
        <pc:spChg chg="add del mod modVis">
          <ac:chgData name="Diego Riva" userId="4faac86c-5217-460c-b916-7e1e32e464a3" providerId="ADAL" clId="{C59C57F4-D0D8-41A9-AB3D-6F93D29F92D6}" dt="2026-09-18T09:23:00.443" v="4225"/>
          <ac:spMkLst>
            <pc:docMk/>
            <pc:sldMk cId="3985771341" sldId="2147483618"/>
            <ac:spMk id="24" creationId="{1CA098E9-8158-41A1-3678-F2F253ECE017}"/>
          </ac:spMkLst>
        </pc:spChg>
        <pc:spChg chg="mod topLvl">
          <ac:chgData name="Diego Riva" userId="4faac86c-5217-460c-b916-7e1e32e464a3" providerId="ADAL" clId="{C59C57F4-D0D8-41A9-AB3D-6F93D29F92D6}" dt="2026-09-18T09:01:53.865" v="515" actId="165"/>
          <ac:spMkLst>
            <pc:docMk/>
            <pc:sldMk cId="3985771341" sldId="2147483618"/>
            <ac:spMk id="34" creationId="{7089B370-EC14-53EE-3471-99E6ECFD2F7F}"/>
          </ac:spMkLst>
        </pc:spChg>
        <pc:spChg chg="mod">
          <ac:chgData name="Diego Riva" userId="4faac86c-5217-460c-b916-7e1e32e464a3" providerId="ADAL" clId="{C59C57F4-D0D8-41A9-AB3D-6F93D29F92D6}" dt="2026-09-18T09:05:02.101" v="564" actId="113"/>
          <ac:spMkLst>
            <pc:docMk/>
            <pc:sldMk cId="3985771341" sldId="2147483618"/>
            <ac:spMk id="48" creationId="{277AFEDD-E98F-34D2-97E6-3CE8618831C0}"/>
          </ac:spMkLst>
        </pc:spChg>
        <pc:spChg chg="mod topLvl">
          <ac:chgData name="Diego Riva" userId="4faac86c-5217-460c-b916-7e1e32e464a3" providerId="ADAL" clId="{C59C57F4-D0D8-41A9-AB3D-6F93D29F92D6}" dt="2026-09-18T09:01:53.865" v="515" actId="165"/>
          <ac:spMkLst>
            <pc:docMk/>
            <pc:sldMk cId="3985771341" sldId="2147483618"/>
            <ac:spMk id="55" creationId="{160AF7A3-EB69-32BA-1AFA-53FA24250BD1}"/>
          </ac:spMkLst>
        </pc:spChg>
        <pc:spChg chg="mod topLvl">
          <ac:chgData name="Diego Riva" userId="4faac86c-5217-460c-b916-7e1e32e464a3" providerId="ADAL" clId="{C59C57F4-D0D8-41A9-AB3D-6F93D29F92D6}" dt="2026-09-18T09:01:53.865" v="515" actId="165"/>
          <ac:spMkLst>
            <pc:docMk/>
            <pc:sldMk cId="3985771341" sldId="2147483618"/>
            <ac:spMk id="56" creationId="{9C16DAF8-EEA2-40F2-A84B-9902645EF465}"/>
          </ac:spMkLst>
        </pc:spChg>
        <pc:spChg chg="mod topLvl">
          <ac:chgData name="Diego Riva" userId="4faac86c-5217-460c-b916-7e1e32e464a3" providerId="ADAL" clId="{C59C57F4-D0D8-41A9-AB3D-6F93D29F92D6}" dt="2026-09-18T09:01:53.865" v="515" actId="165"/>
          <ac:spMkLst>
            <pc:docMk/>
            <pc:sldMk cId="3985771341" sldId="2147483618"/>
            <ac:spMk id="60" creationId="{ABC000FE-2687-4D29-18CE-A498C01621C9}"/>
          </ac:spMkLst>
        </pc:spChg>
        <pc:spChg chg="mod topLvl">
          <ac:chgData name="Diego Riva" userId="4faac86c-5217-460c-b916-7e1e32e464a3" providerId="ADAL" clId="{C59C57F4-D0D8-41A9-AB3D-6F93D29F92D6}" dt="2026-09-18T09:01:53.865" v="515" actId="165"/>
          <ac:spMkLst>
            <pc:docMk/>
            <pc:sldMk cId="3985771341" sldId="2147483618"/>
            <ac:spMk id="61" creationId="{BFCEF329-3CA2-5E98-ABE2-74CB09A956D3}"/>
          </ac:spMkLst>
        </pc:spChg>
        <pc:spChg chg="mod topLvl">
          <ac:chgData name="Diego Riva" userId="4faac86c-5217-460c-b916-7e1e32e464a3" providerId="ADAL" clId="{C59C57F4-D0D8-41A9-AB3D-6F93D29F92D6}" dt="2026-09-18T09:01:53.865" v="515" actId="165"/>
          <ac:spMkLst>
            <pc:docMk/>
            <pc:sldMk cId="3985771341" sldId="2147483618"/>
            <ac:spMk id="63" creationId="{65EC7C71-845E-AF9E-664A-AB3BC436157F}"/>
          </ac:spMkLst>
        </pc:spChg>
        <pc:spChg chg="mod topLvl">
          <ac:chgData name="Diego Riva" userId="4faac86c-5217-460c-b916-7e1e32e464a3" providerId="ADAL" clId="{C59C57F4-D0D8-41A9-AB3D-6F93D29F92D6}" dt="2026-09-18T09:01:53.865" v="515" actId="165"/>
          <ac:spMkLst>
            <pc:docMk/>
            <pc:sldMk cId="3985771341" sldId="2147483618"/>
            <ac:spMk id="65" creationId="{572609D7-B975-7A0F-C4DF-129A5E066531}"/>
          </ac:spMkLst>
        </pc:spChg>
        <pc:spChg chg="mod topLvl">
          <ac:chgData name="Diego Riva" userId="4faac86c-5217-460c-b916-7e1e32e464a3" providerId="ADAL" clId="{C59C57F4-D0D8-41A9-AB3D-6F93D29F92D6}" dt="2026-09-18T09:01:53.865" v="515" actId="165"/>
          <ac:spMkLst>
            <pc:docMk/>
            <pc:sldMk cId="3985771341" sldId="2147483618"/>
            <ac:spMk id="75" creationId="{B06D3F35-3CB0-745C-9254-5E8935135AD0}"/>
          </ac:spMkLst>
        </pc:spChg>
        <pc:spChg chg="mod topLvl">
          <ac:chgData name="Diego Riva" userId="4faac86c-5217-460c-b916-7e1e32e464a3" providerId="ADAL" clId="{C59C57F4-D0D8-41A9-AB3D-6F93D29F92D6}" dt="2026-09-18T09:01:53.865" v="515" actId="165"/>
          <ac:spMkLst>
            <pc:docMk/>
            <pc:sldMk cId="3985771341" sldId="2147483618"/>
            <ac:spMk id="77" creationId="{74555330-77EB-26F7-DFBD-A1FCBDA71707}"/>
          </ac:spMkLst>
        </pc:spChg>
        <pc:spChg chg="mod">
          <ac:chgData name="Diego Riva" userId="4faac86c-5217-460c-b916-7e1e32e464a3" providerId="ADAL" clId="{C59C57F4-D0D8-41A9-AB3D-6F93D29F92D6}" dt="2026-09-18T09:06:11.050" v="609" actId="20577"/>
          <ac:spMkLst>
            <pc:docMk/>
            <pc:sldMk cId="3985771341" sldId="2147483618"/>
            <ac:spMk id="80" creationId="{790BE5F5-814E-1AC6-77E8-402EBC36AC49}"/>
          </ac:spMkLst>
        </pc:spChg>
        <pc:spChg chg="mod">
          <ac:chgData name="Diego Riva" userId="4faac86c-5217-460c-b916-7e1e32e464a3" providerId="ADAL" clId="{C59C57F4-D0D8-41A9-AB3D-6F93D29F92D6}" dt="2026-09-18T09:43:20.461" v="5576" actId="207"/>
          <ac:spMkLst>
            <pc:docMk/>
            <pc:sldMk cId="3985771341" sldId="2147483618"/>
            <ac:spMk id="82" creationId="{5067D63C-E3ED-753B-182E-0CB5BFB1F9AD}"/>
          </ac:spMkLst>
        </pc:spChg>
        <pc:grpChg chg="mod">
          <ac:chgData name="Diego Riva" userId="4faac86c-5217-460c-b916-7e1e32e464a3" providerId="ADAL" clId="{C59C57F4-D0D8-41A9-AB3D-6F93D29F92D6}" dt="2026-09-18T09:01:53.437" v="514" actId="14100"/>
          <ac:grpSpMkLst>
            <pc:docMk/>
            <pc:sldMk cId="3985771341" sldId="2147483618"/>
            <ac:grpSpMk id="6" creationId="{E85160FE-7E23-F17C-8C2A-AA0ED25DF30F}"/>
          </ac:grpSpMkLst>
        </pc:grpChg>
        <pc:graphicFrameChg chg="mod">
          <ac:chgData name="Diego Riva" userId="4faac86c-5217-460c-b916-7e1e32e464a3" providerId="ADAL" clId="{C59C57F4-D0D8-41A9-AB3D-6F93D29F92D6}" dt="2026-09-18T10:07:47.761" v="6362"/>
          <ac:graphicFrameMkLst>
            <pc:docMk/>
            <pc:sldMk cId="3985771341" sldId="2147483618"/>
            <ac:graphicFrameMk id="5" creationId="{A3A74032-2897-732D-BBB7-C2425AF2411E}"/>
          </ac:graphicFrameMkLst>
        </pc:graphicFrameChg>
        <pc:picChg chg="add del mod">
          <ac:chgData name="Diego Riva" userId="4faac86c-5217-460c-b916-7e1e32e464a3" providerId="ADAL" clId="{C59C57F4-D0D8-41A9-AB3D-6F93D29F92D6}" dt="2026-09-18T09:04:18.802" v="551" actId="1037"/>
          <ac:picMkLst>
            <pc:docMk/>
            <pc:sldMk cId="3985771341" sldId="2147483618"/>
            <ac:picMk id="8" creationId="{B0E704CE-FFF9-929C-C5DE-D2996E1044DA}"/>
          </ac:picMkLst>
        </pc:picChg>
        <pc:picChg chg="add del mod">
          <ac:chgData name="Diego Riva" userId="4faac86c-5217-460c-b916-7e1e32e464a3" providerId="ADAL" clId="{C59C57F4-D0D8-41A9-AB3D-6F93D29F92D6}" dt="2026-09-18T09:04:18.802" v="551" actId="1037"/>
          <ac:picMkLst>
            <pc:docMk/>
            <pc:sldMk cId="3985771341" sldId="2147483618"/>
            <ac:picMk id="10" creationId="{BE3846C5-6CD1-6381-8319-C48A34281970}"/>
          </ac:picMkLst>
        </pc:picChg>
        <pc:picChg chg="add del mod">
          <ac:chgData name="Diego Riva" userId="4faac86c-5217-460c-b916-7e1e32e464a3" providerId="ADAL" clId="{C59C57F4-D0D8-41A9-AB3D-6F93D29F92D6}" dt="2026-09-18T09:07:31.685" v="656"/>
          <ac:picMkLst>
            <pc:docMk/>
            <pc:sldMk cId="3985771341" sldId="2147483618"/>
            <ac:picMk id="12" creationId="{43F86F8C-CEF1-444F-839C-59A0BEF45CAA}"/>
          </ac:picMkLst>
        </pc:picChg>
        <pc:picChg chg="add mod">
          <ac:chgData name="Diego Riva" userId="4faac86c-5217-460c-b916-7e1e32e464a3" providerId="ADAL" clId="{C59C57F4-D0D8-41A9-AB3D-6F93D29F92D6}" dt="2026-09-18T09:43:22.915" v="5577" actId="208"/>
          <ac:picMkLst>
            <pc:docMk/>
            <pc:sldMk cId="3985771341" sldId="2147483618"/>
            <ac:picMk id="17" creationId="{B3DF9853-AAF1-0341-858D-3466C28F6580}"/>
          </ac:picMkLst>
        </pc:picChg>
      </pc:sldChg>
      <pc:sldChg chg="addSp modSp new del mod">
        <pc:chgData name="Diego Riva" userId="4faac86c-5217-460c-b916-7e1e32e464a3" providerId="ADAL" clId="{C59C57F4-D0D8-41A9-AB3D-6F93D29F92D6}" dt="2026-09-18T13:02:39.280" v="12332" actId="47"/>
        <pc:sldMkLst>
          <pc:docMk/>
          <pc:sldMk cId="3869655425" sldId="2147483619"/>
        </pc:sldMkLst>
        <pc:spChg chg="mod">
          <ac:chgData name="Diego Riva" userId="4faac86c-5217-460c-b916-7e1e32e464a3" providerId="ADAL" clId="{C59C57F4-D0D8-41A9-AB3D-6F93D29F92D6}" dt="2026-09-18T09:47:27.007" v="5712"/>
          <ac:spMkLst>
            <pc:docMk/>
            <pc:sldMk cId="3869655425" sldId="2147483619"/>
            <ac:spMk id="2" creationId="{373042E1-35B4-A8D5-1B13-A11F7EEA9E4D}"/>
          </ac:spMkLst>
        </pc:spChg>
        <pc:spChg chg="mod">
          <ac:chgData name="Diego Riva" userId="4faac86c-5217-460c-b916-7e1e32e464a3" providerId="ADAL" clId="{C59C57F4-D0D8-41A9-AB3D-6F93D29F92D6}" dt="2026-09-18T09:47:27.008" v="5713"/>
          <ac:spMkLst>
            <pc:docMk/>
            <pc:sldMk cId="3869655425" sldId="2147483619"/>
            <ac:spMk id="3" creationId="{AC33C677-4CF7-0524-4AA6-40EC2F098E3A}"/>
          </ac:spMkLst>
        </pc:spChg>
        <pc:spChg chg="mod">
          <ac:chgData name="Diego Riva" userId="4faac86c-5217-460c-b916-7e1e32e464a3" providerId="ADAL" clId="{C59C57F4-D0D8-41A9-AB3D-6F93D29F92D6}" dt="2026-09-18T09:47:27.009" v="5714"/>
          <ac:spMkLst>
            <pc:docMk/>
            <pc:sldMk cId="3869655425" sldId="2147483619"/>
            <ac:spMk id="4" creationId="{AACA1058-F2E6-4982-2267-64610E6910E5}"/>
          </ac:spMkLst>
        </pc:spChg>
        <pc:spChg chg="add mod">
          <ac:chgData name="Diego Riva" userId="4faac86c-5217-460c-b916-7e1e32e464a3" providerId="ADAL" clId="{C59C57F4-D0D8-41A9-AB3D-6F93D29F92D6}" dt="2026-09-18T12:59:19.671" v="11873" actId="12"/>
          <ac:spMkLst>
            <pc:docMk/>
            <pc:sldMk cId="3869655425" sldId="2147483619"/>
            <ac:spMk id="6" creationId="{D0EF3A07-E616-2ED9-117A-0DD8B7B311E8}"/>
          </ac:spMkLst>
        </pc:spChg>
        <pc:graphicFrameChg chg="add mod ord modVis">
          <ac:chgData name="Diego Riva" userId="4faac86c-5217-460c-b916-7e1e32e464a3" providerId="ADAL" clId="{C59C57F4-D0D8-41A9-AB3D-6F93D29F92D6}" dt="2026-09-18T09:47:27.121" v="5716"/>
          <ac:graphicFrameMkLst>
            <pc:docMk/>
            <pc:sldMk cId="3869655425" sldId="2147483619"/>
            <ac:graphicFrameMk id="5" creationId="{AFFC7F9B-32E1-7DD2-6BF0-F70605314AAE}"/>
          </ac:graphicFrameMkLst>
        </pc:graphicFrameChg>
      </pc:sldChg>
      <pc:sldChg chg="modSp add mod">
        <pc:chgData name="Diego Riva" userId="4faac86c-5217-460c-b916-7e1e32e464a3" providerId="ADAL" clId="{C59C57F4-D0D8-41A9-AB3D-6F93D29F92D6}" dt="2026-09-18T10:25:58.830" v="7842"/>
        <pc:sldMkLst>
          <pc:docMk/>
          <pc:sldMk cId="2615368399" sldId="2147483620"/>
        </pc:sldMkLst>
        <pc:spChg chg="mod">
          <ac:chgData name="Diego Riva" userId="4faac86c-5217-460c-b916-7e1e32e464a3" providerId="ADAL" clId="{C59C57F4-D0D8-41A9-AB3D-6F93D29F92D6}" dt="2026-09-18T10:25:58.259" v="7838"/>
          <ac:spMkLst>
            <pc:docMk/>
            <pc:sldMk cId="2615368399" sldId="2147483620"/>
            <ac:spMk id="2" creationId="{C5DEE46A-3890-D660-ED93-D7BC5F7D6C8F}"/>
          </ac:spMkLst>
        </pc:spChg>
        <pc:spChg chg="mod">
          <ac:chgData name="Diego Riva" userId="4faac86c-5217-460c-b916-7e1e32e464a3" providerId="ADAL" clId="{C59C57F4-D0D8-41A9-AB3D-6F93D29F92D6}" dt="2026-09-18T10:25:58.261" v="7839"/>
          <ac:spMkLst>
            <pc:docMk/>
            <pc:sldMk cId="2615368399" sldId="2147483620"/>
            <ac:spMk id="3" creationId="{3A2E0B7F-B878-EDA4-95A7-1A661C95BBDC}"/>
          </ac:spMkLst>
        </pc:spChg>
        <pc:spChg chg="mod">
          <ac:chgData name="Diego Riva" userId="4faac86c-5217-460c-b916-7e1e32e464a3" providerId="ADAL" clId="{C59C57F4-D0D8-41A9-AB3D-6F93D29F92D6}" dt="2026-09-18T10:25:58.264" v="7840"/>
          <ac:spMkLst>
            <pc:docMk/>
            <pc:sldMk cId="2615368399" sldId="2147483620"/>
            <ac:spMk id="4" creationId="{2FA2AD14-A91A-089C-3858-490CB5670E31}"/>
          </ac:spMkLst>
        </pc:spChg>
        <pc:spChg chg="mod">
          <ac:chgData name="Diego Riva" userId="4faac86c-5217-460c-b916-7e1e32e464a3" providerId="ADAL" clId="{C59C57F4-D0D8-41A9-AB3D-6F93D29F92D6}" dt="2026-09-18T09:15:28.515" v="1125" actId="20577"/>
          <ac:spMkLst>
            <pc:docMk/>
            <pc:sldMk cId="2615368399" sldId="2147483620"/>
            <ac:spMk id="6" creationId="{4748AB70-E650-8ACE-DD2D-19A55006B402}"/>
          </ac:spMkLst>
        </pc:spChg>
        <pc:graphicFrameChg chg="mod">
          <ac:chgData name="Diego Riva" userId="4faac86c-5217-460c-b916-7e1e32e464a3" providerId="ADAL" clId="{C59C57F4-D0D8-41A9-AB3D-6F93D29F92D6}" dt="2026-09-18T10:25:58.830" v="7842"/>
          <ac:graphicFrameMkLst>
            <pc:docMk/>
            <pc:sldMk cId="2615368399" sldId="2147483620"/>
            <ac:graphicFrameMk id="5" creationId="{7D0A1B00-BA1D-EAF3-5D92-B8018713ED54}"/>
          </ac:graphicFrameMkLst>
        </pc:graphicFrameChg>
      </pc:sldChg>
      <pc:sldChg chg="addSp modSp new del mod">
        <pc:chgData name="Diego Riva" userId="4faac86c-5217-460c-b916-7e1e32e464a3" providerId="ADAL" clId="{C59C57F4-D0D8-41A9-AB3D-6F93D29F92D6}" dt="2026-09-18T09:11:10.395" v="736" actId="47"/>
        <pc:sldMkLst>
          <pc:docMk/>
          <pc:sldMk cId="3062922788" sldId="2147483620"/>
        </pc:sldMkLst>
        <pc:spChg chg="mod">
          <ac:chgData name="Diego Riva" userId="4faac86c-5217-460c-b916-7e1e32e464a3" providerId="ADAL" clId="{C59C57F4-D0D8-41A9-AB3D-6F93D29F92D6}" dt="2026-09-18T09:11:08.460" v="719"/>
          <ac:spMkLst>
            <pc:docMk/>
            <pc:sldMk cId="3062922788" sldId="2147483620"/>
            <ac:spMk id="2" creationId="{E1ECB248-A6BC-F1BD-CE99-BAD81BD7391A}"/>
          </ac:spMkLst>
        </pc:spChg>
        <pc:spChg chg="mod">
          <ac:chgData name="Diego Riva" userId="4faac86c-5217-460c-b916-7e1e32e464a3" providerId="ADAL" clId="{C59C57F4-D0D8-41A9-AB3D-6F93D29F92D6}" dt="2026-09-18T09:11:08.462" v="720"/>
          <ac:spMkLst>
            <pc:docMk/>
            <pc:sldMk cId="3062922788" sldId="2147483620"/>
            <ac:spMk id="3" creationId="{B236BC3F-0631-A876-EA63-547491C82BA4}"/>
          </ac:spMkLst>
        </pc:spChg>
        <pc:spChg chg="mod">
          <ac:chgData name="Diego Riva" userId="4faac86c-5217-460c-b916-7e1e32e464a3" providerId="ADAL" clId="{C59C57F4-D0D8-41A9-AB3D-6F93D29F92D6}" dt="2026-09-18T09:11:08.464" v="721"/>
          <ac:spMkLst>
            <pc:docMk/>
            <pc:sldMk cId="3062922788" sldId="2147483620"/>
            <ac:spMk id="4" creationId="{E65DB70D-6EAC-9173-0681-C39A120D54E7}"/>
          </ac:spMkLst>
        </pc:spChg>
        <pc:graphicFrameChg chg="add mod ord modVis">
          <ac:chgData name="Diego Riva" userId="4faac86c-5217-460c-b916-7e1e32e464a3" providerId="ADAL" clId="{C59C57F4-D0D8-41A9-AB3D-6F93D29F92D6}" dt="2026-09-18T09:11:09.028" v="735"/>
          <ac:graphicFrameMkLst>
            <pc:docMk/>
            <pc:sldMk cId="3062922788" sldId="2147483620"/>
            <ac:graphicFrameMk id="5" creationId="{AB92D671-A95E-391A-47D2-53A20695B9C6}"/>
          </ac:graphicFrameMkLst>
        </pc:graphicFrameChg>
      </pc:sldChg>
      <pc:sldChg chg="del mod modShow">
        <pc:chgData name="Diego Riva" userId="4faac86c-5217-460c-b916-7e1e32e464a3" providerId="ADAL" clId="{C59C57F4-D0D8-41A9-AB3D-6F93D29F92D6}" dt="2026-09-18T12:39:15.726" v="10477" actId="47"/>
        <pc:sldMkLst>
          <pc:docMk/>
          <pc:sldMk cId="612043708" sldId="2147483621"/>
        </pc:sldMkLst>
      </pc:sldChg>
      <pc:sldChg chg="addSp delSp modSp mod">
        <pc:chgData name="Diego Riva" userId="4faac86c-5217-460c-b916-7e1e32e464a3" providerId="ADAL" clId="{C59C57F4-D0D8-41A9-AB3D-6F93D29F92D6}" dt="2026-09-18T10:55:26.771" v="7985" actId="22"/>
        <pc:sldMkLst>
          <pc:docMk/>
          <pc:sldMk cId="1561067524" sldId="2147483622"/>
        </pc:sldMkLst>
        <pc:spChg chg="add del mod">
          <ac:chgData name="Diego Riva" userId="4faac86c-5217-460c-b916-7e1e32e464a3" providerId="ADAL" clId="{C59C57F4-D0D8-41A9-AB3D-6F93D29F92D6}" dt="2026-09-18T10:07:10.813" v="6238" actId="478"/>
          <ac:spMkLst>
            <pc:docMk/>
            <pc:sldMk cId="1561067524" sldId="2147483622"/>
            <ac:spMk id="9" creationId="{964A3546-EBB9-3E2F-5F1D-5CD76AEA4284}"/>
          </ac:spMkLst>
        </pc:spChg>
        <pc:spChg chg="add">
          <ac:chgData name="Diego Riva" userId="4faac86c-5217-460c-b916-7e1e32e464a3" providerId="ADAL" clId="{C59C57F4-D0D8-41A9-AB3D-6F93D29F92D6}" dt="2026-09-18T10:55:26.771" v="7985" actId="22"/>
          <ac:spMkLst>
            <pc:docMk/>
            <pc:sldMk cId="1561067524" sldId="2147483622"/>
            <ac:spMk id="11" creationId="{E1CC8FCB-D727-7BD9-0549-F0E5165C0AE9}"/>
          </ac:spMkLst>
        </pc:spChg>
        <pc:spChg chg="add">
          <ac:chgData name="Diego Riva" userId="4faac86c-5217-460c-b916-7e1e32e464a3" providerId="ADAL" clId="{C59C57F4-D0D8-41A9-AB3D-6F93D29F92D6}" dt="2026-09-18T10:55:26.771" v="7985" actId="22"/>
          <ac:spMkLst>
            <pc:docMk/>
            <pc:sldMk cId="1561067524" sldId="2147483622"/>
            <ac:spMk id="13" creationId="{95C78A74-F134-3683-58E9-0ACF3B7B1255}"/>
          </ac:spMkLst>
        </pc:spChg>
        <pc:spChg chg="mod">
          <ac:chgData name="Diego Riva" userId="4faac86c-5217-460c-b916-7e1e32e464a3" providerId="ADAL" clId="{C59C57F4-D0D8-41A9-AB3D-6F93D29F92D6}" dt="2026-09-18T09:48:21.530" v="5720" actId="207"/>
          <ac:spMkLst>
            <pc:docMk/>
            <pc:sldMk cId="1561067524" sldId="2147483622"/>
            <ac:spMk id="24" creationId="{28F16932-C96B-88B3-7E34-D1ACD025570A}"/>
          </ac:spMkLst>
        </pc:spChg>
        <pc:spChg chg="del">
          <ac:chgData name="Diego Riva" userId="4faac86c-5217-460c-b916-7e1e32e464a3" providerId="ADAL" clId="{C59C57F4-D0D8-41A9-AB3D-6F93D29F92D6}" dt="2026-09-18T10:55:26.258" v="7984" actId="478"/>
          <ac:spMkLst>
            <pc:docMk/>
            <pc:sldMk cId="1561067524" sldId="2147483622"/>
            <ac:spMk id="29" creationId="{437A1438-58A2-7C63-D825-E69BB1C77AB5}"/>
          </ac:spMkLst>
        </pc:spChg>
        <pc:spChg chg="mod">
          <ac:chgData name="Diego Riva" userId="4faac86c-5217-460c-b916-7e1e32e464a3" providerId="ADAL" clId="{C59C57F4-D0D8-41A9-AB3D-6F93D29F92D6}" dt="2026-09-18T09:48:40.926" v="5728" actId="404"/>
          <ac:spMkLst>
            <pc:docMk/>
            <pc:sldMk cId="1561067524" sldId="2147483622"/>
            <ac:spMk id="31" creationId="{8978A964-205F-7BA7-4881-8D8B73410981}"/>
          </ac:spMkLst>
        </pc:spChg>
        <pc:spChg chg="mod">
          <ac:chgData name="Diego Riva" userId="4faac86c-5217-460c-b916-7e1e32e464a3" providerId="ADAL" clId="{C59C57F4-D0D8-41A9-AB3D-6F93D29F92D6}" dt="2026-09-18T10:07:05.207" v="6233" actId="20577"/>
          <ac:spMkLst>
            <pc:docMk/>
            <pc:sldMk cId="1561067524" sldId="2147483622"/>
            <ac:spMk id="36" creationId="{7E77F7DE-8909-A788-B033-3848CD67B4FC}"/>
          </ac:spMkLst>
        </pc:spChg>
        <pc:spChg chg="mod">
          <ac:chgData name="Diego Riva" userId="4faac86c-5217-460c-b916-7e1e32e464a3" providerId="ADAL" clId="{C59C57F4-D0D8-41A9-AB3D-6F93D29F92D6}" dt="2026-09-18T10:07:08.477" v="6237"/>
          <ac:spMkLst>
            <pc:docMk/>
            <pc:sldMk cId="1561067524" sldId="2147483622"/>
            <ac:spMk id="38" creationId="{77A9EAD9-6102-A062-9747-DFD41CF88DF1}"/>
          </ac:spMkLst>
        </pc:spChg>
        <pc:spChg chg="del">
          <ac:chgData name="Diego Riva" userId="4faac86c-5217-460c-b916-7e1e32e464a3" providerId="ADAL" clId="{C59C57F4-D0D8-41A9-AB3D-6F93D29F92D6}" dt="2026-09-18T10:55:26.258" v="7984" actId="478"/>
          <ac:spMkLst>
            <pc:docMk/>
            <pc:sldMk cId="1561067524" sldId="2147483622"/>
            <ac:spMk id="41" creationId="{6D7D54F5-7BDD-A563-643A-A4FA57B647E0}"/>
          </ac:spMkLst>
        </pc:spChg>
      </pc:sldChg>
      <pc:sldChg chg="del">
        <pc:chgData name="Diego Riva" userId="4faac86c-5217-460c-b916-7e1e32e464a3" providerId="ADAL" clId="{C59C57F4-D0D8-41A9-AB3D-6F93D29F92D6}" dt="2026-09-18T09:45:27.741" v="5581" actId="47"/>
        <pc:sldMkLst>
          <pc:docMk/>
          <pc:sldMk cId="2309548563" sldId="2147483622"/>
        </pc:sldMkLst>
      </pc:sldChg>
      <pc:sldChg chg="del">
        <pc:chgData name="Diego Riva" userId="4faac86c-5217-460c-b916-7e1e32e464a3" providerId="ADAL" clId="{C59C57F4-D0D8-41A9-AB3D-6F93D29F92D6}" dt="2026-09-18T14:33:49.881" v="12438" actId="47"/>
        <pc:sldMkLst>
          <pc:docMk/>
          <pc:sldMk cId="1345754150" sldId="2147483624"/>
        </pc:sldMkLst>
      </pc:sldChg>
      <pc:sldChg chg="del">
        <pc:chgData name="Diego Riva" userId="4faac86c-5217-460c-b916-7e1e32e464a3" providerId="ADAL" clId="{C59C57F4-D0D8-41A9-AB3D-6F93D29F92D6}" dt="2026-09-18T14:33:49.881" v="12438" actId="47"/>
        <pc:sldMkLst>
          <pc:docMk/>
          <pc:sldMk cId="2361860243" sldId="2147483625"/>
        </pc:sldMkLst>
      </pc:sldChg>
      <pc:sldChg chg="addSp delSp modSp new del mod">
        <pc:chgData name="Diego Riva" userId="4faac86c-5217-460c-b916-7e1e32e464a3" providerId="ADAL" clId="{C59C57F4-D0D8-41A9-AB3D-6F93D29F92D6}" dt="2026-09-18T14:33:49.881" v="12438" actId="47"/>
        <pc:sldMkLst>
          <pc:docMk/>
          <pc:sldMk cId="3902217926" sldId="2147483627"/>
        </pc:sldMkLst>
        <pc:spChg chg="mod ord">
          <ac:chgData name="Diego Riva" userId="4faac86c-5217-460c-b916-7e1e32e464a3" providerId="ADAL" clId="{C59C57F4-D0D8-41A9-AB3D-6F93D29F92D6}" dt="2026-09-18T11:26:30.350" v="8615"/>
          <ac:spMkLst>
            <pc:docMk/>
            <pc:sldMk cId="3902217926" sldId="2147483627"/>
            <ac:spMk id="2" creationId="{FB56107C-E694-B3AC-99BA-F631D35F9B5B}"/>
          </ac:spMkLst>
        </pc:spChg>
        <pc:spChg chg="del mod">
          <ac:chgData name="Diego Riva" userId="4faac86c-5217-460c-b916-7e1e32e464a3" providerId="ADAL" clId="{C59C57F4-D0D8-41A9-AB3D-6F93D29F92D6}" dt="2026-09-18T11:23:50.679" v="8147" actId="478"/>
          <ac:spMkLst>
            <pc:docMk/>
            <pc:sldMk cId="3902217926" sldId="2147483627"/>
            <ac:spMk id="3" creationId="{98DDCA6A-760A-9223-165A-34911ACCE939}"/>
          </ac:spMkLst>
        </pc:spChg>
        <pc:spChg chg="mod ord">
          <ac:chgData name="Diego Riva" userId="4faac86c-5217-460c-b916-7e1e32e464a3" providerId="ADAL" clId="{C59C57F4-D0D8-41A9-AB3D-6F93D29F92D6}" dt="2026-09-18T11:26:30.351" v="8617"/>
          <ac:spMkLst>
            <pc:docMk/>
            <pc:sldMk cId="3902217926" sldId="2147483627"/>
            <ac:spMk id="4" creationId="{97D0C08E-FE00-101A-EA57-D2E228B2F406}"/>
          </ac:spMkLst>
        </pc:spChg>
        <pc:spChg chg="add del mod modVis">
          <ac:chgData name="Diego Riva" userId="4faac86c-5217-460c-b916-7e1e32e464a3" providerId="ADAL" clId="{C59C57F4-D0D8-41A9-AB3D-6F93D29F92D6}" dt="2026-09-18T11:23:43.316" v="8110"/>
          <ac:spMkLst>
            <pc:docMk/>
            <pc:sldMk cId="3902217926" sldId="2147483627"/>
            <ac:spMk id="6" creationId="{CA47AC74-4AB5-8BA6-6198-867BAA471F5F}"/>
          </ac:spMkLst>
        </pc:spChg>
        <pc:spChg chg="add del mod modVis">
          <ac:chgData name="Diego Riva" userId="4faac86c-5217-460c-b916-7e1e32e464a3" providerId="ADAL" clId="{C59C57F4-D0D8-41A9-AB3D-6F93D29F92D6}" dt="2026-09-18T11:23:43.081" v="8084" actId="962"/>
          <ac:spMkLst>
            <pc:docMk/>
            <pc:sldMk cId="3902217926" sldId="2147483627"/>
            <ac:spMk id="7" creationId="{85631D90-0FDE-029E-E064-EFA4960A218D}"/>
          </ac:spMkLst>
        </pc:spChg>
        <pc:spChg chg="add del mod modVis">
          <ac:chgData name="Diego Riva" userId="4faac86c-5217-460c-b916-7e1e32e464a3" providerId="ADAL" clId="{C59C57F4-D0D8-41A9-AB3D-6F93D29F92D6}" dt="2026-09-18T11:23:48.805" v="8144"/>
          <ac:spMkLst>
            <pc:docMk/>
            <pc:sldMk cId="3902217926" sldId="2147483627"/>
            <ac:spMk id="8" creationId="{008228C4-E344-B572-9317-0635F0BE6B03}"/>
          </ac:spMkLst>
        </pc:spChg>
        <pc:spChg chg="add del mod modVis">
          <ac:chgData name="Diego Riva" userId="4faac86c-5217-460c-b916-7e1e32e464a3" providerId="ADAL" clId="{C59C57F4-D0D8-41A9-AB3D-6F93D29F92D6}" dt="2026-09-18T11:24:47.532" v="8196"/>
          <ac:spMkLst>
            <pc:docMk/>
            <pc:sldMk cId="3902217926" sldId="2147483627"/>
            <ac:spMk id="9" creationId="{109EDBE8-9C48-56F5-7636-1A6FD08120F8}"/>
          </ac:spMkLst>
        </pc:spChg>
        <pc:spChg chg="add del mod modVis">
          <ac:chgData name="Diego Riva" userId="4faac86c-5217-460c-b916-7e1e32e464a3" providerId="ADAL" clId="{C59C57F4-D0D8-41A9-AB3D-6F93D29F92D6}" dt="2026-09-18T11:24:55.807" v="8232"/>
          <ac:spMkLst>
            <pc:docMk/>
            <pc:sldMk cId="3902217926" sldId="2147483627"/>
            <ac:spMk id="10" creationId="{C62C936C-1B31-7E89-BE4F-A25CA7ADABF9}"/>
          </ac:spMkLst>
        </pc:spChg>
        <pc:spChg chg="add del mod modVis">
          <ac:chgData name="Diego Riva" userId="4faac86c-5217-460c-b916-7e1e32e464a3" providerId="ADAL" clId="{C59C57F4-D0D8-41A9-AB3D-6F93D29F92D6}" dt="2026-09-18T11:24:57.567" v="8270"/>
          <ac:spMkLst>
            <pc:docMk/>
            <pc:sldMk cId="3902217926" sldId="2147483627"/>
            <ac:spMk id="11" creationId="{1D4A564B-D64D-EBA5-00B9-3E6F779CF60C}"/>
          </ac:spMkLst>
        </pc:spChg>
        <pc:spChg chg="add del mod modVis">
          <ac:chgData name="Diego Riva" userId="4faac86c-5217-460c-b916-7e1e32e464a3" providerId="ADAL" clId="{C59C57F4-D0D8-41A9-AB3D-6F93D29F92D6}" dt="2026-09-18T11:24:58.876" v="8306"/>
          <ac:spMkLst>
            <pc:docMk/>
            <pc:sldMk cId="3902217926" sldId="2147483627"/>
            <ac:spMk id="12" creationId="{41A50EAC-50A8-4C2B-5A4D-291379F76044}"/>
          </ac:spMkLst>
        </pc:spChg>
        <pc:spChg chg="add del mod modVis">
          <ac:chgData name="Diego Riva" userId="4faac86c-5217-460c-b916-7e1e32e464a3" providerId="ADAL" clId="{C59C57F4-D0D8-41A9-AB3D-6F93D29F92D6}" dt="2026-09-18T11:25:00.780" v="8338"/>
          <ac:spMkLst>
            <pc:docMk/>
            <pc:sldMk cId="3902217926" sldId="2147483627"/>
            <ac:spMk id="13" creationId="{37D30451-6242-8C3E-801C-8C3915229369}"/>
          </ac:spMkLst>
        </pc:spChg>
        <pc:spChg chg="add del mod modVis">
          <ac:chgData name="Diego Riva" userId="4faac86c-5217-460c-b916-7e1e32e464a3" providerId="ADAL" clId="{C59C57F4-D0D8-41A9-AB3D-6F93D29F92D6}" dt="2026-09-18T11:25:01.339" v="8369"/>
          <ac:spMkLst>
            <pc:docMk/>
            <pc:sldMk cId="3902217926" sldId="2147483627"/>
            <ac:spMk id="14" creationId="{DB1A9755-C299-CD78-9801-A07EEB9DA63D}"/>
          </ac:spMkLst>
        </pc:spChg>
        <pc:spChg chg="add del mod modVis">
          <ac:chgData name="Diego Riva" userId="4faac86c-5217-460c-b916-7e1e32e464a3" providerId="ADAL" clId="{C59C57F4-D0D8-41A9-AB3D-6F93D29F92D6}" dt="2026-09-18T11:25:02.800" v="8404"/>
          <ac:spMkLst>
            <pc:docMk/>
            <pc:sldMk cId="3902217926" sldId="2147483627"/>
            <ac:spMk id="15" creationId="{426ED8CE-1CB2-DF48-A565-B4D43E0CB2D4}"/>
          </ac:spMkLst>
        </pc:spChg>
        <pc:spChg chg="add del mod modVis">
          <ac:chgData name="Diego Riva" userId="4faac86c-5217-460c-b916-7e1e32e464a3" providerId="ADAL" clId="{C59C57F4-D0D8-41A9-AB3D-6F93D29F92D6}" dt="2026-09-18T11:25:04.032" v="8439"/>
          <ac:spMkLst>
            <pc:docMk/>
            <pc:sldMk cId="3902217926" sldId="2147483627"/>
            <ac:spMk id="16" creationId="{0D119A21-BA31-2CBE-FDA5-6ABE7B7072AD}"/>
          </ac:spMkLst>
        </pc:spChg>
        <pc:spChg chg="add del mod modVis">
          <ac:chgData name="Diego Riva" userId="4faac86c-5217-460c-b916-7e1e32e464a3" providerId="ADAL" clId="{C59C57F4-D0D8-41A9-AB3D-6F93D29F92D6}" dt="2026-09-18T11:25:11.842" v="8500"/>
          <ac:spMkLst>
            <pc:docMk/>
            <pc:sldMk cId="3902217926" sldId="2147483627"/>
            <ac:spMk id="17" creationId="{F2F7DCDD-1AB6-6328-4206-ECF879821ADF}"/>
          </ac:spMkLst>
        </pc:spChg>
        <pc:spChg chg="add del mod modVis">
          <ac:chgData name="Diego Riva" userId="4faac86c-5217-460c-b916-7e1e32e464a3" providerId="ADAL" clId="{C59C57F4-D0D8-41A9-AB3D-6F93D29F92D6}" dt="2026-09-18T11:25:13.393" v="8538"/>
          <ac:spMkLst>
            <pc:docMk/>
            <pc:sldMk cId="3902217926" sldId="2147483627"/>
            <ac:spMk id="18" creationId="{635BCF30-4C6D-7659-9733-8A6E834BE54C}"/>
          </ac:spMkLst>
        </pc:spChg>
        <pc:spChg chg="add del mod modVis">
          <ac:chgData name="Diego Riva" userId="4faac86c-5217-460c-b916-7e1e32e464a3" providerId="ADAL" clId="{C59C57F4-D0D8-41A9-AB3D-6F93D29F92D6}" dt="2026-09-18T11:25:15.657" v="8578"/>
          <ac:spMkLst>
            <pc:docMk/>
            <pc:sldMk cId="3902217926" sldId="2147483627"/>
            <ac:spMk id="19" creationId="{2C3DD1A4-396F-75AD-E527-0F7DD6DDEDB5}"/>
          </ac:spMkLst>
        </pc:spChg>
        <pc:spChg chg="add mod">
          <ac:chgData name="Diego Riva" userId="4faac86c-5217-460c-b916-7e1e32e464a3" providerId="ADAL" clId="{C59C57F4-D0D8-41A9-AB3D-6F93D29F92D6}" dt="2026-09-18T12:22:56.149" v="10419" actId="207"/>
          <ac:spMkLst>
            <pc:docMk/>
            <pc:sldMk cId="3902217926" sldId="2147483627"/>
            <ac:spMk id="27" creationId="{D7DAF370-9A77-55D5-B2EE-B9E7A0107D7B}"/>
          </ac:spMkLst>
        </pc:spChg>
        <pc:spChg chg="add del mod">
          <ac:chgData name="Diego Riva" userId="4faac86c-5217-460c-b916-7e1e32e464a3" providerId="ADAL" clId="{C59C57F4-D0D8-41A9-AB3D-6F93D29F92D6}" dt="2026-09-18T11:28:03.368" v="8683" actId="478"/>
          <ac:spMkLst>
            <pc:docMk/>
            <pc:sldMk cId="3902217926" sldId="2147483627"/>
            <ac:spMk id="28" creationId="{57F2BFFD-B4EB-EA6B-A649-DC119499AD64}"/>
          </ac:spMkLst>
        </pc:spChg>
        <pc:spChg chg="add mod">
          <ac:chgData name="Diego Riva" userId="4faac86c-5217-460c-b916-7e1e32e464a3" providerId="ADAL" clId="{C59C57F4-D0D8-41A9-AB3D-6F93D29F92D6}" dt="2026-09-18T11:29:18.125" v="8752" actId="164"/>
          <ac:spMkLst>
            <pc:docMk/>
            <pc:sldMk cId="3902217926" sldId="2147483627"/>
            <ac:spMk id="29" creationId="{43B14948-9C4B-3764-AEB7-481C56B861E5}"/>
          </ac:spMkLst>
        </pc:spChg>
        <pc:spChg chg="add mod">
          <ac:chgData name="Diego Riva" userId="4faac86c-5217-460c-b916-7e1e32e464a3" providerId="ADAL" clId="{C59C57F4-D0D8-41A9-AB3D-6F93D29F92D6}" dt="2026-09-18T11:30:26.235" v="8916"/>
          <ac:spMkLst>
            <pc:docMk/>
            <pc:sldMk cId="3902217926" sldId="2147483627"/>
            <ac:spMk id="30" creationId="{D4C657E2-07BD-7EB4-3E34-DF626657FC72}"/>
          </ac:spMkLst>
        </pc:spChg>
        <pc:spChg chg="add mod">
          <ac:chgData name="Diego Riva" userId="4faac86c-5217-460c-b916-7e1e32e464a3" providerId="ADAL" clId="{C59C57F4-D0D8-41A9-AB3D-6F93D29F92D6}" dt="2026-09-18T11:30:26.237" v="8918"/>
          <ac:spMkLst>
            <pc:docMk/>
            <pc:sldMk cId="3902217926" sldId="2147483627"/>
            <ac:spMk id="32" creationId="{4AD44F6F-D8EC-E9A9-CE4F-6888B8681093}"/>
          </ac:spMkLst>
        </pc:spChg>
        <pc:spChg chg="add del">
          <ac:chgData name="Diego Riva" userId="4faac86c-5217-460c-b916-7e1e32e464a3" providerId="ADAL" clId="{C59C57F4-D0D8-41A9-AB3D-6F93D29F92D6}" dt="2026-09-18T11:30:21.854" v="8912"/>
          <ac:spMkLst>
            <pc:docMk/>
            <pc:sldMk cId="3902217926" sldId="2147483627"/>
            <ac:spMk id="36" creationId="{1791F3A9-089E-F5FB-2DAA-6C7FB212EF2A}"/>
          </ac:spMkLst>
        </pc:spChg>
        <pc:grpChg chg="add del mod">
          <ac:chgData name="Diego Riva" userId="4faac86c-5217-460c-b916-7e1e32e464a3" providerId="ADAL" clId="{C59C57F4-D0D8-41A9-AB3D-6F93D29F92D6}" dt="2026-09-18T11:26:50.123" v="8630" actId="165"/>
          <ac:grpSpMkLst>
            <pc:docMk/>
            <pc:sldMk cId="3902217926" sldId="2147483627"/>
            <ac:grpSpMk id="25" creationId="{C1524227-8D0E-CBDF-E305-069F627F1A64}"/>
          </ac:grpSpMkLst>
        </pc:grpChg>
        <pc:grpChg chg="add mod">
          <ac:chgData name="Diego Riva" userId="4faac86c-5217-460c-b916-7e1e32e464a3" providerId="ADAL" clId="{C59C57F4-D0D8-41A9-AB3D-6F93D29F92D6}" dt="2026-09-18T11:29:18.125" v="8752" actId="164"/>
          <ac:grpSpMkLst>
            <pc:docMk/>
            <pc:sldMk cId="3902217926" sldId="2147483627"/>
            <ac:grpSpMk id="26" creationId="{83E7CAFF-6EFE-1706-EAA2-7DB4579F7864}"/>
          </ac:grpSpMkLst>
        </pc:grpChg>
        <pc:grpChg chg="add mod">
          <ac:chgData name="Diego Riva" userId="4faac86c-5217-460c-b916-7e1e32e464a3" providerId="ADAL" clId="{C59C57F4-D0D8-41A9-AB3D-6F93D29F92D6}" dt="2026-09-18T11:29:21.275" v="8753" actId="1076"/>
          <ac:grpSpMkLst>
            <pc:docMk/>
            <pc:sldMk cId="3902217926" sldId="2147483627"/>
            <ac:grpSpMk id="31" creationId="{728C88EC-C34B-BF78-C02D-6BC08FF02A45}"/>
          </ac:grpSpMkLst>
        </pc:grpChg>
        <pc:grpChg chg="add mod">
          <ac:chgData name="Diego Riva" userId="4faac86c-5217-460c-b916-7e1e32e464a3" providerId="ADAL" clId="{C59C57F4-D0D8-41A9-AB3D-6F93D29F92D6}" dt="2026-09-18T11:30:26.237" v="8918"/>
          <ac:grpSpMkLst>
            <pc:docMk/>
            <pc:sldMk cId="3902217926" sldId="2147483627"/>
            <ac:grpSpMk id="35" creationId="{23600BE9-630B-A582-94A7-EDA1749B5C90}"/>
          </ac:grpSpMkLst>
        </pc:grpChg>
        <pc:graphicFrameChg chg="add mod ord modVis">
          <ac:chgData name="Diego Riva" userId="4faac86c-5217-460c-b916-7e1e32e464a3" providerId="ADAL" clId="{C59C57F4-D0D8-41A9-AB3D-6F93D29F92D6}" dt="2026-09-18T11:26:30.354" v="8625"/>
          <ac:graphicFrameMkLst>
            <pc:docMk/>
            <pc:sldMk cId="3902217926" sldId="2147483627"/>
            <ac:graphicFrameMk id="5" creationId="{6A83831E-C591-877C-538A-75C534FA157F}"/>
          </ac:graphicFrameMkLst>
        </pc:graphicFrameChg>
        <pc:picChg chg="add mod ord topLvl modCrop">
          <ac:chgData name="Diego Riva" userId="4faac86c-5217-460c-b916-7e1e32e464a3" providerId="ADAL" clId="{C59C57F4-D0D8-41A9-AB3D-6F93D29F92D6}" dt="2026-09-18T11:29:05.213" v="8737"/>
          <ac:picMkLst>
            <pc:docMk/>
            <pc:sldMk cId="3902217926" sldId="2147483627"/>
            <ac:picMk id="21" creationId="{092160A4-C6EC-BC5E-4C45-139120F1B3CC}"/>
          </ac:picMkLst>
        </pc:picChg>
        <pc:picChg chg="add del mod">
          <ac:chgData name="Diego Riva" userId="4faac86c-5217-460c-b916-7e1e32e464a3" providerId="ADAL" clId="{C59C57F4-D0D8-41A9-AB3D-6F93D29F92D6}" dt="2026-09-18T11:26:06.884" v="8599" actId="478"/>
          <ac:picMkLst>
            <pc:docMk/>
            <pc:sldMk cId="3902217926" sldId="2147483627"/>
            <ac:picMk id="22" creationId="{B7EFC417-CD5B-8764-ADD2-50AF8122648A}"/>
          </ac:picMkLst>
        </pc:picChg>
        <pc:picChg chg="add mod ord topLvl">
          <ac:chgData name="Diego Riva" userId="4faac86c-5217-460c-b916-7e1e32e464a3" providerId="ADAL" clId="{C59C57F4-D0D8-41A9-AB3D-6F93D29F92D6}" dt="2026-09-18T11:29:05.213" v="8737"/>
          <ac:picMkLst>
            <pc:docMk/>
            <pc:sldMk cId="3902217926" sldId="2147483627"/>
            <ac:picMk id="23" creationId="{80B9DE3A-5080-B5EB-2B5F-0CACDED442D2}"/>
          </ac:picMkLst>
        </pc:picChg>
        <pc:picChg chg="add mod ord topLvl">
          <ac:chgData name="Diego Riva" userId="4faac86c-5217-460c-b916-7e1e32e464a3" providerId="ADAL" clId="{C59C57F4-D0D8-41A9-AB3D-6F93D29F92D6}" dt="2026-09-18T11:29:05.213" v="8737"/>
          <ac:picMkLst>
            <pc:docMk/>
            <pc:sldMk cId="3902217926" sldId="2147483627"/>
            <ac:picMk id="24" creationId="{78BF09D9-C24C-B0DD-369B-C799CF2EFE59}"/>
          </ac:picMkLst>
        </pc:picChg>
        <pc:picChg chg="add mod">
          <ac:chgData name="Diego Riva" userId="4faac86c-5217-460c-b916-7e1e32e464a3" providerId="ADAL" clId="{C59C57F4-D0D8-41A9-AB3D-6F93D29F92D6}" dt="2026-09-18T11:30:26.237" v="8918"/>
          <ac:picMkLst>
            <pc:docMk/>
            <pc:sldMk cId="3902217926" sldId="2147483627"/>
            <ac:picMk id="34" creationId="{7F4D3B29-5F88-F0C0-17E2-BC4D04100B65}"/>
          </ac:picMkLst>
        </pc:picChg>
      </pc:sldChg>
      <pc:sldChg chg="del">
        <pc:chgData name="Diego Riva" userId="4faac86c-5217-460c-b916-7e1e32e464a3" providerId="ADAL" clId="{C59C57F4-D0D8-41A9-AB3D-6F93D29F92D6}" dt="2026-09-18T14:33:49.881" v="12438" actId="47"/>
        <pc:sldMkLst>
          <pc:docMk/>
          <pc:sldMk cId="3374258164" sldId="2147483629"/>
        </pc:sldMkLst>
      </pc:sldChg>
      <pc:sldChg chg="del">
        <pc:chgData name="Diego Riva" userId="4faac86c-5217-460c-b916-7e1e32e464a3" providerId="ADAL" clId="{C59C57F4-D0D8-41A9-AB3D-6F93D29F92D6}" dt="2026-09-18T14:33:49.881" v="12438" actId="47"/>
        <pc:sldMkLst>
          <pc:docMk/>
          <pc:sldMk cId="2795321180" sldId="2147483630"/>
        </pc:sldMkLst>
      </pc:sldChg>
      <pc:sldChg chg="addSp delSp modSp add del mod">
        <pc:chgData name="Diego Riva" userId="4faac86c-5217-460c-b916-7e1e32e464a3" providerId="ADAL" clId="{C59C57F4-D0D8-41A9-AB3D-6F93D29F92D6}" dt="2026-09-18T14:36:27.085" v="12439"/>
        <pc:sldMkLst>
          <pc:docMk/>
          <pc:sldMk cId="277955381" sldId="2147483631"/>
        </pc:sldMkLst>
        <pc:spChg chg="add mod">
          <ac:chgData name="Diego Riva" userId="4faac86c-5217-460c-b916-7e1e32e464a3" providerId="ADAL" clId="{C59C57F4-D0D8-41A9-AB3D-6F93D29F92D6}" dt="2026-09-18T12:38:22.268" v="10476"/>
          <ac:spMkLst>
            <pc:docMk/>
            <pc:sldMk cId="277955381" sldId="2147483631"/>
            <ac:spMk id="5" creationId="{318849E8-EFC2-7BEC-A245-FA49E7E94EFA}"/>
          </ac:spMkLst>
        </pc:spChg>
        <pc:spChg chg="add mod">
          <ac:chgData name="Diego Riva" userId="4faac86c-5217-460c-b916-7e1e32e464a3" providerId="ADAL" clId="{C59C57F4-D0D8-41A9-AB3D-6F93D29F92D6}" dt="2026-09-18T12:38:19.290" v="10474"/>
          <ac:spMkLst>
            <pc:docMk/>
            <pc:sldMk cId="277955381" sldId="2147483631"/>
            <ac:spMk id="6" creationId="{5DEFA46C-D90D-0E4D-9722-9F780467E862}"/>
          </ac:spMkLst>
        </pc:spChg>
        <pc:spChg chg="mod">
          <ac:chgData name="Diego Riva" userId="4faac86c-5217-460c-b916-7e1e32e464a3" providerId="ADAL" clId="{C59C57F4-D0D8-41A9-AB3D-6F93D29F92D6}" dt="2026-09-18T12:38:22.268" v="10476"/>
          <ac:spMkLst>
            <pc:docMk/>
            <pc:sldMk cId="277955381" sldId="2147483631"/>
            <ac:spMk id="254" creationId="{A014305A-0089-C3F0-FD92-4D28F99A0BD0}"/>
          </ac:spMkLst>
        </pc:spChg>
        <pc:spChg chg="del">
          <ac:chgData name="Diego Riva" userId="4faac86c-5217-460c-b916-7e1e32e464a3" providerId="ADAL" clId="{C59C57F4-D0D8-41A9-AB3D-6F93D29F92D6}" dt="2026-09-18T12:37:54.340" v="10460" actId="478"/>
          <ac:spMkLst>
            <pc:docMk/>
            <pc:sldMk cId="277955381" sldId="2147483631"/>
            <ac:spMk id="255" creationId="{762B5FF4-B94B-E20B-8E27-231866AA0A08}"/>
          </ac:spMkLst>
        </pc:spChg>
        <pc:spChg chg="mod">
          <ac:chgData name="Diego Riva" userId="4faac86c-5217-460c-b916-7e1e32e464a3" providerId="ADAL" clId="{C59C57F4-D0D8-41A9-AB3D-6F93D29F92D6}" dt="2026-09-18T12:38:19.290" v="10474"/>
          <ac:spMkLst>
            <pc:docMk/>
            <pc:sldMk cId="277955381" sldId="2147483631"/>
            <ac:spMk id="262" creationId="{4F9BD1B6-ADFD-23D4-09B0-0EF86E7BE780}"/>
          </ac:spMkLst>
        </pc:spChg>
      </pc:sldChg>
      <pc:sldChg chg="addSp delSp modSp del mod">
        <pc:chgData name="Diego Riva" userId="4faac86c-5217-460c-b916-7e1e32e464a3" providerId="ADAL" clId="{C59C57F4-D0D8-41A9-AB3D-6F93D29F92D6}" dt="2026-09-18T14:33:49.881" v="12438" actId="47"/>
        <pc:sldMkLst>
          <pc:docMk/>
          <pc:sldMk cId="3391790150" sldId="2147483635"/>
        </pc:sldMkLst>
        <pc:spChg chg="mod">
          <ac:chgData name="Diego Riva" userId="4faac86c-5217-460c-b916-7e1e32e464a3" providerId="ADAL" clId="{C59C57F4-D0D8-41A9-AB3D-6F93D29F92D6}" dt="2026-09-18T13:00:10.567" v="11972" actId="948"/>
          <ac:spMkLst>
            <pc:docMk/>
            <pc:sldMk cId="3391790150" sldId="2147483635"/>
            <ac:spMk id="2" creationId="{208CFAFA-4A00-C206-AF82-5B3113EC73F6}"/>
          </ac:spMkLst>
        </pc:spChg>
        <pc:spChg chg="add del mod modVis">
          <ac:chgData name="Diego Riva" userId="4faac86c-5217-460c-b916-7e1e32e464a3" providerId="ADAL" clId="{C59C57F4-D0D8-41A9-AB3D-6F93D29F92D6}" dt="2026-09-18T13:00:09.884" v="11968"/>
          <ac:spMkLst>
            <pc:docMk/>
            <pc:sldMk cId="3391790150" sldId="2147483635"/>
            <ac:spMk id="3" creationId="{18903785-7C0E-E031-537E-176D4603680E}"/>
          </ac:spMkLst>
        </pc:spChg>
        <pc:spChg chg="add del mod modVis">
          <ac:chgData name="Diego Riva" userId="4faac86c-5217-460c-b916-7e1e32e464a3" providerId="ADAL" clId="{C59C57F4-D0D8-41A9-AB3D-6F93D29F92D6}" dt="2026-09-18T13:00:10.608" v="11995"/>
          <ac:spMkLst>
            <pc:docMk/>
            <pc:sldMk cId="3391790150" sldId="2147483635"/>
            <ac:spMk id="8" creationId="{10421ADB-A7EC-5BB9-1E85-812B29DC7AED}"/>
          </ac:spMkLst>
        </pc:spChg>
        <pc:graphicFrameChg chg="mod">
          <ac:chgData name="Diego Riva" userId="4faac86c-5217-460c-b916-7e1e32e464a3" providerId="ADAL" clId="{C59C57F4-D0D8-41A9-AB3D-6F93D29F92D6}" dt="2026-09-18T13:00:10.610" v="11997"/>
          <ac:graphicFrameMkLst>
            <pc:docMk/>
            <pc:sldMk cId="3391790150" sldId="2147483635"/>
            <ac:graphicFrameMk id="5" creationId="{C7297051-B008-AB52-9BA0-E8596C487778}"/>
          </ac:graphicFrameMkLst>
        </pc:graphicFrameChg>
      </pc:sldChg>
      <pc:sldChg chg="addSp modSp mod">
        <pc:chgData name="Diego Riva" userId="4faac86c-5217-460c-b916-7e1e32e464a3" providerId="ADAL" clId="{C59C57F4-D0D8-41A9-AB3D-6F93D29F92D6}" dt="2026-09-18T12:39:32.507" v="10510" actId="20577"/>
        <pc:sldMkLst>
          <pc:docMk/>
          <pc:sldMk cId="1708456796" sldId="2147483636"/>
        </pc:sldMkLst>
        <pc:spChg chg="add mod">
          <ac:chgData name="Diego Riva" userId="4faac86c-5217-460c-b916-7e1e32e464a3" providerId="ADAL" clId="{C59C57F4-D0D8-41A9-AB3D-6F93D29F92D6}" dt="2026-09-18T12:39:32.507" v="10510" actId="20577"/>
          <ac:spMkLst>
            <pc:docMk/>
            <pc:sldMk cId="1708456796" sldId="2147483636"/>
            <ac:spMk id="6" creationId="{EA581F25-2814-1717-E188-A52765C2F4C5}"/>
          </ac:spMkLst>
        </pc:spChg>
      </pc:sldChg>
      <pc:sldChg chg="addSp delSp modSp new del mod modClrScheme chgLayout">
        <pc:chgData name="Diego Riva" userId="4faac86c-5217-460c-b916-7e1e32e464a3" providerId="ADAL" clId="{C59C57F4-D0D8-41A9-AB3D-6F93D29F92D6}" dt="2026-09-18T12:46:54.006" v="10676" actId="2696"/>
        <pc:sldMkLst>
          <pc:docMk/>
          <pc:sldMk cId="182608956" sldId="2147483637"/>
        </pc:sldMkLst>
        <pc:spChg chg="del mod ord">
          <ac:chgData name="Diego Riva" userId="4faac86c-5217-460c-b916-7e1e32e464a3" providerId="ADAL" clId="{C59C57F4-D0D8-41A9-AB3D-6F93D29F92D6}" dt="2026-09-18T12:44:38.515" v="10529" actId="700"/>
          <ac:spMkLst>
            <pc:docMk/>
            <pc:sldMk cId="182608956" sldId="2147483637"/>
            <ac:spMk id="2" creationId="{0A7F96AE-37BD-640F-A97C-4AB4F9AFBFB1}"/>
          </ac:spMkLst>
        </pc:spChg>
        <pc:spChg chg="del mod ord">
          <ac:chgData name="Diego Riva" userId="4faac86c-5217-460c-b916-7e1e32e464a3" providerId="ADAL" clId="{C59C57F4-D0D8-41A9-AB3D-6F93D29F92D6}" dt="2026-09-18T12:44:38.515" v="10529" actId="700"/>
          <ac:spMkLst>
            <pc:docMk/>
            <pc:sldMk cId="182608956" sldId="2147483637"/>
            <ac:spMk id="3" creationId="{26045913-A365-57A1-DC56-2FC1A903CE2D}"/>
          </ac:spMkLst>
        </pc:spChg>
        <pc:spChg chg="del mod ord">
          <ac:chgData name="Diego Riva" userId="4faac86c-5217-460c-b916-7e1e32e464a3" providerId="ADAL" clId="{C59C57F4-D0D8-41A9-AB3D-6F93D29F92D6}" dt="2026-09-18T12:44:38.515" v="10529" actId="700"/>
          <ac:spMkLst>
            <pc:docMk/>
            <pc:sldMk cId="182608956" sldId="2147483637"/>
            <ac:spMk id="4" creationId="{2C824612-05E1-4E8F-E56F-C650B7CC37AD}"/>
          </ac:spMkLst>
        </pc:spChg>
        <pc:spChg chg="add mod ord">
          <ac:chgData name="Diego Riva" userId="4faac86c-5217-460c-b916-7e1e32e464a3" providerId="ADAL" clId="{C59C57F4-D0D8-41A9-AB3D-6F93D29F92D6}" dt="2026-09-18T12:44:38.515" v="10529" actId="700"/>
          <ac:spMkLst>
            <pc:docMk/>
            <pc:sldMk cId="182608956" sldId="2147483637"/>
            <ac:spMk id="6" creationId="{C5CDA714-D1A7-9976-CAF6-8306E76BA648}"/>
          </ac:spMkLst>
        </pc:spChg>
        <pc:spChg chg="add mod ord">
          <ac:chgData name="Diego Riva" userId="4faac86c-5217-460c-b916-7e1e32e464a3" providerId="ADAL" clId="{C59C57F4-D0D8-41A9-AB3D-6F93D29F92D6}" dt="2026-09-18T12:44:38.515" v="10529" actId="700"/>
          <ac:spMkLst>
            <pc:docMk/>
            <pc:sldMk cId="182608956" sldId="2147483637"/>
            <ac:spMk id="7" creationId="{C76BE4FF-3C6A-9756-5AB1-2D05880FD124}"/>
          </ac:spMkLst>
        </pc:spChg>
        <pc:spChg chg="add mod ord">
          <ac:chgData name="Diego Riva" userId="4faac86c-5217-460c-b916-7e1e32e464a3" providerId="ADAL" clId="{C59C57F4-D0D8-41A9-AB3D-6F93D29F92D6}" dt="2026-09-18T12:44:38.515" v="10529" actId="700"/>
          <ac:spMkLst>
            <pc:docMk/>
            <pc:sldMk cId="182608956" sldId="2147483637"/>
            <ac:spMk id="8" creationId="{39A8B03A-C89E-87AC-025E-7F5A64654028}"/>
          </ac:spMkLst>
        </pc:spChg>
        <pc:spChg chg="add mod">
          <ac:chgData name="Diego Riva" userId="4faac86c-5217-460c-b916-7e1e32e464a3" providerId="ADAL" clId="{C59C57F4-D0D8-41A9-AB3D-6F93D29F92D6}" dt="2026-09-18T12:46:24.149" v="10663" actId="14100"/>
          <ac:spMkLst>
            <pc:docMk/>
            <pc:sldMk cId="182608956" sldId="2147483637"/>
            <ac:spMk id="10" creationId="{25AA682C-88EE-7B73-94E2-3FEE1D1484EF}"/>
          </ac:spMkLst>
        </pc:spChg>
        <pc:spChg chg="add mod">
          <ac:chgData name="Diego Riva" userId="4faac86c-5217-460c-b916-7e1e32e464a3" providerId="ADAL" clId="{C59C57F4-D0D8-41A9-AB3D-6F93D29F92D6}" dt="2026-09-18T12:45:13.629" v="10612" actId="1582"/>
          <ac:spMkLst>
            <pc:docMk/>
            <pc:sldMk cId="182608956" sldId="2147483637"/>
            <ac:spMk id="11" creationId="{A249F85A-5DD5-8F62-50ED-81029908407F}"/>
          </ac:spMkLst>
        </pc:spChg>
        <pc:spChg chg="add del">
          <ac:chgData name="Diego Riva" userId="4faac86c-5217-460c-b916-7e1e32e464a3" providerId="ADAL" clId="{C59C57F4-D0D8-41A9-AB3D-6F93D29F92D6}" dt="2026-09-18T12:45:02.916" v="10608"/>
          <ac:spMkLst>
            <pc:docMk/>
            <pc:sldMk cId="182608956" sldId="2147483637"/>
            <ac:spMk id="15" creationId="{2334AA81-5144-9766-8925-DC73C74A989A}"/>
          </ac:spMkLst>
        </pc:spChg>
        <pc:spChg chg="add mod">
          <ac:chgData name="Diego Riva" userId="4faac86c-5217-460c-b916-7e1e32e464a3" providerId="ADAL" clId="{C59C57F4-D0D8-41A9-AB3D-6F93D29F92D6}" dt="2026-09-18T12:46:17.023" v="10654" actId="207"/>
          <ac:spMkLst>
            <pc:docMk/>
            <pc:sldMk cId="182608956" sldId="2147483637"/>
            <ac:spMk id="16" creationId="{8DE61066-3E8C-E116-D69A-687FE6EB815E}"/>
          </ac:spMkLst>
        </pc:spChg>
        <pc:spChg chg="add del">
          <ac:chgData name="Diego Riva" userId="4faac86c-5217-460c-b916-7e1e32e464a3" providerId="ADAL" clId="{C59C57F4-D0D8-41A9-AB3D-6F93D29F92D6}" dt="2026-09-18T12:45:19.073" v="10643"/>
          <ac:spMkLst>
            <pc:docMk/>
            <pc:sldMk cId="182608956" sldId="2147483637"/>
            <ac:spMk id="20" creationId="{123CF3ED-F317-E55F-E85C-58961E7EF4B5}"/>
          </ac:spMkLst>
        </pc:spChg>
        <pc:spChg chg="mod topLvl">
          <ac:chgData name="Diego Riva" userId="4faac86c-5217-460c-b916-7e1e32e464a3" providerId="ADAL" clId="{C59C57F4-D0D8-41A9-AB3D-6F93D29F92D6}" dt="2026-09-18T12:45:55.483" v="10651" actId="478"/>
          <ac:spMkLst>
            <pc:docMk/>
            <pc:sldMk cId="182608956" sldId="2147483637"/>
            <ac:spMk id="22" creationId="{B2B2721E-C483-484E-A579-68F1A030180F}"/>
          </ac:spMkLst>
        </pc:spChg>
        <pc:spChg chg="add mod">
          <ac:chgData name="Diego Riva" userId="4faac86c-5217-460c-b916-7e1e32e464a3" providerId="ADAL" clId="{C59C57F4-D0D8-41A9-AB3D-6F93D29F92D6}" dt="2026-09-18T12:45:58.146" v="10652" actId="571"/>
          <ac:spMkLst>
            <pc:docMk/>
            <pc:sldMk cId="182608956" sldId="2147483637"/>
            <ac:spMk id="24" creationId="{0BC79EFD-8882-6996-F009-12BE497C49AC}"/>
          </ac:spMkLst>
        </pc:spChg>
        <pc:spChg chg="add mod">
          <ac:chgData name="Diego Riva" userId="4faac86c-5217-460c-b916-7e1e32e464a3" providerId="ADAL" clId="{C59C57F4-D0D8-41A9-AB3D-6F93D29F92D6}" dt="2026-09-18T12:46:34.551" v="10664" actId="571"/>
          <ac:spMkLst>
            <pc:docMk/>
            <pc:sldMk cId="182608956" sldId="2147483637"/>
            <ac:spMk id="25" creationId="{393E0FE0-644C-3B0D-3322-5DB646432167}"/>
          </ac:spMkLst>
        </pc:spChg>
        <pc:spChg chg="add mod">
          <ac:chgData name="Diego Riva" userId="4faac86c-5217-460c-b916-7e1e32e464a3" providerId="ADAL" clId="{C59C57F4-D0D8-41A9-AB3D-6F93D29F92D6}" dt="2026-09-18T12:46:48.677" v="10675" actId="14100"/>
          <ac:spMkLst>
            <pc:docMk/>
            <pc:sldMk cId="182608956" sldId="2147483637"/>
            <ac:spMk id="26" creationId="{19AEAD62-BF5A-0230-25F7-CF4699155561}"/>
          </ac:spMkLst>
        </pc:spChg>
        <pc:grpChg chg="add mod">
          <ac:chgData name="Diego Riva" userId="4faac86c-5217-460c-b916-7e1e32e464a3" providerId="ADAL" clId="{C59C57F4-D0D8-41A9-AB3D-6F93D29F92D6}" dt="2026-09-18T12:45:05.364" v="10610" actId="1076"/>
          <ac:grpSpMkLst>
            <pc:docMk/>
            <pc:sldMk cId="182608956" sldId="2147483637"/>
            <ac:grpSpMk id="14" creationId="{17C41221-F0B5-EFB8-061F-833E0A03493D}"/>
          </ac:grpSpMkLst>
        </pc:grpChg>
        <pc:grpChg chg="add mod">
          <ac:chgData name="Diego Riva" userId="4faac86c-5217-460c-b916-7e1e32e464a3" providerId="ADAL" clId="{C59C57F4-D0D8-41A9-AB3D-6F93D29F92D6}" dt="2026-09-18T12:45:22.004" v="10645" actId="1076"/>
          <ac:grpSpMkLst>
            <pc:docMk/>
            <pc:sldMk cId="182608956" sldId="2147483637"/>
            <ac:grpSpMk id="19" creationId="{7C92595B-8F86-DAB2-94B9-C2AFAE458CF0}"/>
          </ac:grpSpMkLst>
        </pc:grpChg>
        <pc:grpChg chg="add del mod">
          <ac:chgData name="Diego Riva" userId="4faac86c-5217-460c-b916-7e1e32e464a3" providerId="ADAL" clId="{C59C57F4-D0D8-41A9-AB3D-6F93D29F92D6}" dt="2026-09-18T12:45:55.483" v="10651" actId="478"/>
          <ac:grpSpMkLst>
            <pc:docMk/>
            <pc:sldMk cId="182608956" sldId="2147483637"/>
            <ac:grpSpMk id="21" creationId="{6F7062E9-CC08-EC6A-2B6A-599C99F88D51}"/>
          </ac:grpSpMkLst>
        </pc:grpChg>
        <pc:graphicFrameChg chg="add mod ord modVis">
          <ac:chgData name="Diego Riva" userId="4faac86c-5217-460c-b916-7e1e32e464a3" providerId="ADAL" clId="{C59C57F4-D0D8-41A9-AB3D-6F93D29F92D6}" dt="2026-09-18T12:44:39.483" v="10532"/>
          <ac:graphicFrameMkLst>
            <pc:docMk/>
            <pc:sldMk cId="182608956" sldId="2147483637"/>
            <ac:graphicFrameMk id="5" creationId="{DC4E61C8-B097-85E3-0582-DD91ECB2680B}"/>
          </ac:graphicFrameMkLst>
        </pc:graphicFrameChg>
        <pc:picChg chg="add mod">
          <ac:chgData name="Diego Riva" userId="4faac86c-5217-460c-b916-7e1e32e464a3" providerId="ADAL" clId="{C59C57F4-D0D8-41A9-AB3D-6F93D29F92D6}" dt="2026-09-18T12:45:02.909" v="10604"/>
          <ac:picMkLst>
            <pc:docMk/>
            <pc:sldMk cId="182608956" sldId="2147483637"/>
            <ac:picMk id="13" creationId="{15F895C5-8E91-5B9B-5329-36A3035B77FA}"/>
          </ac:picMkLst>
        </pc:picChg>
        <pc:picChg chg="add mod">
          <ac:chgData name="Diego Riva" userId="4faac86c-5217-460c-b916-7e1e32e464a3" providerId="ADAL" clId="{C59C57F4-D0D8-41A9-AB3D-6F93D29F92D6}" dt="2026-09-18T12:46:10.535" v="10653" actId="1582"/>
          <ac:picMkLst>
            <pc:docMk/>
            <pc:sldMk cId="182608956" sldId="2147483637"/>
            <ac:picMk id="18" creationId="{DDA42A71-9D80-FC07-AE1F-B80527923506}"/>
          </ac:picMkLst>
        </pc:picChg>
        <pc:picChg chg="del mod topLvl">
          <ac:chgData name="Diego Riva" userId="4faac86c-5217-460c-b916-7e1e32e464a3" providerId="ADAL" clId="{C59C57F4-D0D8-41A9-AB3D-6F93D29F92D6}" dt="2026-09-18T12:45:55.483" v="10651" actId="478"/>
          <ac:picMkLst>
            <pc:docMk/>
            <pc:sldMk cId="182608956" sldId="2147483637"/>
            <ac:picMk id="23" creationId="{646C8208-F707-5C42-A8BA-F7FEB9B55D22}"/>
          </ac:picMkLst>
        </pc:picChg>
      </pc:sldChg>
      <pc:sldChg chg="addSp delSp modSp add mod">
        <pc:chgData name="Diego Riva" userId="4faac86c-5217-460c-b916-7e1e32e464a3" providerId="ADAL" clId="{C59C57F4-D0D8-41A9-AB3D-6F93D29F92D6}" dt="2026-09-18T12:51:06.544" v="11664"/>
        <pc:sldMkLst>
          <pc:docMk/>
          <pc:sldMk cId="3606634022" sldId="2147483637"/>
        </pc:sldMkLst>
        <pc:spChg chg="add del mod modVis">
          <ac:chgData name="Diego Riva" userId="4faac86c-5217-460c-b916-7e1e32e464a3" providerId="ADAL" clId="{C59C57F4-D0D8-41A9-AB3D-6F93D29F92D6}" dt="2026-09-18T12:47:06.245" v="10719"/>
          <ac:spMkLst>
            <pc:docMk/>
            <pc:sldMk cId="3606634022" sldId="2147483637"/>
            <ac:spMk id="2" creationId="{8F49CB8E-0E6C-FC8A-BFC4-2F1BB7077EB3}"/>
          </ac:spMkLst>
        </pc:spChg>
        <pc:spChg chg="add del mod modVis">
          <ac:chgData name="Diego Riva" userId="4faac86c-5217-460c-b916-7e1e32e464a3" providerId="ADAL" clId="{C59C57F4-D0D8-41A9-AB3D-6F93D29F92D6}" dt="2026-09-18T12:47:10.035" v="10750"/>
          <ac:spMkLst>
            <pc:docMk/>
            <pc:sldMk cId="3606634022" sldId="2147483637"/>
            <ac:spMk id="3" creationId="{A921C484-647C-C09D-D7FE-C78EBD419171}"/>
          </ac:spMkLst>
        </pc:spChg>
        <pc:spChg chg="add del mod modVis">
          <ac:chgData name="Diego Riva" userId="4faac86c-5217-460c-b916-7e1e32e464a3" providerId="ADAL" clId="{C59C57F4-D0D8-41A9-AB3D-6F93D29F92D6}" dt="2026-09-18T12:47:18.962" v="10788"/>
          <ac:spMkLst>
            <pc:docMk/>
            <pc:sldMk cId="3606634022" sldId="2147483637"/>
            <ac:spMk id="4" creationId="{991EBEF2-8AB5-A8BB-A065-D8C02F77E8B6}"/>
          </ac:spMkLst>
        </pc:spChg>
        <pc:spChg chg="mod">
          <ac:chgData name="Diego Riva" userId="4faac86c-5217-460c-b916-7e1e32e464a3" providerId="ADAL" clId="{C59C57F4-D0D8-41A9-AB3D-6F93D29F92D6}" dt="2026-09-18T12:50:49.429" v="11624" actId="948"/>
          <ac:spMkLst>
            <pc:docMk/>
            <pc:sldMk cId="3606634022" sldId="2147483637"/>
            <ac:spMk id="6" creationId="{C5CDA714-D1A7-9976-CAF6-8306E76BA648}"/>
          </ac:spMkLst>
        </pc:spChg>
        <pc:spChg chg="del mod">
          <ac:chgData name="Diego Riva" userId="4faac86c-5217-460c-b916-7e1e32e464a3" providerId="ADAL" clId="{C59C57F4-D0D8-41A9-AB3D-6F93D29F92D6}" dt="2026-09-18T12:50:42.293" v="11591" actId="478"/>
          <ac:spMkLst>
            <pc:docMk/>
            <pc:sldMk cId="3606634022" sldId="2147483637"/>
            <ac:spMk id="7" creationId="{C76BE4FF-3C6A-9756-5AB1-2D05880FD124}"/>
          </ac:spMkLst>
        </pc:spChg>
        <pc:spChg chg="mod">
          <ac:chgData name="Diego Riva" userId="4faac86c-5217-460c-b916-7e1e32e464a3" providerId="ADAL" clId="{C59C57F4-D0D8-41A9-AB3D-6F93D29F92D6}" dt="2026-09-18T12:50:13.068" v="11286"/>
          <ac:spMkLst>
            <pc:docMk/>
            <pc:sldMk cId="3606634022" sldId="2147483637"/>
            <ac:spMk id="8" creationId="{39A8B03A-C89E-87AC-025E-7F5A64654028}"/>
          </ac:spMkLst>
        </pc:spChg>
        <pc:spChg chg="add del mod modVis">
          <ac:chgData name="Diego Riva" userId="4faac86c-5217-460c-b916-7e1e32e464a3" providerId="ADAL" clId="{C59C57F4-D0D8-41A9-AB3D-6F93D29F92D6}" dt="2026-09-18T12:47:22.034" v="10826"/>
          <ac:spMkLst>
            <pc:docMk/>
            <pc:sldMk cId="3606634022" sldId="2147483637"/>
            <ac:spMk id="9" creationId="{D2170050-B8C8-7052-1075-2271CF7BB30A}"/>
          </ac:spMkLst>
        </pc:spChg>
        <pc:spChg chg="mod">
          <ac:chgData name="Diego Riva" userId="4faac86c-5217-460c-b916-7e1e32e464a3" providerId="ADAL" clId="{C59C57F4-D0D8-41A9-AB3D-6F93D29F92D6}" dt="2026-09-18T12:50:59.963" v="11656"/>
          <ac:spMkLst>
            <pc:docMk/>
            <pc:sldMk cId="3606634022" sldId="2147483637"/>
            <ac:spMk id="11" creationId="{A249F85A-5DD5-8F62-50ED-81029908407F}"/>
          </ac:spMkLst>
        </pc:spChg>
        <pc:spChg chg="add del mod modVis">
          <ac:chgData name="Diego Riva" userId="4faac86c-5217-460c-b916-7e1e32e464a3" providerId="ADAL" clId="{C59C57F4-D0D8-41A9-AB3D-6F93D29F92D6}" dt="2026-09-18T12:47:24.669" v="10858"/>
          <ac:spMkLst>
            <pc:docMk/>
            <pc:sldMk cId="3606634022" sldId="2147483637"/>
            <ac:spMk id="12" creationId="{7AA2DA1A-3A82-262C-935A-E19F84F0BFD2}"/>
          </ac:spMkLst>
        </pc:spChg>
        <pc:spChg chg="add del mod modVis">
          <ac:chgData name="Diego Riva" userId="4faac86c-5217-460c-b916-7e1e32e464a3" providerId="ADAL" clId="{C59C57F4-D0D8-41A9-AB3D-6F93D29F92D6}" dt="2026-09-18T12:47:29.314" v="10889"/>
          <ac:spMkLst>
            <pc:docMk/>
            <pc:sldMk cId="3606634022" sldId="2147483637"/>
            <ac:spMk id="15" creationId="{A97C15D3-7BA3-C36C-3F6E-42931E004832}"/>
          </ac:spMkLst>
        </pc:spChg>
        <pc:spChg chg="mod">
          <ac:chgData name="Diego Riva" userId="4faac86c-5217-460c-b916-7e1e32e464a3" providerId="ADAL" clId="{C59C57F4-D0D8-41A9-AB3D-6F93D29F92D6}" dt="2026-09-18T12:51:01.845" v="11658"/>
          <ac:spMkLst>
            <pc:docMk/>
            <pc:sldMk cId="3606634022" sldId="2147483637"/>
            <ac:spMk id="16" creationId="{8DE61066-3E8C-E116-D69A-687FE6EB815E}"/>
          </ac:spMkLst>
        </pc:spChg>
        <pc:spChg chg="add del mod modVis">
          <ac:chgData name="Diego Riva" userId="4faac86c-5217-460c-b916-7e1e32e464a3" providerId="ADAL" clId="{C59C57F4-D0D8-41A9-AB3D-6F93D29F92D6}" dt="2026-09-18T12:47:37.832" v="10948"/>
          <ac:spMkLst>
            <pc:docMk/>
            <pc:sldMk cId="3606634022" sldId="2147483637"/>
            <ac:spMk id="17" creationId="{564A4663-74D7-D970-9AF2-1F43B88CDDAE}"/>
          </ac:spMkLst>
        </pc:spChg>
        <pc:spChg chg="add del mod">
          <ac:chgData name="Diego Riva" userId="4faac86c-5217-460c-b916-7e1e32e464a3" providerId="ADAL" clId="{C59C57F4-D0D8-41A9-AB3D-6F93D29F92D6}" dt="2026-09-18T12:49:09.579" v="10989" actId="478"/>
          <ac:spMkLst>
            <pc:docMk/>
            <pc:sldMk cId="3606634022" sldId="2147483637"/>
            <ac:spMk id="21" creationId="{213A04FF-1276-9006-CC8E-38B3DA842004}"/>
          </ac:spMkLst>
        </pc:spChg>
        <pc:spChg chg="mod">
          <ac:chgData name="Diego Riva" userId="4faac86c-5217-460c-b916-7e1e32e464a3" providerId="ADAL" clId="{C59C57F4-D0D8-41A9-AB3D-6F93D29F92D6}" dt="2026-09-18T12:51:03.331" v="11660"/>
          <ac:spMkLst>
            <pc:docMk/>
            <pc:sldMk cId="3606634022" sldId="2147483637"/>
            <ac:spMk id="22" creationId="{B2B2721E-C483-484E-A579-68F1A030180F}"/>
          </ac:spMkLst>
        </pc:spChg>
        <pc:spChg chg="add mod">
          <ac:chgData name="Diego Riva" userId="4faac86c-5217-460c-b916-7e1e32e464a3" providerId="ADAL" clId="{C59C57F4-D0D8-41A9-AB3D-6F93D29F92D6}" dt="2026-09-18T12:50:56.935" v="11654" actId="465"/>
          <ac:spMkLst>
            <pc:docMk/>
            <pc:sldMk cId="3606634022" sldId="2147483637"/>
            <ac:spMk id="23" creationId="{C5B011CA-1CFB-64AB-2B9D-4B8DE625D06F}"/>
          </ac:spMkLst>
        </pc:spChg>
        <pc:spChg chg="mod">
          <ac:chgData name="Diego Riva" userId="4faac86c-5217-460c-b916-7e1e32e464a3" providerId="ADAL" clId="{C59C57F4-D0D8-41A9-AB3D-6F93D29F92D6}" dt="2026-09-18T12:51:06.544" v="11664"/>
          <ac:spMkLst>
            <pc:docMk/>
            <pc:sldMk cId="3606634022" sldId="2147483637"/>
            <ac:spMk id="24" creationId="{0BC79EFD-8882-6996-F009-12BE497C49AC}"/>
          </ac:spMkLst>
        </pc:spChg>
        <pc:spChg chg="mod">
          <ac:chgData name="Diego Riva" userId="4faac86c-5217-460c-b916-7e1e32e464a3" providerId="ADAL" clId="{C59C57F4-D0D8-41A9-AB3D-6F93D29F92D6}" dt="2026-09-18T12:51:04.881" v="11662"/>
          <ac:spMkLst>
            <pc:docMk/>
            <pc:sldMk cId="3606634022" sldId="2147483637"/>
            <ac:spMk id="25" creationId="{393E0FE0-644C-3B0D-3322-5DB646432167}"/>
          </ac:spMkLst>
        </pc:spChg>
        <pc:spChg chg="mod">
          <ac:chgData name="Diego Riva" userId="4faac86c-5217-460c-b916-7e1e32e464a3" providerId="ADAL" clId="{C59C57F4-D0D8-41A9-AB3D-6F93D29F92D6}" dt="2026-09-18T12:50:37.270" v="11361" actId="207"/>
          <ac:spMkLst>
            <pc:docMk/>
            <pc:sldMk cId="3606634022" sldId="2147483637"/>
            <ac:spMk id="26" creationId="{19AEAD62-BF5A-0230-25F7-CF4699155561}"/>
          </ac:spMkLst>
        </pc:spChg>
        <pc:spChg chg="add mod">
          <ac:chgData name="Diego Riva" userId="4faac86c-5217-460c-b916-7e1e32e464a3" providerId="ADAL" clId="{C59C57F4-D0D8-41A9-AB3D-6F93D29F92D6}" dt="2026-09-18T12:50:56.935" v="11654" actId="465"/>
          <ac:spMkLst>
            <pc:docMk/>
            <pc:sldMk cId="3606634022" sldId="2147483637"/>
            <ac:spMk id="27" creationId="{CB99CE25-4A5A-660D-B51C-53894DE1EB01}"/>
          </ac:spMkLst>
        </pc:spChg>
        <pc:spChg chg="add mod">
          <ac:chgData name="Diego Riva" userId="4faac86c-5217-460c-b916-7e1e32e464a3" providerId="ADAL" clId="{C59C57F4-D0D8-41A9-AB3D-6F93D29F92D6}" dt="2026-09-18T12:50:56.935" v="11654" actId="465"/>
          <ac:spMkLst>
            <pc:docMk/>
            <pc:sldMk cId="3606634022" sldId="2147483637"/>
            <ac:spMk id="28" creationId="{AEBD62B2-6707-7A9C-067A-CAD6187BDF50}"/>
          </ac:spMkLst>
        </pc:spChg>
        <pc:spChg chg="add mod">
          <ac:chgData name="Diego Riva" userId="4faac86c-5217-460c-b916-7e1e32e464a3" providerId="ADAL" clId="{C59C57F4-D0D8-41A9-AB3D-6F93D29F92D6}" dt="2026-09-18T12:50:37.783" v="11590" actId="207"/>
          <ac:spMkLst>
            <pc:docMk/>
            <pc:sldMk cId="3606634022" sldId="2147483637"/>
            <ac:spMk id="29" creationId="{F64A12D6-56F9-6F32-F00C-D50157F000E4}"/>
          </ac:spMkLst>
        </pc:spChg>
        <pc:spChg chg="add del mod modVis">
          <ac:chgData name="Diego Riva" userId="4faac86c-5217-460c-b916-7e1e32e464a3" providerId="ADAL" clId="{C59C57F4-D0D8-41A9-AB3D-6F93D29F92D6}" dt="2026-09-18T12:50:13.644" v="11314"/>
          <ac:spMkLst>
            <pc:docMk/>
            <pc:sldMk cId="3606634022" sldId="2147483637"/>
            <ac:spMk id="30" creationId="{49A4486B-7049-4874-DC1E-5344A82AF92A}"/>
          </ac:spMkLst>
        </pc:spChg>
        <pc:spChg chg="add del mod modVis">
          <ac:chgData name="Diego Riva" userId="4faac86c-5217-460c-b916-7e1e32e464a3" providerId="ADAL" clId="{C59C57F4-D0D8-41A9-AB3D-6F93D29F92D6}" dt="2026-09-18T12:50:46.960" v="11620"/>
          <ac:spMkLst>
            <pc:docMk/>
            <pc:sldMk cId="3606634022" sldId="2147483637"/>
            <ac:spMk id="31" creationId="{0B534159-497A-2EE1-FE2D-81B26D898C8E}"/>
          </ac:spMkLst>
        </pc:spChg>
        <pc:spChg chg="add del mod modVis">
          <ac:chgData name="Diego Riva" userId="4faac86c-5217-460c-b916-7e1e32e464a3" providerId="ADAL" clId="{C59C57F4-D0D8-41A9-AB3D-6F93D29F92D6}" dt="2026-09-18T12:50:49.468" v="11651"/>
          <ac:spMkLst>
            <pc:docMk/>
            <pc:sldMk cId="3606634022" sldId="2147483637"/>
            <ac:spMk id="32" creationId="{007DEB90-5081-472B-3380-304268A422D6}"/>
          </ac:spMkLst>
        </pc:spChg>
        <pc:grpChg chg="mod">
          <ac:chgData name="Diego Riva" userId="4faac86c-5217-460c-b916-7e1e32e464a3" providerId="ADAL" clId="{C59C57F4-D0D8-41A9-AB3D-6F93D29F92D6}" dt="2026-09-18T12:50:59.963" v="11656"/>
          <ac:grpSpMkLst>
            <pc:docMk/>
            <pc:sldMk cId="3606634022" sldId="2147483637"/>
            <ac:grpSpMk id="14" creationId="{17C41221-F0B5-EFB8-061F-833E0A03493D}"/>
          </ac:grpSpMkLst>
        </pc:grpChg>
        <pc:grpChg chg="mod">
          <ac:chgData name="Diego Riva" userId="4faac86c-5217-460c-b916-7e1e32e464a3" providerId="ADAL" clId="{C59C57F4-D0D8-41A9-AB3D-6F93D29F92D6}" dt="2026-09-18T12:51:01.845" v="11658"/>
          <ac:grpSpMkLst>
            <pc:docMk/>
            <pc:sldMk cId="3606634022" sldId="2147483637"/>
            <ac:grpSpMk id="19" creationId="{7C92595B-8F86-DAB2-94B9-C2AFAE458CF0}"/>
          </ac:grpSpMkLst>
        </pc:grpChg>
        <pc:graphicFrameChg chg="mod">
          <ac:chgData name="Diego Riva" userId="4faac86c-5217-460c-b916-7e1e32e464a3" providerId="ADAL" clId="{C59C57F4-D0D8-41A9-AB3D-6F93D29F92D6}" dt="2026-09-18T12:50:49.470" v="11653"/>
          <ac:graphicFrameMkLst>
            <pc:docMk/>
            <pc:sldMk cId="3606634022" sldId="2147483637"/>
            <ac:graphicFrameMk id="5" creationId="{DC4E61C8-B097-85E3-0582-DD91ECB2680B}"/>
          </ac:graphicFrameMkLst>
        </pc:graphicFrameChg>
        <pc:picChg chg="mod">
          <ac:chgData name="Diego Riva" userId="4faac86c-5217-460c-b916-7e1e32e464a3" providerId="ADAL" clId="{C59C57F4-D0D8-41A9-AB3D-6F93D29F92D6}" dt="2026-09-18T12:50:59.963" v="11656"/>
          <ac:picMkLst>
            <pc:docMk/>
            <pc:sldMk cId="3606634022" sldId="2147483637"/>
            <ac:picMk id="13" creationId="{15F895C5-8E91-5B9B-5329-36A3035B77FA}"/>
          </ac:picMkLst>
        </pc:picChg>
        <pc:picChg chg="mod">
          <ac:chgData name="Diego Riva" userId="4faac86c-5217-460c-b916-7e1e32e464a3" providerId="ADAL" clId="{C59C57F4-D0D8-41A9-AB3D-6F93D29F92D6}" dt="2026-09-18T12:51:01.845" v="11658"/>
          <ac:picMkLst>
            <pc:docMk/>
            <pc:sldMk cId="3606634022" sldId="2147483637"/>
            <ac:picMk id="18" creationId="{DDA42A71-9D80-FC07-AE1F-B80527923506}"/>
          </ac:picMkLst>
        </pc:picChg>
      </pc:sldChg>
      <pc:sldChg chg="addSp delSp modSp add del mod modShow">
        <pc:chgData name="Diego Riva" userId="4faac86c-5217-460c-b916-7e1e32e464a3" providerId="ADAL" clId="{C59C57F4-D0D8-41A9-AB3D-6F93D29F92D6}" dt="2026-09-18T14:33:49.881" v="12438" actId="47"/>
        <pc:sldMkLst>
          <pc:docMk/>
          <pc:sldMk cId="1922729228" sldId="2147483638"/>
        </pc:sldMkLst>
        <pc:spChg chg="add del mod modVis">
          <ac:chgData name="Diego Riva" userId="4faac86c-5217-460c-b916-7e1e32e464a3" providerId="ADAL" clId="{C59C57F4-D0D8-41A9-AB3D-6F93D29F92D6}" dt="2026-09-18T12:59:58.985" v="11905"/>
          <ac:spMkLst>
            <pc:docMk/>
            <pc:sldMk cId="1922729228" sldId="2147483638"/>
            <ac:spMk id="2" creationId="{AEADD9F4-0742-5BCA-337C-5BF80722B05F}"/>
          </ac:spMkLst>
        </pc:spChg>
        <pc:spChg chg="add del mod modVis">
          <ac:chgData name="Diego Riva" userId="4faac86c-5217-460c-b916-7e1e32e464a3" providerId="ADAL" clId="{C59C57F4-D0D8-41A9-AB3D-6F93D29F92D6}" dt="2026-09-18T13:00:13.528" v="12026"/>
          <ac:spMkLst>
            <pc:docMk/>
            <pc:sldMk cId="1922729228" sldId="2147483638"/>
            <ac:spMk id="3" creationId="{7BAC1707-416A-C90E-BB30-F4A848BD08A9}"/>
          </ac:spMkLst>
        </pc:spChg>
        <pc:spChg chg="add del mod modVis">
          <ac:chgData name="Diego Riva" userId="4faac86c-5217-460c-b916-7e1e32e464a3" providerId="ADAL" clId="{C59C57F4-D0D8-41A9-AB3D-6F93D29F92D6}" dt="2026-09-18T13:59:56.096" v="12364"/>
          <ac:spMkLst>
            <pc:docMk/>
            <pc:sldMk cId="1922729228" sldId="2147483638"/>
            <ac:spMk id="3" creationId="{8E93F386-91C3-321A-7B2F-5EAE6B9AFCDC}"/>
          </ac:spMkLst>
        </pc:spChg>
        <pc:spChg chg="add del mod modVis">
          <ac:chgData name="Diego Riva" userId="4faac86c-5217-460c-b916-7e1e32e464a3" providerId="ADAL" clId="{C59C57F4-D0D8-41A9-AB3D-6F93D29F92D6}" dt="2026-09-18T13:00:16.345" v="12098"/>
          <ac:spMkLst>
            <pc:docMk/>
            <pc:sldMk cId="1922729228" sldId="2147483638"/>
            <ac:spMk id="4" creationId="{3BC22DE8-1073-6496-5DE9-BE307B4882B3}"/>
          </ac:spMkLst>
        </pc:spChg>
        <pc:spChg chg="mod">
          <ac:chgData name="Diego Riva" userId="4faac86c-5217-460c-b916-7e1e32e464a3" providerId="ADAL" clId="{C59C57F4-D0D8-41A9-AB3D-6F93D29F92D6}" dt="2026-09-18T13:59:56.063" v="12337" actId="948"/>
          <ac:spMkLst>
            <pc:docMk/>
            <pc:sldMk cId="1922729228" sldId="2147483638"/>
            <ac:spMk id="6" creationId="{DDB9DBEE-8580-2B84-34F1-E65226D13649}"/>
          </ac:spMkLst>
        </pc:spChg>
        <pc:spChg chg="add del mod modVis">
          <ac:chgData name="Diego Riva" userId="4faac86c-5217-460c-b916-7e1e32e464a3" providerId="ADAL" clId="{C59C57F4-D0D8-41A9-AB3D-6F93D29F92D6}" dt="2026-09-18T13:00:16.988" v="12129"/>
          <ac:spMkLst>
            <pc:docMk/>
            <pc:sldMk cId="1922729228" sldId="2147483638"/>
            <ac:spMk id="7" creationId="{BC114B67-F5E7-D9C6-D054-ED400E26B6AA}"/>
          </ac:spMkLst>
        </pc:spChg>
        <pc:spChg chg="mod">
          <ac:chgData name="Diego Riva" userId="4faac86c-5217-460c-b916-7e1e32e464a3" providerId="ADAL" clId="{C59C57F4-D0D8-41A9-AB3D-6F93D29F92D6}" dt="2026-09-18T13:59:55.525" v="12336"/>
          <ac:spMkLst>
            <pc:docMk/>
            <pc:sldMk cId="1922729228" sldId="2147483638"/>
            <ac:spMk id="8" creationId="{B5DA5DC3-65A7-E3FA-22DE-753586EE5EAE}"/>
          </ac:spMkLst>
        </pc:spChg>
        <pc:spChg chg="del">
          <ac:chgData name="Diego Riva" userId="4faac86c-5217-460c-b916-7e1e32e464a3" providerId="ADAL" clId="{C59C57F4-D0D8-41A9-AB3D-6F93D29F92D6}" dt="2026-09-18T13:00:18.824" v="12132" actId="478"/>
          <ac:spMkLst>
            <pc:docMk/>
            <pc:sldMk cId="1922729228" sldId="2147483638"/>
            <ac:spMk id="10" creationId="{B8E7D05A-EB5E-E380-3AC8-69DBC926D1AA}"/>
          </ac:spMkLst>
        </pc:spChg>
        <pc:spChg chg="mod">
          <ac:chgData name="Diego Riva" userId="4faac86c-5217-460c-b916-7e1e32e464a3" providerId="ADAL" clId="{C59C57F4-D0D8-41A9-AB3D-6F93D29F92D6}" dt="2026-09-18T13:01:41.249" v="12326"/>
          <ac:spMkLst>
            <pc:docMk/>
            <pc:sldMk cId="1922729228" sldId="2147483638"/>
            <ac:spMk id="12" creationId="{5828FE1A-54D7-32B7-2D94-6C0D6F6FB669}"/>
          </ac:spMkLst>
        </pc:spChg>
        <pc:spChg chg="del mod">
          <ac:chgData name="Diego Riva" userId="4faac86c-5217-460c-b916-7e1e32e464a3" providerId="ADAL" clId="{C59C57F4-D0D8-41A9-AB3D-6F93D29F92D6}" dt="2026-09-18T13:01:43.811" v="12331" actId="478"/>
          <ac:spMkLst>
            <pc:docMk/>
            <pc:sldMk cId="1922729228" sldId="2147483638"/>
            <ac:spMk id="22" creationId="{DF5CA83D-0E24-BD92-3A26-5EDF80A37F33}"/>
          </ac:spMkLst>
        </pc:spChg>
        <pc:spChg chg="del">
          <ac:chgData name="Diego Riva" userId="4faac86c-5217-460c-b916-7e1e32e464a3" providerId="ADAL" clId="{C59C57F4-D0D8-41A9-AB3D-6F93D29F92D6}" dt="2026-09-18T13:00:24.595" v="12133" actId="478"/>
          <ac:spMkLst>
            <pc:docMk/>
            <pc:sldMk cId="1922729228" sldId="2147483638"/>
            <ac:spMk id="23" creationId="{56526882-7FAB-EE1A-F9EC-68763DA87DFE}"/>
          </ac:spMkLst>
        </pc:spChg>
        <pc:spChg chg="mod">
          <ac:chgData name="Diego Riva" userId="4faac86c-5217-460c-b916-7e1e32e464a3" providerId="ADAL" clId="{C59C57F4-D0D8-41A9-AB3D-6F93D29F92D6}" dt="2026-09-18T13:01:24.200" v="12317" actId="1076"/>
          <ac:spMkLst>
            <pc:docMk/>
            <pc:sldMk cId="1922729228" sldId="2147483638"/>
            <ac:spMk id="24" creationId="{8C192D8B-E4DC-22EC-EE88-63139E3BBBE3}"/>
          </ac:spMkLst>
        </pc:spChg>
        <pc:spChg chg="mod">
          <ac:chgData name="Diego Riva" userId="4faac86c-5217-460c-b916-7e1e32e464a3" providerId="ADAL" clId="{C59C57F4-D0D8-41A9-AB3D-6F93D29F92D6}" dt="2026-09-18T13:01:30.932" v="12320"/>
          <ac:spMkLst>
            <pc:docMk/>
            <pc:sldMk cId="1922729228" sldId="2147483638"/>
            <ac:spMk id="25" creationId="{7E1960F2-9268-5E14-8879-F5293D04DF67}"/>
          </ac:spMkLst>
        </pc:spChg>
        <pc:spChg chg="del">
          <ac:chgData name="Diego Riva" userId="4faac86c-5217-460c-b916-7e1e32e464a3" providerId="ADAL" clId="{C59C57F4-D0D8-41A9-AB3D-6F93D29F92D6}" dt="2026-09-18T13:00:24.595" v="12133" actId="478"/>
          <ac:spMkLst>
            <pc:docMk/>
            <pc:sldMk cId="1922729228" sldId="2147483638"/>
            <ac:spMk id="26" creationId="{0CB1CA36-7F29-6460-E179-D7DE1852DA8D}"/>
          </ac:spMkLst>
        </pc:spChg>
        <pc:spChg chg="mod">
          <ac:chgData name="Diego Riva" userId="4faac86c-5217-460c-b916-7e1e32e464a3" providerId="ADAL" clId="{C59C57F4-D0D8-41A9-AB3D-6F93D29F92D6}" dt="2026-09-18T13:01:19.555" v="12315" actId="1076"/>
          <ac:spMkLst>
            <pc:docMk/>
            <pc:sldMk cId="1922729228" sldId="2147483638"/>
            <ac:spMk id="27" creationId="{F2B8E0A6-A6FC-D80B-4A1A-E5B732B56BEA}"/>
          </ac:spMkLst>
        </pc:spChg>
        <pc:spChg chg="mod">
          <ac:chgData name="Diego Riva" userId="4faac86c-5217-460c-b916-7e1e32e464a3" providerId="ADAL" clId="{C59C57F4-D0D8-41A9-AB3D-6F93D29F92D6}" dt="2026-09-18T13:01:29.072" v="12318" actId="465"/>
          <ac:spMkLst>
            <pc:docMk/>
            <pc:sldMk cId="1922729228" sldId="2147483638"/>
            <ac:spMk id="28" creationId="{633F1F7B-D038-276E-BD50-94080F29E786}"/>
          </ac:spMkLst>
        </pc:spChg>
        <pc:spChg chg="mod">
          <ac:chgData name="Diego Riva" userId="4faac86c-5217-460c-b916-7e1e32e464a3" providerId="ADAL" clId="{C59C57F4-D0D8-41A9-AB3D-6F93D29F92D6}" dt="2026-09-18T13:01:24.200" v="12317" actId="1076"/>
          <ac:spMkLst>
            <pc:docMk/>
            <pc:sldMk cId="1922729228" sldId="2147483638"/>
            <ac:spMk id="29" creationId="{6034BBBE-FA2E-5841-0D94-8C66EF42932E}"/>
          </ac:spMkLst>
        </pc:spChg>
        <pc:grpChg chg="add mod">
          <ac:chgData name="Diego Riva" userId="4faac86c-5217-460c-b916-7e1e32e464a3" providerId="ADAL" clId="{C59C57F4-D0D8-41A9-AB3D-6F93D29F92D6}" dt="2026-09-18T13:01:41.249" v="12326"/>
          <ac:grpSpMkLst>
            <pc:docMk/>
            <pc:sldMk cId="1922729228" sldId="2147483638"/>
            <ac:grpSpMk id="9" creationId="{113CAB2E-8713-35F6-D1B2-377B2253D9D8}"/>
          </ac:grpSpMkLst>
        </pc:grpChg>
        <pc:grpChg chg="del">
          <ac:chgData name="Diego Riva" userId="4faac86c-5217-460c-b916-7e1e32e464a3" providerId="ADAL" clId="{C59C57F4-D0D8-41A9-AB3D-6F93D29F92D6}" dt="2026-09-18T13:00:24.595" v="12133" actId="478"/>
          <ac:grpSpMkLst>
            <pc:docMk/>
            <pc:sldMk cId="1922729228" sldId="2147483638"/>
            <ac:grpSpMk id="14" creationId="{5EBABE75-DFB2-DDA5-EAB4-A7A1107E4F5A}"/>
          </ac:grpSpMkLst>
        </pc:grpChg>
        <pc:grpChg chg="del">
          <ac:chgData name="Diego Riva" userId="4faac86c-5217-460c-b916-7e1e32e464a3" providerId="ADAL" clId="{C59C57F4-D0D8-41A9-AB3D-6F93D29F92D6}" dt="2026-09-18T13:00:24.595" v="12133" actId="478"/>
          <ac:grpSpMkLst>
            <pc:docMk/>
            <pc:sldMk cId="1922729228" sldId="2147483638"/>
            <ac:grpSpMk id="19" creationId="{65BD9677-D37D-7A76-90CA-FC9D379F2D67}"/>
          </ac:grpSpMkLst>
        </pc:grpChg>
        <pc:graphicFrameChg chg="mod">
          <ac:chgData name="Diego Riva" userId="4faac86c-5217-460c-b916-7e1e32e464a3" providerId="ADAL" clId="{C59C57F4-D0D8-41A9-AB3D-6F93D29F92D6}" dt="2026-09-18T13:59:56.098" v="12366"/>
          <ac:graphicFrameMkLst>
            <pc:docMk/>
            <pc:sldMk cId="1922729228" sldId="2147483638"/>
            <ac:graphicFrameMk id="5" creationId="{C6FC8125-6B55-6E90-43C9-B94AABA81680}"/>
          </ac:graphicFrameMkLst>
        </pc:graphicFrameChg>
        <pc:picChg chg="mod">
          <ac:chgData name="Diego Riva" userId="4faac86c-5217-460c-b916-7e1e32e464a3" providerId="ADAL" clId="{C59C57F4-D0D8-41A9-AB3D-6F93D29F92D6}" dt="2026-09-18T13:01:41.249" v="12326"/>
          <ac:picMkLst>
            <pc:docMk/>
            <pc:sldMk cId="1922729228" sldId="2147483638"/>
            <ac:picMk id="15" creationId="{7ECCF265-853D-8F89-E5B1-5F964E38F005}"/>
          </ac:picMkLst>
        </pc:picChg>
      </pc:sldChg>
      <pc:sldChg chg="modSp add">
        <pc:chgData name="Diego Riva" userId="4faac86c-5217-460c-b916-7e1e32e464a3" providerId="ADAL" clId="{C59C57F4-D0D8-41A9-AB3D-6F93D29F92D6}" dt="2026-09-18T14:33:42.788" v="12369"/>
        <pc:sldMkLst>
          <pc:docMk/>
          <pc:sldMk cId="1231690368" sldId="2147483641"/>
        </pc:sldMkLst>
        <pc:spChg chg="mod">
          <ac:chgData name="Diego Riva" userId="4faac86c-5217-460c-b916-7e1e32e464a3" providerId="ADAL" clId="{C59C57F4-D0D8-41A9-AB3D-6F93D29F92D6}" dt="2026-09-18T14:33:42.788" v="12369"/>
          <ac:spMkLst>
            <pc:docMk/>
            <pc:sldMk cId="1231690368" sldId="2147483641"/>
            <ac:spMk id="4" creationId="{97D0C08E-FE00-101A-EA57-D2E228B2F406}"/>
          </ac:spMkLst>
        </pc:spChg>
        <pc:graphicFrameChg chg="mod">
          <ac:chgData name="Diego Riva" userId="4faac86c-5217-460c-b916-7e1e32e464a3" providerId="ADAL" clId="{C59C57F4-D0D8-41A9-AB3D-6F93D29F92D6}" dt="2026-09-18T14:33:42.787" v="12368"/>
          <ac:graphicFrameMkLst>
            <pc:docMk/>
            <pc:sldMk cId="1231690368" sldId="2147483641"/>
            <ac:graphicFrameMk id="5" creationId="{6A83831E-C591-877C-538A-75C534FA157F}"/>
          </ac:graphicFrameMkLst>
        </pc:graphicFrameChg>
      </pc:sldChg>
      <pc:sldChg chg="add">
        <pc:chgData name="Diego Riva" userId="4faac86c-5217-460c-b916-7e1e32e464a3" providerId="ADAL" clId="{C59C57F4-D0D8-41A9-AB3D-6F93D29F92D6}" dt="2026-09-18T14:33:42.480" v="12367"/>
        <pc:sldMkLst>
          <pc:docMk/>
          <pc:sldMk cId="3978427022" sldId="2147483642"/>
        </pc:sldMkLst>
      </pc:sldChg>
      <pc:sldChg chg="addSp modSp add mod">
        <pc:chgData name="Diego Riva" userId="4faac86c-5217-460c-b916-7e1e32e464a3" providerId="ADAL" clId="{C59C57F4-D0D8-41A9-AB3D-6F93D29F92D6}" dt="2026-09-18T14:37:04.192" v="12539" actId="20577"/>
        <pc:sldMkLst>
          <pc:docMk/>
          <pc:sldMk cId="1534640664" sldId="2147483643"/>
        </pc:sldMkLst>
        <pc:spChg chg="add mod">
          <ac:chgData name="Diego Riva" userId="4faac86c-5217-460c-b916-7e1e32e464a3" providerId="ADAL" clId="{C59C57F4-D0D8-41A9-AB3D-6F93D29F92D6}" dt="2026-09-18T14:37:04.192" v="12539" actId="20577"/>
          <ac:spMkLst>
            <pc:docMk/>
            <pc:sldMk cId="1534640664" sldId="2147483643"/>
            <ac:spMk id="3" creationId="{1BDEFC0D-AE0D-35CA-A430-A8F744F15B8E}"/>
          </ac:spMkLst>
        </pc:spChg>
      </pc:sldChg>
      <pc:sldChg chg="add del">
        <pc:chgData name="Diego Riva" userId="4faac86c-5217-460c-b916-7e1e32e464a3" providerId="ADAL" clId="{C59C57F4-D0D8-41A9-AB3D-6F93D29F92D6}" dt="2026-09-18T14:36:29.814" v="12440" actId="47"/>
        <pc:sldMkLst>
          <pc:docMk/>
          <pc:sldMk cId="1526701803" sldId="2147483644"/>
        </pc:sldMkLst>
      </pc:sldChg>
      <pc:sldChg chg="addSp delSp modSp add mod">
        <pc:chgData name="Diego Riva" userId="4faac86c-5217-460c-b916-7e1e32e464a3" providerId="ADAL" clId="{C59C57F4-D0D8-41A9-AB3D-6F93D29F92D6}" dt="2026-09-18T14:36:30.325" v="12442"/>
        <pc:sldMkLst>
          <pc:docMk/>
          <pc:sldMk cId="64367002" sldId="2147483645"/>
        </pc:sldMkLst>
        <pc:spChg chg="mod">
          <ac:chgData name="Diego Riva" userId="4faac86c-5217-460c-b916-7e1e32e464a3" providerId="ADAL" clId="{C59C57F4-D0D8-41A9-AB3D-6F93D29F92D6}" dt="2026-09-18T14:33:43.727" v="12372" actId="948"/>
          <ac:spMkLst>
            <pc:docMk/>
            <pc:sldMk cId="64367002" sldId="2147483645"/>
            <ac:spMk id="2" creationId="{17282CC5-A67E-8E29-C224-BE15956791F3}"/>
          </ac:spMkLst>
        </pc:spChg>
        <pc:spChg chg="add del mod modVis">
          <ac:chgData name="Diego Riva" userId="4faac86c-5217-460c-b916-7e1e32e464a3" providerId="ADAL" clId="{C59C57F4-D0D8-41A9-AB3D-6F93D29F92D6}" dt="2026-09-18T14:33:43.830" v="12431"/>
          <ac:spMkLst>
            <pc:docMk/>
            <pc:sldMk cId="64367002" sldId="2147483645"/>
            <ac:spMk id="3" creationId="{C91E00E8-5605-FEA1-2CE3-83E4729218C3}"/>
          </ac:spMkLst>
        </pc:spChg>
        <pc:graphicFrameChg chg="mod">
          <ac:chgData name="Diego Riva" userId="4faac86c-5217-460c-b916-7e1e32e464a3" providerId="ADAL" clId="{C59C57F4-D0D8-41A9-AB3D-6F93D29F92D6}" dt="2026-09-18T14:36:30.325" v="12442"/>
          <ac:graphicFrameMkLst>
            <pc:docMk/>
            <pc:sldMk cId="64367002" sldId="2147483645"/>
            <ac:graphicFrameMk id="7" creationId="{CA6D31CB-315F-31E5-E7A0-676366C12FF2}"/>
          </ac:graphicFrameMkLst>
        </pc:graphicFrameChg>
      </pc:sldChg>
      <pc:sldChg chg="addSp delSp modSp add mod">
        <pc:chgData name="Diego Riva" userId="4faac86c-5217-460c-b916-7e1e32e464a3" providerId="ADAL" clId="{C59C57F4-D0D8-41A9-AB3D-6F93D29F92D6}" dt="2026-09-18T14:49:19.865" v="12584"/>
        <pc:sldMkLst>
          <pc:docMk/>
          <pc:sldMk cId="138028779" sldId="2147483646"/>
        </pc:sldMkLst>
        <pc:spChg chg="mod">
          <ac:chgData name="Diego Riva" userId="4faac86c-5217-460c-b916-7e1e32e464a3" providerId="ADAL" clId="{C59C57F4-D0D8-41A9-AB3D-6F93D29F92D6}" dt="2026-09-18T14:33:43.782" v="12401" actId="948"/>
          <ac:spMkLst>
            <pc:docMk/>
            <pc:sldMk cId="138028779" sldId="2147483646"/>
            <ac:spMk id="2" creationId="{534FFA16-C708-12EC-1C19-B81EBFC45FFC}"/>
          </ac:spMkLst>
        </pc:spChg>
        <pc:spChg chg="add del mod modVis">
          <ac:chgData name="Diego Riva" userId="4faac86c-5217-460c-b916-7e1e32e464a3" providerId="ADAL" clId="{C59C57F4-D0D8-41A9-AB3D-6F93D29F92D6}" dt="2026-09-18T14:33:43.837" v="12435"/>
          <ac:spMkLst>
            <pc:docMk/>
            <pc:sldMk cId="138028779" sldId="2147483646"/>
            <ac:spMk id="3" creationId="{E804752B-32D9-C04B-48FD-8A42BDC68679}"/>
          </ac:spMkLst>
        </pc:spChg>
        <pc:graphicFrameChg chg="mod">
          <ac:chgData name="Diego Riva" userId="4faac86c-5217-460c-b916-7e1e32e464a3" providerId="ADAL" clId="{C59C57F4-D0D8-41A9-AB3D-6F93D29F92D6}" dt="2026-09-18T14:49:19.865" v="12584"/>
          <ac:graphicFrameMkLst>
            <pc:docMk/>
            <pc:sldMk cId="138028779" sldId="2147483646"/>
            <ac:graphicFrameMk id="7" creationId="{4EDBD29A-126A-0679-6011-31C066B39EEA}"/>
          </ac:graphicFrameMkLst>
        </pc:graphicFrameChg>
      </pc:sldChg>
      <pc:sldChg chg="addSp modSp add mod">
        <pc:chgData name="Diego Riva" userId="4faac86c-5217-460c-b916-7e1e32e464a3" providerId="ADAL" clId="{C59C57F4-D0D8-41A9-AB3D-6F93D29F92D6}" dt="2026-09-18T14:55:13.995" v="12677" actId="20577"/>
        <pc:sldMkLst>
          <pc:docMk/>
          <pc:sldMk cId="2734171725" sldId="2147483647"/>
        </pc:sldMkLst>
        <pc:spChg chg="add mod">
          <ac:chgData name="Diego Riva" userId="4faac86c-5217-460c-b916-7e1e32e464a3" providerId="ADAL" clId="{C59C57F4-D0D8-41A9-AB3D-6F93D29F92D6}" dt="2026-09-18T14:55:13.995" v="12677" actId="20577"/>
          <ac:spMkLst>
            <pc:docMk/>
            <pc:sldMk cId="2734171725" sldId="2147483647"/>
            <ac:spMk id="5" creationId="{2CAC1D95-6831-2E58-B211-D2DEBEB35E2D}"/>
          </ac:spMkLst>
        </pc:spChg>
      </pc:sldChg>
      <pc:sldMasterChg chg="delSldLayout">
        <pc:chgData name="Diego Riva" userId="4faac86c-5217-460c-b916-7e1e32e464a3" providerId="ADAL" clId="{C59C57F4-D0D8-41A9-AB3D-6F93D29F92D6}" dt="2026-09-18T07:59:54.411" v="298" actId="47"/>
        <pc:sldMasterMkLst>
          <pc:docMk/>
          <pc:sldMasterMk cId="162679934" sldId="2147483842"/>
        </pc:sldMasterMkLst>
        <pc:sldLayoutChg chg="del">
          <pc:chgData name="Diego Riva" userId="4faac86c-5217-460c-b916-7e1e32e464a3" providerId="ADAL" clId="{C59C57F4-D0D8-41A9-AB3D-6F93D29F92D6}" dt="2026-09-18T07:59:54.411" v="298" actId="47"/>
          <pc:sldLayoutMkLst>
            <pc:docMk/>
            <pc:sldMasterMk cId="162679934" sldId="2147483842"/>
            <pc:sldLayoutMk cId="1721282967" sldId="2147483863"/>
          </pc:sldLayoutMkLst>
        </pc:sldLayoutChg>
      </pc:sldMasterChg>
    </pc:docChg>
  </pc:docChgLst>
  <pc:docChgLst>
    <pc:chgData name="Andrea Vagnini" userId="27b44083-4cb4-47ac-8e90-fc9245ef593f" providerId="ADAL" clId="{A07C9591-F4F7-421E-9203-32D52702419D}"/>
    <pc:docChg chg="undo custSel addSld delSld modSld">
      <pc:chgData name="Andrea Vagnini" userId="27b44083-4cb4-47ac-8e90-fc9245ef593f" providerId="ADAL" clId="{A07C9591-F4F7-421E-9203-32D52702419D}" dt="2026-09-18T14:43:24.831" v="1187"/>
      <pc:docMkLst>
        <pc:docMk/>
      </pc:docMkLst>
      <pc:sldChg chg="addSp delSp modSp mod">
        <pc:chgData name="Andrea Vagnini" userId="27b44083-4cb4-47ac-8e90-fc9245ef593f" providerId="ADAL" clId="{A07C9591-F4F7-421E-9203-32D52702419D}" dt="2026-09-18T13:51:40.410" v="1171"/>
        <pc:sldMkLst>
          <pc:docMk/>
          <pc:sldMk cId="1909627460" sldId="2147483130"/>
        </pc:sldMkLst>
        <pc:spChg chg="mod">
          <ac:chgData name="Andrea Vagnini" userId="27b44083-4cb4-47ac-8e90-fc9245ef593f" providerId="ADAL" clId="{A07C9591-F4F7-421E-9203-32D52702419D}" dt="2026-09-18T13:51:39.809" v="1120"/>
          <ac:spMkLst>
            <pc:docMk/>
            <pc:sldMk cId="1909627460" sldId="2147483130"/>
            <ac:spMk id="2" creationId="{18F3E003-1D54-921C-DC6C-07695B319035}"/>
          </ac:spMkLst>
        </pc:spChg>
        <pc:spChg chg="mod">
          <ac:chgData name="Andrea Vagnini" userId="27b44083-4cb4-47ac-8e90-fc9245ef593f" providerId="ADAL" clId="{A07C9591-F4F7-421E-9203-32D52702419D}" dt="2026-09-18T13:51:39.809" v="1121"/>
          <ac:spMkLst>
            <pc:docMk/>
            <pc:sldMk cId="1909627460" sldId="2147483130"/>
            <ac:spMk id="3" creationId="{16120D75-353B-5B9A-6AA5-FE57E0BCF2AD}"/>
          </ac:spMkLst>
        </pc:spChg>
        <pc:spChg chg="mod">
          <ac:chgData name="Andrea Vagnini" userId="27b44083-4cb4-47ac-8e90-fc9245ef593f" providerId="ADAL" clId="{A07C9591-F4F7-421E-9203-32D52702419D}" dt="2026-09-18T13:51:40.353" v="1124" actId="948"/>
          <ac:spMkLst>
            <pc:docMk/>
            <pc:sldMk cId="1909627460" sldId="2147483130"/>
            <ac:spMk id="4" creationId="{A514BD19-DD93-F0ED-4021-8CB92749AE59}"/>
          </ac:spMkLst>
        </pc:spChg>
        <pc:spChg chg="add del mod modVis">
          <ac:chgData name="Andrea Vagnini" userId="27b44083-4cb4-47ac-8e90-fc9245ef593f" providerId="ADAL" clId="{A07C9591-F4F7-421E-9203-32D52702419D}" dt="2026-09-18T13:51:40.408" v="1169"/>
          <ac:spMkLst>
            <pc:docMk/>
            <pc:sldMk cId="1909627460" sldId="2147483130"/>
            <ac:spMk id="6" creationId="{DA5971BC-0188-8AF0-AFE8-E65BCDAF365C}"/>
          </ac:spMkLst>
        </pc:spChg>
        <pc:graphicFrameChg chg="mod">
          <ac:chgData name="Andrea Vagnini" userId="27b44083-4cb4-47ac-8e90-fc9245ef593f" providerId="ADAL" clId="{A07C9591-F4F7-421E-9203-32D52702419D}" dt="2026-09-18T13:51:40.410" v="1171"/>
          <ac:graphicFrameMkLst>
            <pc:docMk/>
            <pc:sldMk cId="1909627460" sldId="2147483130"/>
            <ac:graphicFrameMk id="5" creationId="{D09839EB-E036-2FB2-F646-74EF5729C684}"/>
          </ac:graphicFrameMkLst>
        </pc:graphicFrameChg>
      </pc:sldChg>
      <pc:sldChg chg="addSp delSp modSp mod">
        <pc:chgData name="Andrea Vagnini" userId="27b44083-4cb4-47ac-8e90-fc9245ef593f" providerId="ADAL" clId="{A07C9591-F4F7-421E-9203-32D52702419D}" dt="2026-09-18T09:56:50.090" v="369"/>
        <pc:sldMkLst>
          <pc:docMk/>
          <pc:sldMk cId="2863268440" sldId="2147483131"/>
        </pc:sldMkLst>
        <pc:spChg chg="mod">
          <ac:chgData name="Andrea Vagnini" userId="27b44083-4cb4-47ac-8e90-fc9245ef593f" providerId="ADAL" clId="{A07C9591-F4F7-421E-9203-32D52702419D}" dt="2026-09-18T09:56:50.054" v="344" actId="948"/>
          <ac:spMkLst>
            <pc:docMk/>
            <pc:sldMk cId="2863268440" sldId="2147483131"/>
            <ac:spMk id="2" creationId="{449A540D-4BF1-455C-4928-A0730DE4C351}"/>
          </ac:spMkLst>
        </pc:spChg>
        <pc:spChg chg="add del mod modVis">
          <ac:chgData name="Andrea Vagnini" userId="27b44083-4cb4-47ac-8e90-fc9245ef593f" providerId="ADAL" clId="{A07C9591-F4F7-421E-9203-32D52702419D}" dt="2026-09-18T09:56:50.088" v="367"/>
          <ac:spMkLst>
            <pc:docMk/>
            <pc:sldMk cId="2863268440" sldId="2147483131"/>
            <ac:spMk id="3" creationId="{E2144486-7B7C-98FF-1BFD-FEDDCB9AA448}"/>
          </ac:spMkLst>
        </pc:spChg>
        <pc:spChg chg="mod">
          <ac:chgData name="Andrea Vagnini" userId="27b44083-4cb4-47ac-8e90-fc9245ef593f" providerId="ADAL" clId="{A07C9591-F4F7-421E-9203-32D52702419D}" dt="2026-09-18T09:56:49.533" v="343"/>
          <ac:spMkLst>
            <pc:docMk/>
            <pc:sldMk cId="2863268440" sldId="2147483131"/>
            <ac:spMk id="95" creationId="{8F12DF60-D2C2-7496-8DDB-FE0D36169AD6}"/>
          </ac:spMkLst>
        </pc:spChg>
        <pc:graphicFrameChg chg="mod">
          <ac:chgData name="Andrea Vagnini" userId="27b44083-4cb4-47ac-8e90-fc9245ef593f" providerId="ADAL" clId="{A07C9591-F4F7-421E-9203-32D52702419D}" dt="2026-09-18T09:56:50.090" v="369"/>
          <ac:graphicFrameMkLst>
            <pc:docMk/>
            <pc:sldMk cId="2863268440" sldId="2147483131"/>
            <ac:graphicFrameMk id="5" creationId="{FDB9D2F7-B2C0-B296-F92D-04F6BCAB1BA7}"/>
          </ac:graphicFrameMkLst>
        </pc:graphicFrameChg>
      </pc:sldChg>
      <pc:sldChg chg="addSp delSp modSp mod">
        <pc:chgData name="Andrea Vagnini" userId="27b44083-4cb4-47ac-8e90-fc9245ef593f" providerId="ADAL" clId="{A07C9591-F4F7-421E-9203-32D52702419D}" dt="2026-09-18T13:51:40.414" v="1175"/>
        <pc:sldMkLst>
          <pc:docMk/>
          <pc:sldMk cId="96534367" sldId="2147483144"/>
        </pc:sldMkLst>
        <pc:spChg chg="mod">
          <ac:chgData name="Andrea Vagnini" userId="27b44083-4cb4-47ac-8e90-fc9245ef593f" providerId="ADAL" clId="{A07C9591-F4F7-421E-9203-32D52702419D}" dt="2026-09-18T13:51:40.377" v="1146" actId="948"/>
          <ac:spMkLst>
            <pc:docMk/>
            <pc:sldMk cId="96534367" sldId="2147483144"/>
            <ac:spMk id="2" creationId="{E5A714CC-7058-7942-6902-DA406A71FC1B}"/>
          </ac:spMkLst>
        </pc:spChg>
        <pc:spChg chg="add del mod modVis">
          <ac:chgData name="Andrea Vagnini" userId="27b44083-4cb4-47ac-8e90-fc9245ef593f" providerId="ADAL" clId="{A07C9591-F4F7-421E-9203-32D52702419D}" dt="2026-09-18T13:51:40.413" v="1173"/>
          <ac:spMkLst>
            <pc:docMk/>
            <pc:sldMk cId="96534367" sldId="2147483144"/>
            <ac:spMk id="202" creationId="{AA4A8CC7-1CFD-7027-C609-59534FB9AFB3}"/>
          </ac:spMkLst>
        </pc:spChg>
        <pc:graphicFrameChg chg="mod">
          <ac:chgData name="Andrea Vagnini" userId="27b44083-4cb4-47ac-8e90-fc9245ef593f" providerId="ADAL" clId="{A07C9591-F4F7-421E-9203-32D52702419D}" dt="2026-09-18T13:51:40.414" v="1175"/>
          <ac:graphicFrameMkLst>
            <pc:docMk/>
            <pc:sldMk cId="96534367" sldId="2147483144"/>
            <ac:graphicFrameMk id="3" creationId="{D9AE96FC-812C-8EB8-DD29-A1FB5AB44A07}"/>
          </ac:graphicFrameMkLst>
        </pc:graphicFrameChg>
      </pc:sldChg>
      <pc:sldChg chg="addSp delSp modSp del mod">
        <pc:chgData name="Andrea Vagnini" userId="27b44083-4cb4-47ac-8e90-fc9245ef593f" providerId="ADAL" clId="{A07C9591-F4F7-421E-9203-32D52702419D}" dt="2026-09-18T12:10:38.660" v="425" actId="47"/>
        <pc:sldMkLst>
          <pc:docMk/>
          <pc:sldMk cId="850110447" sldId="2147483164"/>
        </pc:sldMkLst>
        <pc:spChg chg="add del mod">
          <ac:chgData name="Andrea Vagnini" userId="27b44083-4cb4-47ac-8e90-fc9245ef593f" providerId="ADAL" clId="{A07C9591-F4F7-421E-9203-32D52702419D}" dt="2026-09-18T09:45:46.232" v="60" actId="478"/>
          <ac:spMkLst>
            <pc:docMk/>
            <pc:sldMk cId="850110447" sldId="2147483164"/>
            <ac:spMk id="3" creationId="{55329679-3DF9-C477-3BBC-FD8D9BC5E4CA}"/>
          </ac:spMkLst>
        </pc:spChg>
        <pc:picChg chg="mod">
          <ac:chgData name="Andrea Vagnini" userId="27b44083-4cb4-47ac-8e90-fc9245ef593f" providerId="ADAL" clId="{A07C9591-F4F7-421E-9203-32D52702419D}" dt="2026-09-18T11:26:05.112" v="423" actId="1076"/>
          <ac:picMkLst>
            <pc:docMk/>
            <pc:sldMk cId="850110447" sldId="2147483164"/>
            <ac:picMk id="8" creationId="{633B3248-9932-151E-8A76-730FB65EBFC7}"/>
          </ac:picMkLst>
        </pc:picChg>
      </pc:sldChg>
      <pc:sldChg chg="delSp mod">
        <pc:chgData name="Andrea Vagnini" userId="27b44083-4cb4-47ac-8e90-fc9245ef593f" providerId="ADAL" clId="{A07C9591-F4F7-421E-9203-32D52702419D}" dt="2026-09-18T12:54:35.457" v="740" actId="478"/>
        <pc:sldMkLst>
          <pc:docMk/>
          <pc:sldMk cId="707732017" sldId="2147483570"/>
        </pc:sldMkLst>
        <pc:spChg chg="del">
          <ac:chgData name="Andrea Vagnini" userId="27b44083-4cb4-47ac-8e90-fc9245ef593f" providerId="ADAL" clId="{A07C9591-F4F7-421E-9203-32D52702419D}" dt="2026-09-18T12:54:35.457" v="740" actId="478"/>
          <ac:spMkLst>
            <pc:docMk/>
            <pc:sldMk cId="707732017" sldId="2147483570"/>
            <ac:spMk id="8" creationId="{1A297216-B8EB-1EA2-2763-D8495C31A853}"/>
          </ac:spMkLst>
        </pc:spChg>
      </pc:sldChg>
      <pc:sldChg chg="addSp delSp modSp mod">
        <pc:chgData name="Andrea Vagnini" userId="27b44083-4cb4-47ac-8e90-fc9245ef593f" providerId="ADAL" clId="{A07C9591-F4F7-421E-9203-32D52702419D}" dt="2026-09-18T13:24:44.009" v="835"/>
        <pc:sldMkLst>
          <pc:docMk/>
          <pc:sldMk cId="2250865955" sldId="2147483611"/>
        </pc:sldMkLst>
        <pc:spChg chg="mod ord">
          <ac:chgData name="Andrea Vagnini" userId="27b44083-4cb4-47ac-8e90-fc9245ef593f" providerId="ADAL" clId="{A07C9591-F4F7-421E-9203-32D52702419D}" dt="2026-09-18T13:24:43.984" v="810" actId="948"/>
          <ac:spMkLst>
            <pc:docMk/>
            <pc:sldMk cId="2250865955" sldId="2147483611"/>
            <ac:spMk id="2" creationId="{B1A27FBF-DF49-FCE7-662C-EC62BBCA1A4B}"/>
          </ac:spMkLst>
        </pc:spChg>
        <pc:spChg chg="add del mod modVis">
          <ac:chgData name="Andrea Vagnini" userId="27b44083-4cb4-47ac-8e90-fc9245ef593f" providerId="ADAL" clId="{A07C9591-F4F7-421E-9203-32D52702419D}" dt="2026-09-18T13:24:44.008" v="833"/>
          <ac:spMkLst>
            <pc:docMk/>
            <pc:sldMk cId="2250865955" sldId="2147483611"/>
            <ac:spMk id="3" creationId="{3F9D7AA9-7E6F-11F2-A4B5-7ABABACD444D}"/>
          </ac:spMkLst>
        </pc:spChg>
        <pc:spChg chg="add del mod modVis">
          <ac:chgData name="Andrea Vagnini" userId="27b44083-4cb4-47ac-8e90-fc9245ef593f" providerId="ADAL" clId="{A07C9591-F4F7-421E-9203-32D52702419D}" dt="2026-09-18T12:52:35.809" v="703"/>
          <ac:spMkLst>
            <pc:docMk/>
            <pc:sldMk cId="2250865955" sldId="2147483611"/>
            <ac:spMk id="3" creationId="{67F15CC4-20B7-F204-9FC7-C943E74E88CE}"/>
          </ac:spMkLst>
        </pc:spChg>
        <pc:spChg chg="mod">
          <ac:chgData name="Andrea Vagnini" userId="27b44083-4cb4-47ac-8e90-fc9245ef593f" providerId="ADAL" clId="{A07C9591-F4F7-421E-9203-32D52702419D}" dt="2026-09-18T09:56:06.910" v="302" actId="1076"/>
          <ac:spMkLst>
            <pc:docMk/>
            <pc:sldMk cId="2250865955" sldId="2147483611"/>
            <ac:spMk id="3" creationId="{8F3E84B7-184D-2F51-582E-F8BEF1F63665}"/>
          </ac:spMkLst>
        </pc:spChg>
        <pc:spChg chg="mod ord">
          <ac:chgData name="Andrea Vagnini" userId="27b44083-4cb4-47ac-8e90-fc9245ef593f" providerId="ADAL" clId="{A07C9591-F4F7-421E-9203-32D52702419D}" dt="2026-09-18T13:24:43.473" v="809"/>
          <ac:spMkLst>
            <pc:docMk/>
            <pc:sldMk cId="2250865955" sldId="2147483611"/>
            <ac:spMk id="4" creationId="{03BDBAAB-04C2-382D-393E-20F5B8DE5D7E}"/>
          </ac:spMkLst>
        </pc:spChg>
        <pc:spChg chg="mod ord">
          <ac:chgData name="Andrea Vagnini" userId="27b44083-4cb4-47ac-8e90-fc9245ef593f" providerId="ADAL" clId="{A07C9591-F4F7-421E-9203-32D52702419D}" dt="2026-09-18T12:52:35.788" v="677"/>
          <ac:spMkLst>
            <pc:docMk/>
            <pc:sldMk cId="2250865955" sldId="2147483611"/>
            <ac:spMk id="6" creationId="{E01D5327-15A7-8EA5-7115-BC18A8975798}"/>
          </ac:spMkLst>
        </pc:spChg>
        <pc:spChg chg="mod ord">
          <ac:chgData name="Andrea Vagnini" userId="27b44083-4cb4-47ac-8e90-fc9245ef593f" providerId="ADAL" clId="{A07C9591-F4F7-421E-9203-32D52702419D}" dt="2026-09-18T12:52:35.787" v="675"/>
          <ac:spMkLst>
            <pc:docMk/>
            <pc:sldMk cId="2250865955" sldId="2147483611"/>
            <ac:spMk id="7" creationId="{D742B8A8-F470-2065-42F1-E8F47A9A7644}"/>
          </ac:spMkLst>
        </pc:spChg>
        <pc:spChg chg="mod ord">
          <ac:chgData name="Andrea Vagnini" userId="27b44083-4cb4-47ac-8e90-fc9245ef593f" providerId="ADAL" clId="{A07C9591-F4F7-421E-9203-32D52702419D}" dt="2026-09-18T12:52:35.788" v="679"/>
          <ac:spMkLst>
            <pc:docMk/>
            <pc:sldMk cId="2250865955" sldId="2147483611"/>
            <ac:spMk id="8" creationId="{01D03154-1488-DCDD-BD3D-681511C897CD}"/>
          </ac:spMkLst>
        </pc:spChg>
        <pc:spChg chg="del mod">
          <ac:chgData name="Andrea Vagnini" userId="27b44083-4cb4-47ac-8e90-fc9245ef593f" providerId="ADAL" clId="{A07C9591-F4F7-421E-9203-32D52702419D}" dt="2026-09-18T09:56:04.533" v="300" actId="478"/>
          <ac:spMkLst>
            <pc:docMk/>
            <pc:sldMk cId="2250865955" sldId="2147483611"/>
            <ac:spMk id="9" creationId="{5522AECA-ABC7-911C-736E-16773ECB052C}"/>
          </ac:spMkLst>
        </pc:spChg>
        <pc:spChg chg="mod">
          <ac:chgData name="Andrea Vagnini" userId="27b44083-4cb4-47ac-8e90-fc9245ef593f" providerId="ADAL" clId="{A07C9591-F4F7-421E-9203-32D52702419D}" dt="2026-09-18T09:50:29.568" v="87" actId="1076"/>
          <ac:spMkLst>
            <pc:docMk/>
            <pc:sldMk cId="2250865955" sldId="2147483611"/>
            <ac:spMk id="10" creationId="{60E59587-D5AB-E5DD-FDD8-0A287FA0096F}"/>
          </ac:spMkLst>
        </pc:spChg>
        <pc:spChg chg="mod ord">
          <ac:chgData name="Andrea Vagnini" userId="27b44083-4cb4-47ac-8e90-fc9245ef593f" providerId="ADAL" clId="{A07C9591-F4F7-421E-9203-32D52702419D}" dt="2026-09-18T12:52:35.789" v="681"/>
          <ac:spMkLst>
            <pc:docMk/>
            <pc:sldMk cId="2250865955" sldId="2147483611"/>
            <ac:spMk id="11" creationId="{678D2C88-FB11-37DE-B7E7-684931D3D5D1}"/>
          </ac:spMkLst>
        </pc:spChg>
        <pc:spChg chg="mod ord">
          <ac:chgData name="Andrea Vagnini" userId="27b44083-4cb4-47ac-8e90-fc9245ef593f" providerId="ADAL" clId="{A07C9591-F4F7-421E-9203-32D52702419D}" dt="2026-09-18T12:52:35.790" v="683"/>
          <ac:spMkLst>
            <pc:docMk/>
            <pc:sldMk cId="2250865955" sldId="2147483611"/>
            <ac:spMk id="12" creationId="{4460676E-4B86-B5F0-68B3-A26C9C0E45FE}"/>
          </ac:spMkLst>
        </pc:spChg>
        <pc:spChg chg="mod">
          <ac:chgData name="Andrea Vagnini" userId="27b44083-4cb4-47ac-8e90-fc9245ef593f" providerId="ADAL" clId="{A07C9591-F4F7-421E-9203-32D52702419D}" dt="2026-09-18T12:52:47.220" v="722"/>
          <ac:spMkLst>
            <pc:docMk/>
            <pc:sldMk cId="2250865955" sldId="2147483611"/>
            <ac:spMk id="13" creationId="{7198D614-1FA6-EA8E-0278-8108BB6F4820}"/>
          </ac:spMkLst>
        </pc:spChg>
        <pc:spChg chg="mod">
          <ac:chgData name="Andrea Vagnini" userId="27b44083-4cb4-47ac-8e90-fc9245ef593f" providerId="ADAL" clId="{A07C9591-F4F7-421E-9203-32D52702419D}" dt="2026-09-18T12:52:47.231" v="732"/>
          <ac:spMkLst>
            <pc:docMk/>
            <pc:sldMk cId="2250865955" sldId="2147483611"/>
            <ac:spMk id="17" creationId="{BF992500-8AB4-67A9-999F-A3DC575FDB14}"/>
          </ac:spMkLst>
        </pc:spChg>
        <pc:spChg chg="add del">
          <ac:chgData name="Andrea Vagnini" userId="27b44083-4cb4-47ac-8e90-fc9245ef593f" providerId="ADAL" clId="{A07C9591-F4F7-421E-9203-32D52702419D}" dt="2026-09-18T09:52:42.230" v="176"/>
          <ac:spMkLst>
            <pc:docMk/>
            <pc:sldMk cId="2250865955" sldId="2147483611"/>
            <ac:spMk id="18" creationId="{BE87B4DF-46E0-B645-A347-F337DA9966A4}"/>
          </ac:spMkLst>
        </pc:spChg>
        <pc:spChg chg="mod">
          <ac:chgData name="Andrea Vagnini" userId="27b44083-4cb4-47ac-8e90-fc9245ef593f" providerId="ADAL" clId="{A07C9591-F4F7-421E-9203-32D52702419D}" dt="2026-09-18T12:52:47.224" v="727"/>
          <ac:spMkLst>
            <pc:docMk/>
            <pc:sldMk cId="2250865955" sldId="2147483611"/>
            <ac:spMk id="21" creationId="{8F0EDB4A-22BA-F054-A5D3-FBE0C708666C}"/>
          </ac:spMkLst>
        </pc:spChg>
        <pc:spChg chg="add del mod">
          <ac:chgData name="Andrea Vagnini" userId="27b44083-4cb4-47ac-8e90-fc9245ef593f" providerId="ADAL" clId="{A07C9591-F4F7-421E-9203-32D52702419D}" dt="2026-09-18T09:53:23.802" v="187" actId="478"/>
          <ac:spMkLst>
            <pc:docMk/>
            <pc:sldMk cId="2250865955" sldId="2147483611"/>
            <ac:spMk id="25" creationId="{27FA3649-DCC0-01EC-DBB6-958FC879BD59}"/>
          </ac:spMkLst>
        </pc:spChg>
        <pc:spChg chg="add mod ord">
          <ac:chgData name="Andrea Vagnini" userId="27b44083-4cb4-47ac-8e90-fc9245ef593f" providerId="ADAL" clId="{A07C9591-F4F7-421E-9203-32D52702419D}" dt="2026-09-18T12:52:35.797" v="693"/>
          <ac:spMkLst>
            <pc:docMk/>
            <pc:sldMk cId="2250865955" sldId="2147483611"/>
            <ac:spMk id="27" creationId="{EC2770F9-A0E9-5A3D-105E-100D127C0405}"/>
          </ac:spMkLst>
        </pc:spChg>
        <pc:spChg chg="add mod ord">
          <ac:chgData name="Andrea Vagnini" userId="27b44083-4cb4-47ac-8e90-fc9245ef593f" providerId="ADAL" clId="{A07C9591-F4F7-421E-9203-32D52702419D}" dt="2026-09-18T12:52:35.798" v="697"/>
          <ac:spMkLst>
            <pc:docMk/>
            <pc:sldMk cId="2250865955" sldId="2147483611"/>
            <ac:spMk id="30" creationId="{53B24FF2-7AC1-F5B1-2C14-CECE0EAEDAA9}"/>
          </ac:spMkLst>
        </pc:spChg>
        <pc:spChg chg="add mod ord">
          <ac:chgData name="Andrea Vagnini" userId="27b44083-4cb4-47ac-8e90-fc9245ef593f" providerId="ADAL" clId="{A07C9591-F4F7-421E-9203-32D52702419D}" dt="2026-09-18T12:52:35.800" v="699"/>
          <ac:spMkLst>
            <pc:docMk/>
            <pc:sldMk cId="2250865955" sldId="2147483611"/>
            <ac:spMk id="31" creationId="{BAFE5AF9-6A35-67A5-2804-DF25160073C3}"/>
          </ac:spMkLst>
        </pc:spChg>
        <pc:grpChg chg="mod ord">
          <ac:chgData name="Andrea Vagnini" userId="27b44083-4cb4-47ac-8e90-fc9245ef593f" providerId="ADAL" clId="{A07C9591-F4F7-421E-9203-32D52702419D}" dt="2026-09-18T12:52:47.220" v="722"/>
          <ac:grpSpMkLst>
            <pc:docMk/>
            <pc:sldMk cId="2250865955" sldId="2147483611"/>
            <ac:grpSpMk id="16" creationId="{6662EAAF-375C-C0D2-2A90-141F21D26C50}"/>
          </ac:grpSpMkLst>
        </pc:grpChg>
        <pc:grpChg chg="mod ord">
          <ac:chgData name="Andrea Vagnini" userId="27b44083-4cb4-47ac-8e90-fc9245ef593f" providerId="ADAL" clId="{A07C9591-F4F7-421E-9203-32D52702419D}" dt="2026-09-18T12:52:53.015" v="733" actId="1076"/>
          <ac:grpSpMkLst>
            <pc:docMk/>
            <pc:sldMk cId="2250865955" sldId="2147483611"/>
            <ac:grpSpMk id="20" creationId="{0F728DB9-52C4-F645-001F-552B47728A70}"/>
          </ac:grpSpMkLst>
        </pc:grpChg>
        <pc:grpChg chg="mod ord">
          <ac:chgData name="Andrea Vagnini" userId="27b44083-4cb4-47ac-8e90-fc9245ef593f" providerId="ADAL" clId="{A07C9591-F4F7-421E-9203-32D52702419D}" dt="2026-09-18T12:52:55.725" v="734" actId="1076"/>
          <ac:grpSpMkLst>
            <pc:docMk/>
            <pc:sldMk cId="2250865955" sldId="2147483611"/>
            <ac:grpSpMk id="24" creationId="{4FF6E158-82B2-8F52-F34F-5E5875CA049F}"/>
          </ac:grpSpMkLst>
        </pc:grpChg>
        <pc:graphicFrameChg chg="mod">
          <ac:chgData name="Andrea Vagnini" userId="27b44083-4cb4-47ac-8e90-fc9245ef593f" providerId="ADAL" clId="{A07C9591-F4F7-421E-9203-32D52702419D}" dt="2026-09-18T13:24:44.009" v="835"/>
          <ac:graphicFrameMkLst>
            <pc:docMk/>
            <pc:sldMk cId="2250865955" sldId="2147483611"/>
            <ac:graphicFrameMk id="5" creationId="{E65C9F40-7B61-8687-D8BD-AC2F62ADF6AF}"/>
          </ac:graphicFrameMkLst>
        </pc:graphicFrameChg>
        <pc:picChg chg="mod">
          <ac:chgData name="Andrea Vagnini" userId="27b44083-4cb4-47ac-8e90-fc9245ef593f" providerId="ADAL" clId="{A07C9591-F4F7-421E-9203-32D52702419D}" dt="2026-09-18T12:52:47.220" v="722"/>
          <ac:picMkLst>
            <pc:docMk/>
            <pc:sldMk cId="2250865955" sldId="2147483611"/>
            <ac:picMk id="15" creationId="{ADA39F1E-933C-CC01-4431-AC8C26CADBF9}"/>
          </ac:picMkLst>
        </pc:picChg>
        <pc:picChg chg="mod">
          <ac:chgData name="Andrea Vagnini" userId="27b44083-4cb4-47ac-8e90-fc9245ef593f" providerId="ADAL" clId="{A07C9591-F4F7-421E-9203-32D52702419D}" dt="2026-09-18T12:52:47.231" v="732"/>
          <ac:picMkLst>
            <pc:docMk/>
            <pc:sldMk cId="2250865955" sldId="2147483611"/>
            <ac:picMk id="19" creationId="{8B744CC2-7DA9-9AAE-B8C3-89CE4422C24C}"/>
          </ac:picMkLst>
        </pc:picChg>
        <pc:picChg chg="mod">
          <ac:chgData name="Andrea Vagnini" userId="27b44083-4cb4-47ac-8e90-fc9245ef593f" providerId="ADAL" clId="{A07C9591-F4F7-421E-9203-32D52702419D}" dt="2026-09-18T12:52:47.224" v="727"/>
          <ac:picMkLst>
            <pc:docMk/>
            <pc:sldMk cId="2250865955" sldId="2147483611"/>
            <ac:picMk id="23" creationId="{019AF4C8-E8D5-02C3-5D57-11230D79D94B}"/>
          </ac:picMkLst>
        </pc:picChg>
        <pc:cxnChg chg="add mod ord">
          <ac:chgData name="Andrea Vagnini" userId="27b44083-4cb4-47ac-8e90-fc9245ef593f" providerId="ADAL" clId="{A07C9591-F4F7-421E-9203-32D52702419D}" dt="2026-09-18T12:52:35.796" v="689"/>
          <ac:cxnSpMkLst>
            <pc:docMk/>
            <pc:sldMk cId="2250865955" sldId="2147483611"/>
            <ac:cxnSpMk id="14" creationId="{52CEEFEF-939C-3DC9-8CF9-960F3C13C7E0}"/>
          </ac:cxnSpMkLst>
        </pc:cxnChg>
        <pc:cxnChg chg="add mod ord">
          <ac:chgData name="Andrea Vagnini" userId="27b44083-4cb4-47ac-8e90-fc9245ef593f" providerId="ADAL" clId="{A07C9591-F4F7-421E-9203-32D52702419D}" dt="2026-09-18T12:52:35.796" v="691"/>
          <ac:cxnSpMkLst>
            <pc:docMk/>
            <pc:sldMk cId="2250865955" sldId="2147483611"/>
            <ac:cxnSpMk id="26" creationId="{EDA5B7E4-1C28-9C2D-BA3F-E0ADD29AA383}"/>
          </ac:cxnSpMkLst>
        </pc:cxnChg>
        <pc:cxnChg chg="add mod ord">
          <ac:chgData name="Andrea Vagnini" userId="27b44083-4cb4-47ac-8e90-fc9245ef593f" providerId="ADAL" clId="{A07C9591-F4F7-421E-9203-32D52702419D}" dt="2026-09-18T12:52:35.797" v="695"/>
          <ac:cxnSpMkLst>
            <pc:docMk/>
            <pc:sldMk cId="2250865955" sldId="2147483611"/>
            <ac:cxnSpMk id="29" creationId="{23CF3B4F-2883-60D0-E839-E9E2B6499244}"/>
          </ac:cxnSpMkLst>
        </pc:cxnChg>
      </pc:sldChg>
      <pc:sldChg chg="del">
        <pc:chgData name="Andrea Vagnini" userId="27b44083-4cb4-47ac-8e90-fc9245ef593f" providerId="ADAL" clId="{A07C9591-F4F7-421E-9203-32D52702419D}" dt="2026-09-18T08:14:27.020" v="40" actId="47"/>
        <pc:sldMkLst>
          <pc:docMk/>
          <pc:sldMk cId="1372602714" sldId="2147483612"/>
        </pc:sldMkLst>
      </pc:sldChg>
      <pc:sldChg chg="addSp delSp modSp add mod">
        <pc:chgData name="Andrea Vagnini" userId="27b44083-4cb4-47ac-8e90-fc9245ef593f" providerId="ADAL" clId="{A07C9591-F4F7-421E-9203-32D52702419D}" dt="2026-09-18T08:15:19.002" v="41" actId="1076"/>
        <pc:sldMkLst>
          <pc:docMk/>
          <pc:sldMk cId="500935270" sldId="2147483617"/>
        </pc:sldMkLst>
        <pc:spChg chg="mod">
          <ac:chgData name="Andrea Vagnini" userId="27b44083-4cb4-47ac-8e90-fc9245ef593f" providerId="ADAL" clId="{A07C9591-F4F7-421E-9203-32D52702419D}" dt="2026-09-18T08:14:19.718" v="4" actId="948"/>
          <ac:spMkLst>
            <pc:docMk/>
            <pc:sldMk cId="500935270" sldId="2147483617"/>
            <ac:spMk id="2" creationId="{4058A5FA-6526-109F-7926-C12D73E64B24}"/>
          </ac:spMkLst>
        </pc:spChg>
        <pc:spChg chg="add del mod modVis">
          <ac:chgData name="Andrea Vagnini" userId="27b44083-4cb4-47ac-8e90-fc9245ef593f" providerId="ADAL" clId="{A07C9591-F4F7-421E-9203-32D52702419D}" dt="2026-09-18T08:14:19.755" v="35"/>
          <ac:spMkLst>
            <pc:docMk/>
            <pc:sldMk cId="500935270" sldId="2147483617"/>
            <ac:spMk id="3" creationId="{3E1DDF4E-5D40-BC4C-D4C5-1763F4303953}"/>
          </ac:spMkLst>
        </pc:spChg>
        <pc:spChg chg="mod">
          <ac:chgData name="Andrea Vagnini" userId="27b44083-4cb4-47ac-8e90-fc9245ef593f" providerId="ADAL" clId="{A07C9591-F4F7-421E-9203-32D52702419D}" dt="2026-09-18T08:14:19.196" v="3"/>
          <ac:spMkLst>
            <pc:docMk/>
            <pc:sldMk cId="500935270" sldId="2147483617"/>
            <ac:spMk id="4" creationId="{9FFCFCB1-7C60-713B-C9F5-52C3943D515C}"/>
          </ac:spMkLst>
        </pc:spChg>
        <pc:spChg chg="add mod">
          <ac:chgData name="Andrea Vagnini" userId="27b44083-4cb4-47ac-8e90-fc9245ef593f" providerId="ADAL" clId="{A07C9591-F4F7-421E-9203-32D52702419D}" dt="2026-09-18T08:14:25.653" v="39" actId="1076"/>
          <ac:spMkLst>
            <pc:docMk/>
            <pc:sldMk cId="500935270" sldId="2147483617"/>
            <ac:spMk id="23" creationId="{BE5EF633-05D9-BDBB-2B60-815D823CD6BC}"/>
          </ac:spMkLst>
        </pc:spChg>
        <pc:spChg chg="mod">
          <ac:chgData name="Andrea Vagnini" userId="27b44083-4cb4-47ac-8e90-fc9245ef593f" providerId="ADAL" clId="{A07C9591-F4F7-421E-9203-32D52702419D}" dt="2026-09-18T08:15:19.002" v="41" actId="1076"/>
          <ac:spMkLst>
            <pc:docMk/>
            <pc:sldMk cId="500935270" sldId="2147483617"/>
            <ac:spMk id="30" creationId="{27D1A8EA-8B0A-6406-8145-0AE51EF99266}"/>
          </ac:spMkLst>
        </pc:spChg>
        <pc:graphicFrameChg chg="mod">
          <ac:chgData name="Andrea Vagnini" userId="27b44083-4cb4-47ac-8e90-fc9245ef593f" providerId="ADAL" clId="{A07C9591-F4F7-421E-9203-32D52702419D}" dt="2026-09-18T08:14:19.757" v="37"/>
          <ac:graphicFrameMkLst>
            <pc:docMk/>
            <pc:sldMk cId="500935270" sldId="2147483617"/>
            <ac:graphicFrameMk id="5" creationId="{B90F99A6-DAAB-BAC2-15FC-052768F3FBC6}"/>
          </ac:graphicFrameMkLst>
        </pc:graphicFrameChg>
      </pc:sldChg>
      <pc:sldChg chg="modSp mod">
        <pc:chgData name="Andrea Vagnini" userId="27b44083-4cb4-47ac-8e90-fc9245ef593f" providerId="ADAL" clId="{A07C9591-F4F7-421E-9203-32D52702419D}" dt="2026-09-18T12:54:16.717" v="739" actId="207"/>
        <pc:sldMkLst>
          <pc:docMk/>
          <pc:sldMk cId="3869655425" sldId="2147483619"/>
        </pc:sldMkLst>
        <pc:spChg chg="mod">
          <ac:chgData name="Andrea Vagnini" userId="27b44083-4cb4-47ac-8e90-fc9245ef593f" providerId="ADAL" clId="{A07C9591-F4F7-421E-9203-32D52702419D}" dt="2026-09-18T12:54:16.717" v="739" actId="207"/>
          <ac:spMkLst>
            <pc:docMk/>
            <pc:sldMk cId="3869655425" sldId="2147483619"/>
            <ac:spMk id="6" creationId="{D0EF3A07-E616-2ED9-117A-0DD8B7B311E8}"/>
          </ac:spMkLst>
        </pc:spChg>
      </pc:sldChg>
      <pc:sldChg chg="modSp">
        <pc:chgData name="Andrea Vagnini" userId="27b44083-4cb4-47ac-8e90-fc9245ef593f" providerId="ADAL" clId="{A07C9591-F4F7-421E-9203-32D52702419D}" dt="2026-09-18T09:59:24.869" v="417"/>
        <pc:sldMkLst>
          <pc:docMk/>
          <pc:sldMk cId="1367579022" sldId="2147483623"/>
        </pc:sldMkLst>
        <pc:spChg chg="mod">
          <ac:chgData name="Andrea Vagnini" userId="27b44083-4cb4-47ac-8e90-fc9245ef593f" providerId="ADAL" clId="{A07C9591-F4F7-421E-9203-32D52702419D}" dt="2026-09-18T09:59:24.869" v="417"/>
          <ac:spMkLst>
            <pc:docMk/>
            <pc:sldMk cId="1367579022" sldId="2147483623"/>
            <ac:spMk id="9" creationId="{5AB2D438-339C-B2C2-7C71-AEC7A687BE98}"/>
          </ac:spMkLst>
        </pc:spChg>
      </pc:sldChg>
      <pc:sldChg chg="addSp delSp modSp add mod">
        <pc:chgData name="Andrea Vagnini" userId="27b44083-4cb4-47ac-8e90-fc9245ef593f" providerId="ADAL" clId="{A07C9591-F4F7-421E-9203-32D52702419D}" dt="2026-09-18T14:43:24.831" v="1187"/>
        <pc:sldMkLst>
          <pc:docMk/>
          <pc:sldMk cId="277955381" sldId="2147483631"/>
        </pc:sldMkLst>
        <pc:spChg chg="add mod">
          <ac:chgData name="Andrea Vagnini" userId="27b44083-4cb4-47ac-8e90-fc9245ef593f" providerId="ADAL" clId="{A07C9591-F4F7-421E-9203-32D52702419D}" dt="2026-09-18T12:15:40.964" v="647" actId="1035"/>
          <ac:spMkLst>
            <pc:docMk/>
            <pc:sldMk cId="277955381" sldId="2147483631"/>
            <ac:spMk id="2" creationId="{F7684D13-52AA-B9D7-B979-6582E364EE5C}"/>
          </ac:spMkLst>
        </pc:spChg>
        <pc:spChg chg="mod">
          <ac:chgData name="Andrea Vagnini" userId="27b44083-4cb4-47ac-8e90-fc9245ef593f" providerId="ADAL" clId="{A07C9591-F4F7-421E-9203-32D52702419D}" dt="2026-09-18T12:11:58.058" v="482" actId="20577"/>
          <ac:spMkLst>
            <pc:docMk/>
            <pc:sldMk cId="277955381" sldId="2147483631"/>
            <ac:spMk id="4" creationId="{0C276D8F-3C72-D163-39B4-1A3DB936579E}"/>
          </ac:spMkLst>
        </pc:spChg>
        <pc:spChg chg="mod">
          <ac:chgData name="Andrea Vagnini" userId="27b44083-4cb4-47ac-8e90-fc9245ef593f" providerId="ADAL" clId="{A07C9591-F4F7-421E-9203-32D52702419D}" dt="2026-09-18T12:11:35.024" v="440" actId="14861"/>
          <ac:spMkLst>
            <pc:docMk/>
            <pc:sldMk cId="277955381" sldId="2147483631"/>
            <ac:spMk id="214" creationId="{073013B0-FD2B-92FC-47A5-8AA3B871278C}"/>
          </ac:spMkLst>
        </pc:spChg>
        <pc:spChg chg="mod">
          <ac:chgData name="Andrea Vagnini" userId="27b44083-4cb4-47ac-8e90-fc9245ef593f" providerId="ADAL" clId="{A07C9591-F4F7-421E-9203-32D52702419D}" dt="2026-09-18T12:12:26.754" v="490"/>
          <ac:spMkLst>
            <pc:docMk/>
            <pc:sldMk cId="277955381" sldId="2147483631"/>
            <ac:spMk id="240" creationId="{EFF72032-725C-2333-33AC-69BDD1D08B73}"/>
          </ac:spMkLst>
        </pc:spChg>
        <pc:spChg chg="del">
          <ac:chgData name="Andrea Vagnini" userId="27b44083-4cb4-47ac-8e90-fc9245ef593f" providerId="ADAL" clId="{A07C9591-F4F7-421E-9203-32D52702419D}" dt="2026-09-18T12:15:22.560" v="636" actId="478"/>
          <ac:spMkLst>
            <pc:docMk/>
            <pc:sldMk cId="277955381" sldId="2147483631"/>
            <ac:spMk id="248" creationId="{040ABE77-F7F4-D4FA-3B21-8A37FE2A7A9E}"/>
          </ac:spMkLst>
        </pc:spChg>
        <pc:spChg chg="mod">
          <ac:chgData name="Andrea Vagnini" userId="27b44083-4cb4-47ac-8e90-fc9245ef593f" providerId="ADAL" clId="{A07C9591-F4F7-421E-9203-32D52702419D}" dt="2026-09-18T12:15:25.377" v="637" actId="1076"/>
          <ac:spMkLst>
            <pc:docMk/>
            <pc:sldMk cId="277955381" sldId="2147483631"/>
            <ac:spMk id="249" creationId="{6FC4C816-3C2D-F148-39D1-9FC784216902}"/>
          </ac:spMkLst>
        </pc:spChg>
        <pc:spChg chg="mod">
          <ac:chgData name="Andrea Vagnini" userId="27b44083-4cb4-47ac-8e90-fc9245ef593f" providerId="ADAL" clId="{A07C9591-F4F7-421E-9203-32D52702419D}" dt="2026-09-18T12:10:51.621" v="439" actId="1035"/>
          <ac:spMkLst>
            <pc:docMk/>
            <pc:sldMk cId="277955381" sldId="2147483631"/>
            <ac:spMk id="250" creationId="{F9C38A0D-3E38-855B-4861-1D2C63241175}"/>
          </ac:spMkLst>
        </pc:spChg>
        <pc:spChg chg="mod">
          <ac:chgData name="Andrea Vagnini" userId="27b44083-4cb4-47ac-8e90-fc9245ef593f" providerId="ADAL" clId="{A07C9591-F4F7-421E-9203-32D52702419D}" dt="2026-09-18T14:43:24.831" v="1187"/>
          <ac:spMkLst>
            <pc:docMk/>
            <pc:sldMk cId="277955381" sldId="2147483631"/>
            <ac:spMk id="264" creationId="{3BCF46AF-E3A9-8F95-DD99-EDF5F7701E39}"/>
          </ac:spMkLst>
        </pc:spChg>
        <pc:spChg chg="mod">
          <ac:chgData name="Andrea Vagnini" userId="27b44083-4cb4-47ac-8e90-fc9245ef593f" providerId="ADAL" clId="{A07C9591-F4F7-421E-9203-32D52702419D}" dt="2026-09-18T12:10:51.621" v="439" actId="1035"/>
          <ac:spMkLst>
            <pc:docMk/>
            <pc:sldMk cId="277955381" sldId="2147483631"/>
            <ac:spMk id="267" creationId="{453159FF-E185-3EFF-98F0-1AF423F332ED}"/>
          </ac:spMkLst>
        </pc:spChg>
        <pc:spChg chg="mod">
          <ac:chgData name="Andrea Vagnini" userId="27b44083-4cb4-47ac-8e90-fc9245ef593f" providerId="ADAL" clId="{A07C9591-F4F7-421E-9203-32D52702419D}" dt="2026-09-18T12:13:06.143" v="505" actId="20577"/>
          <ac:spMkLst>
            <pc:docMk/>
            <pc:sldMk cId="277955381" sldId="2147483631"/>
            <ac:spMk id="269" creationId="{E4BDF0B6-F6E0-9ADE-1C8E-238E5C57088D}"/>
          </ac:spMkLst>
        </pc:spChg>
        <pc:spChg chg="mod">
          <ac:chgData name="Andrea Vagnini" userId="27b44083-4cb4-47ac-8e90-fc9245ef593f" providerId="ADAL" clId="{A07C9591-F4F7-421E-9203-32D52702419D}" dt="2026-09-18T12:10:51.621" v="439" actId="1035"/>
          <ac:spMkLst>
            <pc:docMk/>
            <pc:sldMk cId="277955381" sldId="2147483631"/>
            <ac:spMk id="270" creationId="{19372DE7-1F24-903A-6BB2-586FBF03B9B8}"/>
          </ac:spMkLst>
        </pc:spChg>
        <pc:spChg chg="mod">
          <ac:chgData name="Andrea Vagnini" userId="27b44083-4cb4-47ac-8e90-fc9245ef593f" providerId="ADAL" clId="{A07C9591-F4F7-421E-9203-32D52702419D}" dt="2026-09-18T12:12:13.639" v="483" actId="1076"/>
          <ac:spMkLst>
            <pc:docMk/>
            <pc:sldMk cId="277955381" sldId="2147483631"/>
            <ac:spMk id="274" creationId="{45884D3D-BCA0-4D63-F511-9EC9B1F73466}"/>
          </ac:spMkLst>
        </pc:spChg>
        <pc:picChg chg="mod">
          <ac:chgData name="Andrea Vagnini" userId="27b44083-4cb4-47ac-8e90-fc9245ef593f" providerId="ADAL" clId="{A07C9591-F4F7-421E-9203-32D52702419D}" dt="2026-09-18T12:12:26.756" v="494"/>
          <ac:picMkLst>
            <pc:docMk/>
            <pc:sldMk cId="277955381" sldId="2147483631"/>
            <ac:picMk id="241" creationId="{F2BBB5A5-0439-5630-9D96-CB002A534CB7}"/>
          </ac:picMkLst>
        </pc:picChg>
        <pc:picChg chg="mod">
          <ac:chgData name="Andrea Vagnini" userId="27b44083-4cb4-47ac-8e90-fc9245ef593f" providerId="ADAL" clId="{A07C9591-F4F7-421E-9203-32D52702419D}" dt="2026-09-18T12:12:26.756" v="492"/>
          <ac:picMkLst>
            <pc:docMk/>
            <pc:sldMk cId="277955381" sldId="2147483631"/>
            <ac:picMk id="243" creationId="{CBC94F5D-105F-7A0B-813A-6727CD155E07}"/>
          </ac:picMkLst>
        </pc:picChg>
        <pc:picChg chg="mod">
          <ac:chgData name="Andrea Vagnini" userId="27b44083-4cb4-47ac-8e90-fc9245ef593f" providerId="ADAL" clId="{A07C9591-F4F7-421E-9203-32D52702419D}" dt="2026-09-18T12:12:26.757" v="496"/>
          <ac:picMkLst>
            <pc:docMk/>
            <pc:sldMk cId="277955381" sldId="2147483631"/>
            <ac:picMk id="245" creationId="{CFF455D1-CE84-CF8B-CAA3-127E3109050D}"/>
          </ac:picMkLst>
        </pc:picChg>
        <pc:picChg chg="mod">
          <ac:chgData name="Andrea Vagnini" userId="27b44083-4cb4-47ac-8e90-fc9245ef593f" providerId="ADAL" clId="{A07C9591-F4F7-421E-9203-32D52702419D}" dt="2026-09-18T12:12:13.639" v="483" actId="1076"/>
          <ac:picMkLst>
            <pc:docMk/>
            <pc:sldMk cId="277955381" sldId="2147483631"/>
            <ac:picMk id="273" creationId="{3412AA91-65B3-1B0D-BC8F-E98E099DD289}"/>
          </ac:picMkLst>
        </pc:picChg>
        <pc:picChg chg="mod">
          <ac:chgData name="Andrea Vagnini" userId="27b44083-4cb4-47ac-8e90-fc9245ef593f" providerId="ADAL" clId="{A07C9591-F4F7-421E-9203-32D52702419D}" dt="2026-09-18T12:13:44.698" v="514" actId="1076"/>
          <ac:picMkLst>
            <pc:docMk/>
            <pc:sldMk cId="277955381" sldId="2147483631"/>
            <ac:picMk id="283" creationId="{ABF6349D-41B6-2415-8109-6116BCEDDAA5}"/>
          </ac:picMkLst>
        </pc:picChg>
        <pc:picChg chg="mod">
          <ac:chgData name="Andrea Vagnini" userId="27b44083-4cb4-47ac-8e90-fc9245ef593f" providerId="ADAL" clId="{A07C9591-F4F7-421E-9203-32D52702419D}" dt="2026-09-18T12:13:44.698" v="514" actId="1076"/>
          <ac:picMkLst>
            <pc:docMk/>
            <pc:sldMk cId="277955381" sldId="2147483631"/>
            <ac:picMk id="285" creationId="{94AB6942-A893-F207-4F3D-FA22C0D6FEAD}"/>
          </ac:picMkLst>
        </pc:picChg>
      </pc:sldChg>
      <pc:sldChg chg="addSp delSp modSp mod">
        <pc:chgData name="Andrea Vagnini" userId="27b44083-4cb4-47ac-8e90-fc9245ef593f" providerId="ADAL" clId="{A07C9591-F4F7-421E-9203-32D52702419D}" dt="2026-09-18T13:35:32.547" v="1070" actId="478"/>
        <pc:sldMkLst>
          <pc:docMk/>
          <pc:sldMk cId="1922729228" sldId="2147483638"/>
        </pc:sldMkLst>
        <pc:spChg chg="add del mod modVis">
          <ac:chgData name="Andrea Vagnini" userId="27b44083-4cb4-47ac-8e90-fc9245ef593f" providerId="ADAL" clId="{A07C9591-F4F7-421E-9203-32D52702419D}" dt="2026-09-18T13:02:03.102" v="771"/>
          <ac:spMkLst>
            <pc:docMk/>
            <pc:sldMk cId="1922729228" sldId="2147483638"/>
            <ac:spMk id="2" creationId="{9DF7496F-AFB7-A7D3-4ADF-78F3AD5A8B88}"/>
          </ac:spMkLst>
        </pc:spChg>
        <pc:spChg chg="add del">
          <ac:chgData name="Andrea Vagnini" userId="27b44083-4cb4-47ac-8e90-fc9245ef593f" providerId="ADAL" clId="{A07C9591-F4F7-421E-9203-32D52702419D}" dt="2026-09-18T13:02:49.503" v="788"/>
          <ac:spMkLst>
            <pc:docMk/>
            <pc:sldMk cId="1922729228" sldId="2147483638"/>
            <ac:spMk id="3" creationId="{C1DD215F-081D-945E-1217-38C3CA4070E8}"/>
          </ac:spMkLst>
        </pc:spChg>
        <pc:spChg chg="mod">
          <ac:chgData name="Andrea Vagnini" userId="27b44083-4cb4-47ac-8e90-fc9245ef593f" providerId="ADAL" clId="{A07C9591-F4F7-421E-9203-32D52702419D}" dt="2026-09-18T13:02:03.058" v="744" actId="948"/>
          <ac:spMkLst>
            <pc:docMk/>
            <pc:sldMk cId="1922729228" sldId="2147483638"/>
            <ac:spMk id="6" creationId="{DDB9DBEE-8580-2B84-34F1-E65226D13649}"/>
          </ac:spMkLst>
        </pc:spChg>
        <pc:spChg chg="mod">
          <ac:chgData name="Andrea Vagnini" userId="27b44083-4cb4-47ac-8e90-fc9245ef593f" providerId="ADAL" clId="{A07C9591-F4F7-421E-9203-32D52702419D}" dt="2026-09-18T13:02:02.531" v="743"/>
          <ac:spMkLst>
            <pc:docMk/>
            <pc:sldMk cId="1922729228" sldId="2147483638"/>
            <ac:spMk id="8" creationId="{B5DA5DC3-65A7-E3FA-22DE-753586EE5EAE}"/>
          </ac:spMkLst>
        </pc:spChg>
        <pc:spChg chg="add del mod">
          <ac:chgData name="Andrea Vagnini" userId="27b44083-4cb4-47ac-8e90-fc9245ef593f" providerId="ADAL" clId="{A07C9591-F4F7-421E-9203-32D52702419D}" dt="2026-09-18T13:35:32.547" v="1070" actId="478"/>
          <ac:spMkLst>
            <pc:docMk/>
            <pc:sldMk cId="1922729228" sldId="2147483638"/>
            <ac:spMk id="10" creationId="{D17D9960-6397-13D2-F664-4DC941F54AA9}"/>
          </ac:spMkLst>
        </pc:spChg>
        <pc:spChg chg="add mod">
          <ac:chgData name="Andrea Vagnini" userId="27b44083-4cb4-47ac-8e90-fc9245ef593f" providerId="ADAL" clId="{A07C9591-F4F7-421E-9203-32D52702419D}" dt="2026-09-18T13:34:04.249" v="1033" actId="207"/>
          <ac:spMkLst>
            <pc:docMk/>
            <pc:sldMk cId="1922729228" sldId="2147483638"/>
            <ac:spMk id="11" creationId="{8D982501-28CF-F9F1-C834-B71DBB117F40}"/>
          </ac:spMkLst>
        </pc:spChg>
        <pc:spChg chg="add mod">
          <ac:chgData name="Andrea Vagnini" userId="27b44083-4cb4-47ac-8e90-fc9245ef593f" providerId="ADAL" clId="{A07C9591-F4F7-421E-9203-32D52702419D}" dt="2026-09-18T13:34:09.471" v="1059"/>
          <ac:spMkLst>
            <pc:docMk/>
            <pc:sldMk cId="1922729228" sldId="2147483638"/>
            <ac:spMk id="13" creationId="{63A7B249-2A96-8546-DF31-CB0D929B4432}"/>
          </ac:spMkLst>
        </pc:spChg>
        <pc:spChg chg="add del">
          <ac:chgData name="Andrea Vagnini" userId="27b44083-4cb4-47ac-8e90-fc9245ef593f" providerId="ADAL" clId="{A07C9591-F4F7-421E-9203-32D52702419D}" dt="2026-09-18T13:34:09.474" v="1063"/>
          <ac:spMkLst>
            <pc:docMk/>
            <pc:sldMk cId="1922729228" sldId="2147483638"/>
            <ac:spMk id="18" creationId="{92FC6F71-F5CE-AB6C-0EC2-BE4FB41F6758}"/>
          </ac:spMkLst>
        </pc:spChg>
        <pc:spChg chg="mod">
          <ac:chgData name="Andrea Vagnini" userId="27b44083-4cb4-47ac-8e90-fc9245ef593f" providerId="ADAL" clId="{A07C9591-F4F7-421E-9203-32D52702419D}" dt="2026-09-18T13:32:20.967" v="979" actId="1076"/>
          <ac:spMkLst>
            <pc:docMk/>
            <pc:sldMk cId="1922729228" sldId="2147483638"/>
            <ac:spMk id="24" creationId="{8C192D8B-E4DC-22EC-EE88-63139E3BBBE3}"/>
          </ac:spMkLst>
        </pc:spChg>
        <pc:spChg chg="mod">
          <ac:chgData name="Andrea Vagnini" userId="27b44083-4cb4-47ac-8e90-fc9245ef593f" providerId="ADAL" clId="{A07C9591-F4F7-421E-9203-32D52702419D}" dt="2026-09-18T13:32:20.967" v="979" actId="1076"/>
          <ac:spMkLst>
            <pc:docMk/>
            <pc:sldMk cId="1922729228" sldId="2147483638"/>
            <ac:spMk id="25" creationId="{7E1960F2-9268-5E14-8879-F5293D04DF67}"/>
          </ac:spMkLst>
        </pc:spChg>
        <pc:spChg chg="mod">
          <ac:chgData name="Andrea Vagnini" userId="27b44083-4cb4-47ac-8e90-fc9245ef593f" providerId="ADAL" clId="{A07C9591-F4F7-421E-9203-32D52702419D}" dt="2026-09-18T13:32:20.967" v="979" actId="1076"/>
          <ac:spMkLst>
            <pc:docMk/>
            <pc:sldMk cId="1922729228" sldId="2147483638"/>
            <ac:spMk id="28" creationId="{633F1F7B-D038-276E-BD50-94080F29E786}"/>
          </ac:spMkLst>
        </pc:spChg>
        <pc:spChg chg="mod">
          <ac:chgData name="Andrea Vagnini" userId="27b44083-4cb4-47ac-8e90-fc9245ef593f" providerId="ADAL" clId="{A07C9591-F4F7-421E-9203-32D52702419D}" dt="2026-09-18T13:32:20.967" v="979" actId="1076"/>
          <ac:spMkLst>
            <pc:docMk/>
            <pc:sldMk cId="1922729228" sldId="2147483638"/>
            <ac:spMk id="29" creationId="{6034BBBE-FA2E-5841-0D94-8C66EF42932E}"/>
          </ac:spMkLst>
        </pc:spChg>
        <pc:grpChg chg="add mod">
          <ac:chgData name="Andrea Vagnini" userId="27b44083-4cb4-47ac-8e90-fc9245ef593f" providerId="ADAL" clId="{A07C9591-F4F7-421E-9203-32D52702419D}" dt="2026-09-18T13:34:19.534" v="1069" actId="1036"/>
          <ac:grpSpMkLst>
            <pc:docMk/>
            <pc:sldMk cId="1922729228" sldId="2147483638"/>
            <ac:grpSpMk id="17" creationId="{50F8E581-5129-D0B4-20B6-3974EDBD3347}"/>
          </ac:grpSpMkLst>
        </pc:grpChg>
        <pc:graphicFrameChg chg="mod">
          <ac:chgData name="Andrea Vagnini" userId="27b44083-4cb4-47ac-8e90-fc9245ef593f" providerId="ADAL" clId="{A07C9591-F4F7-421E-9203-32D52702419D}" dt="2026-09-18T13:02:03.104" v="773"/>
          <ac:graphicFrameMkLst>
            <pc:docMk/>
            <pc:sldMk cId="1922729228" sldId="2147483638"/>
            <ac:graphicFrameMk id="5" creationId="{C6FC8125-6B55-6E90-43C9-B94AABA81680}"/>
          </ac:graphicFrameMkLst>
        </pc:graphicFrameChg>
        <pc:picChg chg="add mod">
          <ac:chgData name="Andrea Vagnini" userId="27b44083-4cb4-47ac-8e90-fc9245ef593f" providerId="ADAL" clId="{A07C9591-F4F7-421E-9203-32D52702419D}" dt="2026-09-18T13:34:09.471" v="1059"/>
          <ac:picMkLst>
            <pc:docMk/>
            <pc:sldMk cId="1922729228" sldId="2147483638"/>
            <ac:picMk id="16" creationId="{132BF188-32BD-4FF3-2BA2-75F2457FE4C3}"/>
          </ac:picMkLst>
        </pc:picChg>
        <pc:cxnChg chg="add mod">
          <ac:chgData name="Andrea Vagnini" userId="27b44083-4cb4-47ac-8e90-fc9245ef593f" providerId="ADAL" clId="{A07C9591-F4F7-421E-9203-32D52702419D}" dt="2026-09-18T13:32:20.967" v="979" actId="1076"/>
          <ac:cxnSpMkLst>
            <pc:docMk/>
            <pc:sldMk cId="1922729228" sldId="2147483638"/>
            <ac:cxnSpMk id="2" creationId="{C83B3C6C-282A-CCF6-3773-AC79DAE09264}"/>
          </ac:cxnSpMkLst>
        </pc:cxnChg>
        <pc:cxnChg chg="add mod">
          <ac:chgData name="Andrea Vagnini" userId="27b44083-4cb4-47ac-8e90-fc9245ef593f" providerId="ADAL" clId="{A07C9591-F4F7-421E-9203-32D52702419D}" dt="2026-09-18T13:32:20.967" v="979" actId="1076"/>
          <ac:cxnSpMkLst>
            <pc:docMk/>
            <pc:sldMk cId="1922729228" sldId="2147483638"/>
            <ac:cxnSpMk id="7" creationId="{7EC6FC1E-3757-CAD8-A79E-35C6A7E9D233}"/>
          </ac:cxnSpMkLst>
        </pc:cxnChg>
      </pc:sldChg>
      <pc:sldChg chg="modSp mod">
        <pc:chgData name="Andrea Vagnini" userId="27b44083-4cb4-47ac-8e90-fc9245ef593f" providerId="ADAL" clId="{A07C9591-F4F7-421E-9203-32D52702419D}" dt="2026-09-18T14:37:16.922" v="1186" actId="20577"/>
        <pc:sldMkLst>
          <pc:docMk/>
          <pc:sldMk cId="1534640664" sldId="2147483643"/>
        </pc:sldMkLst>
        <pc:spChg chg="mod">
          <ac:chgData name="Andrea Vagnini" userId="27b44083-4cb4-47ac-8e90-fc9245ef593f" providerId="ADAL" clId="{A07C9591-F4F7-421E-9203-32D52702419D}" dt="2026-09-18T14:37:16.922" v="1186" actId="20577"/>
          <ac:spMkLst>
            <pc:docMk/>
            <pc:sldMk cId="1534640664" sldId="2147483643"/>
            <ac:spMk id="27" creationId="{F2B8E0A6-A6FC-D80B-4A1A-E5B732B56BEA}"/>
          </ac:spMkLst>
        </pc:spChg>
      </pc:sldChg>
    </pc:docChg>
  </pc:docChgLst>
  <pc:docChgLst>
    <pc:chgData name="Godio, Matteo" userId="5840d722-808b-4259-86ec-736fdb64fe16" providerId="ADAL" clId="{3412B5E1-633C-4355-88E6-50A3D16A1C62}"/>
    <pc:docChg chg="undo custSel addSld delSld modSld">
      <pc:chgData name="Godio, Matteo" userId="5840d722-808b-4259-86ec-736fdb64fe16" providerId="ADAL" clId="{3412B5E1-633C-4355-88E6-50A3D16A1C62}" dt="2026-09-18T13:53:11.871" v="3303" actId="113"/>
      <pc:docMkLst>
        <pc:docMk/>
      </pc:docMkLst>
      <pc:sldChg chg="del">
        <pc:chgData name="Godio, Matteo" userId="5840d722-808b-4259-86ec-736fdb64fe16" providerId="ADAL" clId="{3412B5E1-633C-4355-88E6-50A3D16A1C62}" dt="2026-09-18T11:54:35.493" v="377" actId="47"/>
        <pc:sldMkLst>
          <pc:docMk/>
          <pc:sldMk cId="684435899" sldId="2147482601"/>
        </pc:sldMkLst>
      </pc:sldChg>
      <pc:sldChg chg="delSp del mod">
        <pc:chgData name="Godio, Matteo" userId="5840d722-808b-4259-86ec-736fdb64fe16" providerId="ADAL" clId="{3412B5E1-633C-4355-88E6-50A3D16A1C62}" dt="2026-09-18T12:21:57.829" v="1099" actId="47"/>
        <pc:sldMkLst>
          <pc:docMk/>
          <pc:sldMk cId="2863268440" sldId="2147483131"/>
        </pc:sldMkLst>
        <pc:spChg chg="del">
          <ac:chgData name="Godio, Matteo" userId="5840d722-808b-4259-86ec-736fdb64fe16" providerId="ADAL" clId="{3412B5E1-633C-4355-88E6-50A3D16A1C62}" dt="2026-09-18T11:37:58.982" v="7" actId="478"/>
          <ac:spMkLst>
            <pc:docMk/>
            <pc:sldMk cId="2863268440" sldId="2147483131"/>
            <ac:spMk id="14" creationId="{9290F513-BFF7-F60F-6BFD-D7A6F5157C96}"/>
          </ac:spMkLst>
        </pc:spChg>
      </pc:sldChg>
      <pc:sldChg chg="addSp delSp modSp add del">
        <pc:chgData name="Godio, Matteo" userId="5840d722-808b-4259-86ec-736fdb64fe16" providerId="ADAL" clId="{3412B5E1-633C-4355-88E6-50A3D16A1C62}" dt="2026-09-18T13:51:50.955" v="3301" actId="47"/>
        <pc:sldMkLst>
          <pc:docMk/>
          <pc:sldMk cId="96534367" sldId="2147483144"/>
        </pc:sldMkLst>
        <pc:spChg chg="del">
          <ac:chgData name="Godio, Matteo" userId="5840d722-808b-4259-86ec-736fdb64fe16" providerId="ADAL" clId="{3412B5E1-633C-4355-88E6-50A3D16A1C62}" dt="2026-09-18T13:50:55.628" v="3289" actId="478"/>
          <ac:spMkLst>
            <pc:docMk/>
            <pc:sldMk cId="96534367" sldId="2147483144"/>
            <ac:spMk id="5" creationId="{01BF9E2C-7061-ADD1-4AAC-001851249598}"/>
          </ac:spMkLst>
        </pc:spChg>
        <pc:spChg chg="del">
          <ac:chgData name="Godio, Matteo" userId="5840d722-808b-4259-86ec-736fdb64fe16" providerId="ADAL" clId="{3412B5E1-633C-4355-88E6-50A3D16A1C62}" dt="2026-09-18T13:50:55.628" v="3289" actId="478"/>
          <ac:spMkLst>
            <pc:docMk/>
            <pc:sldMk cId="96534367" sldId="2147483144"/>
            <ac:spMk id="7" creationId="{80EC5F5E-8205-11CE-8D72-0BCBF827C08A}"/>
          </ac:spMkLst>
        </pc:spChg>
        <pc:spChg chg="del">
          <ac:chgData name="Godio, Matteo" userId="5840d722-808b-4259-86ec-736fdb64fe16" providerId="ADAL" clId="{3412B5E1-633C-4355-88E6-50A3D16A1C62}" dt="2026-09-18T13:50:55.628" v="3289" actId="478"/>
          <ac:spMkLst>
            <pc:docMk/>
            <pc:sldMk cId="96534367" sldId="2147483144"/>
            <ac:spMk id="19" creationId="{7BDDF296-4E90-7F91-74DF-900842BC009B}"/>
          </ac:spMkLst>
        </pc:spChg>
        <pc:spChg chg="del">
          <ac:chgData name="Godio, Matteo" userId="5840d722-808b-4259-86ec-736fdb64fe16" providerId="ADAL" clId="{3412B5E1-633C-4355-88E6-50A3D16A1C62}" dt="2026-09-18T13:50:55.628" v="3289" actId="478"/>
          <ac:spMkLst>
            <pc:docMk/>
            <pc:sldMk cId="96534367" sldId="2147483144"/>
            <ac:spMk id="39" creationId="{0B3A0DA2-4572-7EA6-8C13-AF6EA708BC21}"/>
          </ac:spMkLst>
        </pc:spChg>
        <pc:spChg chg="del">
          <ac:chgData name="Godio, Matteo" userId="5840d722-808b-4259-86ec-736fdb64fe16" providerId="ADAL" clId="{3412B5E1-633C-4355-88E6-50A3D16A1C62}" dt="2026-09-18T13:50:55.628" v="3289" actId="478"/>
          <ac:spMkLst>
            <pc:docMk/>
            <pc:sldMk cId="96534367" sldId="2147483144"/>
            <ac:spMk id="48" creationId="{85AEF2CC-CF41-787F-100D-C8728AB987BB}"/>
          </ac:spMkLst>
        </pc:spChg>
        <pc:spChg chg="add mod">
          <ac:chgData name="Godio, Matteo" userId="5840d722-808b-4259-86ec-736fdb64fe16" providerId="ADAL" clId="{3412B5E1-633C-4355-88E6-50A3D16A1C62}" dt="2026-09-18T13:51:09.028" v="3290"/>
          <ac:spMkLst>
            <pc:docMk/>
            <pc:sldMk cId="96534367" sldId="2147483144"/>
            <ac:spMk id="49" creationId="{AFA7EC88-DA5E-B597-3848-B9E021DE5435}"/>
          </ac:spMkLst>
        </pc:spChg>
        <pc:spChg chg="add mod">
          <ac:chgData name="Godio, Matteo" userId="5840d722-808b-4259-86ec-736fdb64fe16" providerId="ADAL" clId="{3412B5E1-633C-4355-88E6-50A3D16A1C62}" dt="2026-09-18T13:51:09.028" v="3290"/>
          <ac:spMkLst>
            <pc:docMk/>
            <pc:sldMk cId="96534367" sldId="2147483144"/>
            <ac:spMk id="63" creationId="{9E147583-347D-4F3A-CCF6-74CCE9BE8C06}"/>
          </ac:spMkLst>
        </pc:spChg>
        <pc:spChg chg="del">
          <ac:chgData name="Godio, Matteo" userId="5840d722-808b-4259-86ec-736fdb64fe16" providerId="ADAL" clId="{3412B5E1-633C-4355-88E6-50A3D16A1C62}" dt="2026-09-18T13:50:55.628" v="3289" actId="478"/>
          <ac:spMkLst>
            <pc:docMk/>
            <pc:sldMk cId="96534367" sldId="2147483144"/>
            <ac:spMk id="74" creationId="{1856A203-E9AD-0D99-38C8-3D43BA8AD111}"/>
          </ac:spMkLst>
        </pc:spChg>
        <pc:spChg chg="del">
          <ac:chgData name="Godio, Matteo" userId="5840d722-808b-4259-86ec-736fdb64fe16" providerId="ADAL" clId="{3412B5E1-633C-4355-88E6-50A3D16A1C62}" dt="2026-09-18T13:50:55.628" v="3289" actId="478"/>
          <ac:spMkLst>
            <pc:docMk/>
            <pc:sldMk cId="96534367" sldId="2147483144"/>
            <ac:spMk id="78" creationId="{4CCC58BF-BE62-402C-69EC-6A7983B6F6F1}"/>
          </ac:spMkLst>
        </pc:spChg>
        <pc:spChg chg="add mod">
          <ac:chgData name="Godio, Matteo" userId="5840d722-808b-4259-86ec-736fdb64fe16" providerId="ADAL" clId="{3412B5E1-633C-4355-88E6-50A3D16A1C62}" dt="2026-09-18T13:51:09.028" v="3290"/>
          <ac:spMkLst>
            <pc:docMk/>
            <pc:sldMk cId="96534367" sldId="2147483144"/>
            <ac:spMk id="87" creationId="{2559C62A-C510-46B2-00E7-84CF065CA48C}"/>
          </ac:spMkLst>
        </pc:spChg>
        <pc:spChg chg="del">
          <ac:chgData name="Godio, Matteo" userId="5840d722-808b-4259-86ec-736fdb64fe16" providerId="ADAL" clId="{3412B5E1-633C-4355-88E6-50A3D16A1C62}" dt="2026-09-18T13:50:55.628" v="3289" actId="478"/>
          <ac:spMkLst>
            <pc:docMk/>
            <pc:sldMk cId="96534367" sldId="2147483144"/>
            <ac:spMk id="93" creationId="{EF21F1AC-EFCB-BD09-BB3F-587903467F85}"/>
          </ac:spMkLst>
        </pc:spChg>
        <pc:spChg chg="del">
          <ac:chgData name="Godio, Matteo" userId="5840d722-808b-4259-86ec-736fdb64fe16" providerId="ADAL" clId="{3412B5E1-633C-4355-88E6-50A3D16A1C62}" dt="2026-09-18T13:50:55.628" v="3289" actId="478"/>
          <ac:spMkLst>
            <pc:docMk/>
            <pc:sldMk cId="96534367" sldId="2147483144"/>
            <ac:spMk id="116" creationId="{D913EADF-1D08-D509-7B17-1E4B6CB79F38}"/>
          </ac:spMkLst>
        </pc:spChg>
        <pc:spChg chg="add mod">
          <ac:chgData name="Godio, Matteo" userId="5840d722-808b-4259-86ec-736fdb64fe16" providerId="ADAL" clId="{3412B5E1-633C-4355-88E6-50A3D16A1C62}" dt="2026-09-18T13:51:09.028" v="3290"/>
          <ac:spMkLst>
            <pc:docMk/>
            <pc:sldMk cId="96534367" sldId="2147483144"/>
            <ac:spMk id="118" creationId="{EA020012-041A-3288-AC32-9475D0FA6F49}"/>
          </ac:spMkLst>
        </pc:spChg>
        <pc:spChg chg="del">
          <ac:chgData name="Godio, Matteo" userId="5840d722-808b-4259-86ec-736fdb64fe16" providerId="ADAL" clId="{3412B5E1-633C-4355-88E6-50A3D16A1C62}" dt="2026-09-18T13:50:55.628" v="3289" actId="478"/>
          <ac:spMkLst>
            <pc:docMk/>
            <pc:sldMk cId="96534367" sldId="2147483144"/>
            <ac:spMk id="128" creationId="{C7E6F1C4-1930-5507-ADCF-7CBF2325EB2D}"/>
          </ac:spMkLst>
        </pc:spChg>
        <pc:spChg chg="add mod">
          <ac:chgData name="Godio, Matteo" userId="5840d722-808b-4259-86ec-736fdb64fe16" providerId="ADAL" clId="{3412B5E1-633C-4355-88E6-50A3D16A1C62}" dt="2026-09-18T13:51:09.028" v="3290"/>
          <ac:spMkLst>
            <pc:docMk/>
            <pc:sldMk cId="96534367" sldId="2147483144"/>
            <ac:spMk id="143" creationId="{FD8055D3-5542-F3D2-DCD0-4C1466DA3258}"/>
          </ac:spMkLst>
        </pc:spChg>
        <pc:spChg chg="add mod">
          <ac:chgData name="Godio, Matteo" userId="5840d722-808b-4259-86ec-736fdb64fe16" providerId="ADAL" clId="{3412B5E1-633C-4355-88E6-50A3D16A1C62}" dt="2026-09-18T13:51:09.028" v="3290"/>
          <ac:spMkLst>
            <pc:docMk/>
            <pc:sldMk cId="96534367" sldId="2147483144"/>
            <ac:spMk id="164" creationId="{0B1A3D5B-3723-3C34-6E10-502B44292250}"/>
          </ac:spMkLst>
        </pc:spChg>
        <pc:spChg chg="add mod">
          <ac:chgData name="Godio, Matteo" userId="5840d722-808b-4259-86ec-736fdb64fe16" providerId="ADAL" clId="{3412B5E1-633C-4355-88E6-50A3D16A1C62}" dt="2026-09-18T13:51:09.028" v="3290"/>
          <ac:spMkLst>
            <pc:docMk/>
            <pc:sldMk cId="96534367" sldId="2147483144"/>
            <ac:spMk id="189" creationId="{D6D898FD-5BA6-173C-351A-CD40E99D1A57}"/>
          </ac:spMkLst>
        </pc:spChg>
        <pc:spChg chg="add mod">
          <ac:chgData name="Godio, Matteo" userId="5840d722-808b-4259-86ec-736fdb64fe16" providerId="ADAL" clId="{3412B5E1-633C-4355-88E6-50A3D16A1C62}" dt="2026-09-18T13:51:09.028" v="3290"/>
          <ac:spMkLst>
            <pc:docMk/>
            <pc:sldMk cId="96534367" sldId="2147483144"/>
            <ac:spMk id="190" creationId="{A34FAE14-68F2-8122-E03C-EBDF4BAB7B4E}"/>
          </ac:spMkLst>
        </pc:spChg>
        <pc:spChg chg="add mod">
          <ac:chgData name="Godio, Matteo" userId="5840d722-808b-4259-86ec-736fdb64fe16" providerId="ADAL" clId="{3412B5E1-633C-4355-88E6-50A3D16A1C62}" dt="2026-09-18T13:51:09.028" v="3290"/>
          <ac:spMkLst>
            <pc:docMk/>
            <pc:sldMk cId="96534367" sldId="2147483144"/>
            <ac:spMk id="195" creationId="{A49DA312-4D02-E691-C3A8-70D919E36592}"/>
          </ac:spMkLst>
        </pc:spChg>
        <pc:spChg chg="add mod">
          <ac:chgData name="Godio, Matteo" userId="5840d722-808b-4259-86ec-736fdb64fe16" providerId="ADAL" clId="{3412B5E1-633C-4355-88E6-50A3D16A1C62}" dt="2026-09-18T13:51:09.028" v="3290"/>
          <ac:spMkLst>
            <pc:docMk/>
            <pc:sldMk cId="96534367" sldId="2147483144"/>
            <ac:spMk id="199" creationId="{3A87F1DC-8A61-5260-A242-6063D2A039AB}"/>
          </ac:spMkLst>
        </pc:spChg>
      </pc:sldChg>
      <pc:sldChg chg="addSp modSp mod">
        <pc:chgData name="Godio, Matteo" userId="5840d722-808b-4259-86ec-736fdb64fe16" providerId="ADAL" clId="{3412B5E1-633C-4355-88E6-50A3D16A1C62}" dt="2026-09-18T12:16:20.730" v="1006" actId="20577"/>
        <pc:sldMkLst>
          <pc:docMk/>
          <pc:sldMk cId="707732017" sldId="2147483570"/>
        </pc:sldMkLst>
        <pc:spChg chg="add mod">
          <ac:chgData name="Godio, Matteo" userId="5840d722-808b-4259-86ec-736fdb64fe16" providerId="ADAL" clId="{3412B5E1-633C-4355-88E6-50A3D16A1C62}" dt="2026-09-18T12:16:10.117" v="991"/>
          <ac:spMkLst>
            <pc:docMk/>
            <pc:sldMk cId="707732017" sldId="2147483570"/>
            <ac:spMk id="4" creationId="{81F8614A-37B3-BF35-9B71-A8691D5B90FC}"/>
          </ac:spMkLst>
        </pc:spChg>
        <pc:spChg chg="mod">
          <ac:chgData name="Godio, Matteo" userId="5840d722-808b-4259-86ec-736fdb64fe16" providerId="ADAL" clId="{3412B5E1-633C-4355-88E6-50A3D16A1C62}" dt="2026-09-18T12:16:10.117" v="991"/>
          <ac:spMkLst>
            <pc:docMk/>
            <pc:sldMk cId="707732017" sldId="2147483570"/>
            <ac:spMk id="32" creationId="{5B0BD99D-8860-A63C-D5FC-765A42F0C6F5}"/>
          </ac:spMkLst>
        </pc:spChg>
        <pc:spChg chg="mod">
          <ac:chgData name="Godio, Matteo" userId="5840d722-808b-4259-86ec-736fdb64fe16" providerId="ADAL" clId="{3412B5E1-633C-4355-88E6-50A3D16A1C62}" dt="2026-09-18T12:16:20.730" v="1006" actId="20577"/>
          <ac:spMkLst>
            <pc:docMk/>
            <pc:sldMk cId="707732017" sldId="2147483570"/>
            <ac:spMk id="37" creationId="{39C6C022-B454-47D8-BDC2-108E73A6434B}"/>
          </ac:spMkLst>
        </pc:spChg>
        <pc:spChg chg="add mod">
          <ac:chgData name="Godio, Matteo" userId="5840d722-808b-4259-86ec-736fdb64fe16" providerId="ADAL" clId="{3412B5E1-633C-4355-88E6-50A3D16A1C62}" dt="2026-09-18T12:16:10.117" v="991"/>
          <ac:spMkLst>
            <pc:docMk/>
            <pc:sldMk cId="707732017" sldId="2147483570"/>
            <ac:spMk id="42" creationId="{04DA2590-5101-3F1F-A54A-8C1515FCCA13}"/>
          </ac:spMkLst>
        </pc:spChg>
        <pc:grpChg chg="add mod">
          <ac:chgData name="Godio, Matteo" userId="5840d722-808b-4259-86ec-736fdb64fe16" providerId="ADAL" clId="{3412B5E1-633C-4355-88E6-50A3D16A1C62}" dt="2026-09-18T12:16:10.117" v="991"/>
          <ac:grpSpMkLst>
            <pc:docMk/>
            <pc:sldMk cId="707732017" sldId="2147483570"/>
            <ac:grpSpMk id="24" creationId="{3AC38958-6F30-3E7A-7D26-7368A92A226C}"/>
          </ac:grpSpMkLst>
        </pc:grpChg>
        <pc:picChg chg="mod">
          <ac:chgData name="Godio, Matteo" userId="5840d722-808b-4259-86ec-736fdb64fe16" providerId="ADAL" clId="{3412B5E1-633C-4355-88E6-50A3D16A1C62}" dt="2026-09-18T12:16:10.117" v="991"/>
          <ac:picMkLst>
            <pc:docMk/>
            <pc:sldMk cId="707732017" sldId="2147483570"/>
            <ac:picMk id="36" creationId="{72512195-9294-B1B7-67C6-0FEE8038740F}"/>
          </ac:picMkLst>
        </pc:picChg>
      </pc:sldChg>
      <pc:sldChg chg="del">
        <pc:chgData name="Godio, Matteo" userId="5840d722-808b-4259-86ec-736fdb64fe16" providerId="ADAL" clId="{3412B5E1-633C-4355-88E6-50A3D16A1C62}" dt="2026-09-18T12:22:11.655" v="1101" actId="47"/>
        <pc:sldMkLst>
          <pc:docMk/>
          <pc:sldMk cId="1502033218" sldId="2147483613"/>
        </pc:sldMkLst>
      </pc:sldChg>
      <pc:sldChg chg="del">
        <pc:chgData name="Godio, Matteo" userId="5840d722-808b-4259-86ec-736fdb64fe16" providerId="ADAL" clId="{3412B5E1-633C-4355-88E6-50A3D16A1C62}" dt="2026-09-18T12:22:22.122" v="1103" actId="47"/>
        <pc:sldMkLst>
          <pc:docMk/>
          <pc:sldMk cId="1903737226" sldId="2147483614"/>
        </pc:sldMkLst>
      </pc:sldChg>
      <pc:sldChg chg="addSp delSp modSp del mod modShow">
        <pc:chgData name="Godio, Matteo" userId="5840d722-808b-4259-86ec-736fdb64fe16" providerId="ADAL" clId="{3412B5E1-633C-4355-88E6-50A3D16A1C62}" dt="2026-09-18T13:51:43.019" v="3300" actId="47"/>
        <pc:sldMkLst>
          <pc:docMk/>
          <pc:sldMk cId="620670195" sldId="2147483617"/>
        </pc:sldMkLst>
        <pc:spChg chg="add mod">
          <ac:chgData name="Godio, Matteo" userId="5840d722-808b-4259-86ec-736fdb64fe16" providerId="ADAL" clId="{3412B5E1-633C-4355-88E6-50A3D16A1C62}" dt="2026-09-18T13:34:34.363" v="2781" actId="20577"/>
          <ac:spMkLst>
            <pc:docMk/>
            <pc:sldMk cId="620670195" sldId="2147483617"/>
            <ac:spMk id="4" creationId="{D0F030A3-7626-5B31-7394-1A401944D872}"/>
          </ac:spMkLst>
        </pc:spChg>
        <pc:spChg chg="add mod">
          <ac:chgData name="Godio, Matteo" userId="5840d722-808b-4259-86ec-736fdb64fe16" providerId="ADAL" clId="{3412B5E1-633C-4355-88E6-50A3D16A1C62}" dt="2026-09-18T13:40:48.652" v="3067" actId="20577"/>
          <ac:spMkLst>
            <pc:docMk/>
            <pc:sldMk cId="620670195" sldId="2147483617"/>
            <ac:spMk id="6" creationId="{D3FF82E0-53DD-9CA6-91E4-1BAEAEA833A0}"/>
          </ac:spMkLst>
        </pc:spChg>
        <pc:spChg chg="mod">
          <ac:chgData name="Godio, Matteo" userId="5840d722-808b-4259-86ec-736fdb64fe16" providerId="ADAL" clId="{3412B5E1-633C-4355-88E6-50A3D16A1C62}" dt="2026-09-18T11:53:53.797" v="375" actId="1035"/>
          <ac:spMkLst>
            <pc:docMk/>
            <pc:sldMk cId="620670195" sldId="2147483617"/>
            <ac:spMk id="9" creationId="{A7393574-0E61-9C30-DB3B-F2847186B4F2}"/>
          </ac:spMkLst>
        </pc:spChg>
        <pc:spChg chg="mod">
          <ac:chgData name="Godio, Matteo" userId="5840d722-808b-4259-86ec-736fdb64fe16" providerId="ADAL" clId="{3412B5E1-633C-4355-88E6-50A3D16A1C62}" dt="2026-09-18T11:52:16.036" v="323" actId="1076"/>
          <ac:spMkLst>
            <pc:docMk/>
            <pc:sldMk cId="620670195" sldId="2147483617"/>
            <ac:spMk id="11" creationId="{61C12433-134B-1271-7764-CD7718AF8ECB}"/>
          </ac:spMkLst>
        </pc:spChg>
        <pc:spChg chg="mod">
          <ac:chgData name="Godio, Matteo" userId="5840d722-808b-4259-86ec-736fdb64fe16" providerId="ADAL" clId="{3412B5E1-633C-4355-88E6-50A3D16A1C62}" dt="2026-09-18T12:42:31.837" v="1890" actId="20577"/>
          <ac:spMkLst>
            <pc:docMk/>
            <pc:sldMk cId="620670195" sldId="2147483617"/>
            <ac:spMk id="156" creationId="{D6919D30-66BE-E413-04EF-D95D20D05E87}"/>
          </ac:spMkLst>
        </pc:spChg>
        <pc:spChg chg="mod">
          <ac:chgData name="Godio, Matteo" userId="5840d722-808b-4259-86ec-736fdb64fe16" providerId="ADAL" clId="{3412B5E1-633C-4355-88E6-50A3D16A1C62}" dt="2026-09-18T12:42:44.541" v="1899" actId="20577"/>
          <ac:spMkLst>
            <pc:docMk/>
            <pc:sldMk cId="620670195" sldId="2147483617"/>
            <ac:spMk id="166" creationId="{D48941FD-5C2D-5431-4A94-F632DE6DCB96}"/>
          </ac:spMkLst>
        </pc:spChg>
        <pc:spChg chg="del">
          <ac:chgData name="Godio, Matteo" userId="5840d722-808b-4259-86ec-736fdb64fe16" providerId="ADAL" clId="{3412B5E1-633C-4355-88E6-50A3D16A1C62}" dt="2026-09-18T13:08:57.101" v="1998" actId="478"/>
          <ac:spMkLst>
            <pc:docMk/>
            <pc:sldMk cId="620670195" sldId="2147483617"/>
            <ac:spMk id="177" creationId="{7396ED80-25AE-4C3D-374F-471C85ADF3A0}"/>
          </ac:spMkLst>
        </pc:spChg>
        <pc:spChg chg="del">
          <ac:chgData name="Godio, Matteo" userId="5840d722-808b-4259-86ec-736fdb64fe16" providerId="ADAL" clId="{3412B5E1-633C-4355-88E6-50A3D16A1C62}" dt="2026-09-18T13:08:55.086" v="1997" actId="478"/>
          <ac:spMkLst>
            <pc:docMk/>
            <pc:sldMk cId="620670195" sldId="2147483617"/>
            <ac:spMk id="187" creationId="{418782E4-6B1A-109E-4CAE-3E15B338B26A}"/>
          </ac:spMkLst>
        </pc:spChg>
      </pc:sldChg>
      <pc:sldChg chg="del">
        <pc:chgData name="Godio, Matteo" userId="5840d722-808b-4259-86ec-736fdb64fe16" providerId="ADAL" clId="{3412B5E1-633C-4355-88E6-50A3D16A1C62}" dt="2026-09-18T12:22:46.235" v="1105" actId="47"/>
        <pc:sldMkLst>
          <pc:docMk/>
          <pc:sldMk cId="1561067524" sldId="2147483622"/>
        </pc:sldMkLst>
      </pc:sldChg>
      <pc:sldChg chg="del">
        <pc:chgData name="Godio, Matteo" userId="5840d722-808b-4259-86ec-736fdb64fe16" providerId="ADAL" clId="{3412B5E1-633C-4355-88E6-50A3D16A1C62}" dt="2026-09-18T11:38:04.120" v="8" actId="2696"/>
        <pc:sldMkLst>
          <pc:docMk/>
          <pc:sldMk cId="1367579022" sldId="2147483623"/>
        </pc:sldMkLst>
      </pc:sldChg>
      <pc:sldChg chg="modSp mod">
        <pc:chgData name="Godio, Matteo" userId="5840d722-808b-4259-86ec-736fdb64fe16" providerId="ADAL" clId="{3412B5E1-633C-4355-88E6-50A3D16A1C62}" dt="2026-09-18T11:37:43.642" v="6" actId="139"/>
        <pc:sldMkLst>
          <pc:docMk/>
          <pc:sldMk cId="3902217926" sldId="2147483627"/>
        </pc:sldMkLst>
        <pc:spChg chg="mod">
          <ac:chgData name="Godio, Matteo" userId="5840d722-808b-4259-86ec-736fdb64fe16" providerId="ADAL" clId="{3412B5E1-633C-4355-88E6-50A3D16A1C62}" dt="2026-09-18T11:37:43.642" v="6" actId="139"/>
          <ac:spMkLst>
            <pc:docMk/>
            <pc:sldMk cId="3902217926" sldId="2147483627"/>
            <ac:spMk id="2" creationId="{FB56107C-E694-B3AC-99BA-F631D35F9B5B}"/>
          </ac:spMkLst>
        </pc:spChg>
      </pc:sldChg>
      <pc:sldChg chg="addSp delSp modSp new mod">
        <pc:chgData name="Godio, Matteo" userId="5840d722-808b-4259-86ec-736fdb64fe16" providerId="ADAL" clId="{3412B5E1-633C-4355-88E6-50A3D16A1C62}" dt="2026-09-18T13:53:11.871" v="3303" actId="113"/>
        <pc:sldMkLst>
          <pc:docMk/>
          <pc:sldMk cId="975946627" sldId="2147483628"/>
        </pc:sldMkLst>
        <pc:spChg chg="mod ord">
          <ac:chgData name="Godio, Matteo" userId="5840d722-808b-4259-86ec-736fdb64fe16" providerId="ADAL" clId="{3412B5E1-633C-4355-88E6-50A3D16A1C62}" dt="2026-09-18T13:42:39.647" v="3122"/>
          <ac:spMkLst>
            <pc:docMk/>
            <pc:sldMk cId="975946627" sldId="2147483628"/>
            <ac:spMk id="2" creationId="{7250D9C0-77B7-98C5-EA8E-7B0F0B867FF9}"/>
          </ac:spMkLst>
        </pc:spChg>
        <pc:spChg chg="mod ord">
          <ac:chgData name="Godio, Matteo" userId="5840d722-808b-4259-86ec-736fdb64fe16" providerId="ADAL" clId="{3412B5E1-633C-4355-88E6-50A3D16A1C62}" dt="2026-09-18T13:42:39.647" v="3124"/>
          <ac:spMkLst>
            <pc:docMk/>
            <pc:sldMk cId="975946627" sldId="2147483628"/>
            <ac:spMk id="3" creationId="{00D2B35C-8D46-0A6D-5418-6645B0547619}"/>
          </ac:spMkLst>
        </pc:spChg>
        <pc:spChg chg="mod ord">
          <ac:chgData name="Godio, Matteo" userId="5840d722-808b-4259-86ec-736fdb64fe16" providerId="ADAL" clId="{3412B5E1-633C-4355-88E6-50A3D16A1C62}" dt="2026-09-18T13:42:39.647" v="3126"/>
          <ac:spMkLst>
            <pc:docMk/>
            <pc:sldMk cId="975946627" sldId="2147483628"/>
            <ac:spMk id="4" creationId="{228E1801-4EAD-BCF3-F78A-D89391C6E264}"/>
          </ac:spMkLst>
        </pc:spChg>
        <pc:spChg chg="add mod ord">
          <ac:chgData name="Godio, Matteo" userId="5840d722-808b-4259-86ec-736fdb64fe16" providerId="ADAL" clId="{3412B5E1-633C-4355-88E6-50A3D16A1C62}" dt="2026-09-18T13:42:39.663" v="3128"/>
          <ac:spMkLst>
            <pc:docMk/>
            <pc:sldMk cId="975946627" sldId="2147483628"/>
            <ac:spMk id="6" creationId="{E50BC715-D533-BC37-4E80-20FE69C6A3E8}"/>
          </ac:spMkLst>
        </pc:spChg>
        <pc:spChg chg="add mod ord topLvl">
          <ac:chgData name="Godio, Matteo" userId="5840d722-808b-4259-86ec-736fdb64fe16" providerId="ADAL" clId="{3412B5E1-633C-4355-88E6-50A3D16A1C62}" dt="2026-09-18T13:43:41.194" v="3193" actId="165"/>
          <ac:spMkLst>
            <pc:docMk/>
            <pc:sldMk cId="975946627" sldId="2147483628"/>
            <ac:spMk id="7" creationId="{CA6FD8A0-1EFA-F223-795E-19DCAD0499F4}"/>
          </ac:spMkLst>
        </pc:spChg>
        <pc:spChg chg="mod ord">
          <ac:chgData name="Godio, Matteo" userId="5840d722-808b-4259-86ec-736fdb64fe16" providerId="ADAL" clId="{3412B5E1-633C-4355-88E6-50A3D16A1C62}" dt="2026-09-18T12:23:53.084" v="1225"/>
          <ac:spMkLst>
            <pc:docMk/>
            <pc:sldMk cId="975946627" sldId="2147483628"/>
            <ac:spMk id="9" creationId="{7A3617E9-C194-0B1D-C8BA-F2D4882BB22D}"/>
          </ac:spMkLst>
        </pc:spChg>
        <pc:spChg chg="add mod ord topLvl">
          <ac:chgData name="Godio, Matteo" userId="5840d722-808b-4259-86ec-736fdb64fe16" providerId="ADAL" clId="{3412B5E1-633C-4355-88E6-50A3D16A1C62}" dt="2026-09-18T13:42:39.663" v="3134"/>
          <ac:spMkLst>
            <pc:docMk/>
            <pc:sldMk cId="975946627" sldId="2147483628"/>
            <ac:spMk id="10" creationId="{D51B6DBC-EAD9-34F1-7317-E5464372EB82}"/>
          </ac:spMkLst>
        </pc:spChg>
        <pc:spChg chg="add del mod ord topLvl">
          <ac:chgData name="Godio, Matteo" userId="5840d722-808b-4259-86ec-736fdb64fe16" providerId="ADAL" clId="{3412B5E1-633C-4355-88E6-50A3D16A1C62}" dt="2026-09-18T13:09:05.454" v="1999" actId="478"/>
          <ac:spMkLst>
            <pc:docMk/>
            <pc:sldMk cId="975946627" sldId="2147483628"/>
            <ac:spMk id="11" creationId="{C17A8A3B-DD70-0470-0473-666D5695D4F3}"/>
          </ac:spMkLst>
        </pc:spChg>
        <pc:spChg chg="add mod ord topLvl">
          <ac:chgData name="Godio, Matteo" userId="5840d722-808b-4259-86ec-736fdb64fe16" providerId="ADAL" clId="{3412B5E1-633C-4355-88E6-50A3D16A1C62}" dt="2026-09-18T13:42:39.663" v="3136"/>
          <ac:spMkLst>
            <pc:docMk/>
            <pc:sldMk cId="975946627" sldId="2147483628"/>
            <ac:spMk id="12" creationId="{95E5FF00-8E98-0F1E-E896-FA6B9DFA194F}"/>
          </ac:spMkLst>
        </pc:spChg>
        <pc:spChg chg="add mod ord topLvl">
          <ac:chgData name="Godio, Matteo" userId="5840d722-808b-4259-86ec-736fdb64fe16" providerId="ADAL" clId="{3412B5E1-633C-4355-88E6-50A3D16A1C62}" dt="2026-09-18T13:42:39.663" v="3150"/>
          <ac:spMkLst>
            <pc:docMk/>
            <pc:sldMk cId="975946627" sldId="2147483628"/>
            <ac:spMk id="13" creationId="{2FB548D5-2F29-B144-D3EC-2E1451124D3F}"/>
          </ac:spMkLst>
        </pc:spChg>
        <pc:spChg chg="add mod ord topLvl">
          <ac:chgData name="Godio, Matteo" userId="5840d722-808b-4259-86ec-736fdb64fe16" providerId="ADAL" clId="{3412B5E1-633C-4355-88E6-50A3D16A1C62}" dt="2026-09-18T13:42:39.663" v="3138"/>
          <ac:spMkLst>
            <pc:docMk/>
            <pc:sldMk cId="975946627" sldId="2147483628"/>
            <ac:spMk id="14" creationId="{85074E0E-9E73-C1B6-468D-4993344AAC57}"/>
          </ac:spMkLst>
        </pc:spChg>
        <pc:spChg chg="mod ord">
          <ac:chgData name="Godio, Matteo" userId="5840d722-808b-4259-86ec-736fdb64fe16" providerId="ADAL" clId="{3412B5E1-633C-4355-88E6-50A3D16A1C62}" dt="2026-09-18T12:29:50.085" v="1493"/>
          <ac:spMkLst>
            <pc:docMk/>
            <pc:sldMk cId="975946627" sldId="2147483628"/>
            <ac:spMk id="15" creationId="{E3D274D5-AF83-9AE2-554E-6FCD04B0E13F}"/>
          </ac:spMkLst>
        </pc:spChg>
        <pc:spChg chg="add del mod">
          <ac:chgData name="Godio, Matteo" userId="5840d722-808b-4259-86ec-736fdb64fe16" providerId="ADAL" clId="{3412B5E1-633C-4355-88E6-50A3D16A1C62}" dt="2026-09-18T11:48:56.091" v="224" actId="478"/>
          <ac:spMkLst>
            <pc:docMk/>
            <pc:sldMk cId="975946627" sldId="2147483628"/>
            <ac:spMk id="16" creationId="{4CB6AAB5-2C26-BDB1-15CA-8EE9E9613AAA}"/>
          </ac:spMkLst>
        </pc:spChg>
        <pc:spChg chg="mod ord">
          <ac:chgData name="Godio, Matteo" userId="5840d722-808b-4259-86ec-736fdb64fe16" providerId="ADAL" clId="{3412B5E1-633C-4355-88E6-50A3D16A1C62}" dt="2026-09-18T12:29:50.085" v="1495"/>
          <ac:spMkLst>
            <pc:docMk/>
            <pc:sldMk cId="975946627" sldId="2147483628"/>
            <ac:spMk id="16" creationId="{86E812FB-78A9-AC79-FE50-155F055A5DD6}"/>
          </ac:spMkLst>
        </pc:spChg>
        <pc:spChg chg="add mod ord topLvl">
          <ac:chgData name="Godio, Matteo" userId="5840d722-808b-4259-86ec-736fdb64fe16" providerId="ADAL" clId="{3412B5E1-633C-4355-88E6-50A3D16A1C62}" dt="2026-09-18T13:42:39.663" v="3130"/>
          <ac:spMkLst>
            <pc:docMk/>
            <pc:sldMk cId="975946627" sldId="2147483628"/>
            <ac:spMk id="21" creationId="{A0DB3DDE-FC23-5FA1-C0D9-B47824D5E503}"/>
          </ac:spMkLst>
        </pc:spChg>
        <pc:spChg chg="add del mod">
          <ac:chgData name="Godio, Matteo" userId="5840d722-808b-4259-86ec-736fdb64fe16" providerId="ADAL" clId="{3412B5E1-633C-4355-88E6-50A3D16A1C62}" dt="2026-09-18T11:48:56.091" v="224" actId="478"/>
          <ac:spMkLst>
            <pc:docMk/>
            <pc:sldMk cId="975946627" sldId="2147483628"/>
            <ac:spMk id="21" creationId="{C1DCEBF2-2FFD-75EB-2FC9-2CA60AC69DD0}"/>
          </ac:spMkLst>
        </pc:spChg>
        <pc:spChg chg="add mod ord topLvl">
          <ac:chgData name="Godio, Matteo" userId="5840d722-808b-4259-86ec-736fdb64fe16" providerId="ADAL" clId="{3412B5E1-633C-4355-88E6-50A3D16A1C62}" dt="2026-09-18T13:45:20.190" v="3210" actId="207"/>
          <ac:spMkLst>
            <pc:docMk/>
            <pc:sldMk cId="975946627" sldId="2147483628"/>
            <ac:spMk id="22" creationId="{89DA194E-B335-732A-F438-E605D2F35EE9}"/>
          </ac:spMkLst>
        </pc:spChg>
        <pc:spChg chg="add del mod">
          <ac:chgData name="Godio, Matteo" userId="5840d722-808b-4259-86ec-736fdb64fe16" providerId="ADAL" clId="{3412B5E1-633C-4355-88E6-50A3D16A1C62}" dt="2026-09-18T11:48:56.091" v="224" actId="478"/>
          <ac:spMkLst>
            <pc:docMk/>
            <pc:sldMk cId="975946627" sldId="2147483628"/>
            <ac:spMk id="22" creationId="{F67722FE-8B48-7EC6-EC07-DA8DB2B94AAC}"/>
          </ac:spMkLst>
        </pc:spChg>
        <pc:spChg chg="add mod ord topLvl">
          <ac:chgData name="Godio, Matteo" userId="5840d722-808b-4259-86ec-736fdb64fe16" providerId="ADAL" clId="{3412B5E1-633C-4355-88E6-50A3D16A1C62}" dt="2026-09-18T13:42:39.663" v="3140"/>
          <ac:spMkLst>
            <pc:docMk/>
            <pc:sldMk cId="975946627" sldId="2147483628"/>
            <ac:spMk id="23" creationId="{ECA050E5-671B-6EA9-6C6C-D5C4D2184CD7}"/>
          </ac:spMkLst>
        </pc:spChg>
        <pc:spChg chg="add del mod">
          <ac:chgData name="Godio, Matteo" userId="5840d722-808b-4259-86ec-736fdb64fe16" providerId="ADAL" clId="{3412B5E1-633C-4355-88E6-50A3D16A1C62}" dt="2026-09-18T11:49:04.839" v="227" actId="478"/>
          <ac:spMkLst>
            <pc:docMk/>
            <pc:sldMk cId="975946627" sldId="2147483628"/>
            <ac:spMk id="24" creationId="{A5187F07-6521-2927-5867-89B45B0736E6}"/>
          </ac:spMkLst>
        </pc:spChg>
        <pc:spChg chg="add mod ord topLvl">
          <ac:chgData name="Godio, Matteo" userId="5840d722-808b-4259-86ec-736fdb64fe16" providerId="ADAL" clId="{3412B5E1-633C-4355-88E6-50A3D16A1C62}" dt="2026-09-18T13:46:04.593" v="3217" actId="20577"/>
          <ac:spMkLst>
            <pc:docMk/>
            <pc:sldMk cId="975946627" sldId="2147483628"/>
            <ac:spMk id="26" creationId="{973CD596-B3B3-ADB8-3D56-4996EA8F9AB8}"/>
          </ac:spMkLst>
        </pc:spChg>
        <pc:spChg chg="add mod ord">
          <ac:chgData name="Godio, Matteo" userId="5840d722-808b-4259-86ec-736fdb64fe16" providerId="ADAL" clId="{3412B5E1-633C-4355-88E6-50A3D16A1C62}" dt="2026-09-18T13:42:39.663" v="3172"/>
          <ac:spMkLst>
            <pc:docMk/>
            <pc:sldMk cId="975946627" sldId="2147483628"/>
            <ac:spMk id="28" creationId="{E91F8C60-CEAD-B0A0-F1CB-B349B1244A28}"/>
          </ac:spMkLst>
        </pc:spChg>
        <pc:spChg chg="add del mod ord">
          <ac:chgData name="Godio, Matteo" userId="5840d722-808b-4259-86ec-736fdb64fe16" providerId="ADAL" clId="{3412B5E1-633C-4355-88E6-50A3D16A1C62}" dt="2026-09-18T13:09:05.454" v="1999" actId="478"/>
          <ac:spMkLst>
            <pc:docMk/>
            <pc:sldMk cId="975946627" sldId="2147483628"/>
            <ac:spMk id="29" creationId="{D2A29CC7-76A6-6DB8-0520-B5C7219C904D}"/>
          </ac:spMkLst>
        </pc:spChg>
        <pc:spChg chg="add mod ord topLvl">
          <ac:chgData name="Godio, Matteo" userId="5840d722-808b-4259-86ec-736fdb64fe16" providerId="ADAL" clId="{3412B5E1-633C-4355-88E6-50A3D16A1C62}" dt="2026-09-18T13:42:39.663" v="3168"/>
          <ac:spMkLst>
            <pc:docMk/>
            <pc:sldMk cId="975946627" sldId="2147483628"/>
            <ac:spMk id="30" creationId="{F747030C-B22E-8FA6-9D28-7285647376E4}"/>
          </ac:spMkLst>
        </pc:spChg>
        <pc:spChg chg="add mod ord topLvl">
          <ac:chgData name="Godio, Matteo" userId="5840d722-808b-4259-86ec-736fdb64fe16" providerId="ADAL" clId="{3412B5E1-633C-4355-88E6-50A3D16A1C62}" dt="2026-09-18T13:42:39.663" v="3170"/>
          <ac:spMkLst>
            <pc:docMk/>
            <pc:sldMk cId="975946627" sldId="2147483628"/>
            <ac:spMk id="31" creationId="{4FBB07F6-B337-0818-EF2A-BFC16FDC83E9}"/>
          </ac:spMkLst>
        </pc:spChg>
        <pc:spChg chg="add del mod ord topLvl">
          <ac:chgData name="Godio, Matteo" userId="5840d722-808b-4259-86ec-736fdb64fe16" providerId="ADAL" clId="{3412B5E1-633C-4355-88E6-50A3D16A1C62}" dt="2026-09-18T13:30:38.971" v="2776" actId="478"/>
          <ac:spMkLst>
            <pc:docMk/>
            <pc:sldMk cId="975946627" sldId="2147483628"/>
            <ac:spMk id="32" creationId="{F71ADED8-3B61-2BBD-8BC3-178CCE4C7B0E}"/>
          </ac:spMkLst>
        </pc:spChg>
        <pc:spChg chg="add del mod ord topLvl">
          <ac:chgData name="Godio, Matteo" userId="5840d722-808b-4259-86ec-736fdb64fe16" providerId="ADAL" clId="{3412B5E1-633C-4355-88E6-50A3D16A1C62}" dt="2026-09-18T13:30:38.971" v="2776" actId="478"/>
          <ac:spMkLst>
            <pc:docMk/>
            <pc:sldMk cId="975946627" sldId="2147483628"/>
            <ac:spMk id="33" creationId="{C99ECF12-8AC3-9C85-26AA-C53573339057}"/>
          </ac:spMkLst>
        </pc:spChg>
        <pc:spChg chg="add mod ord topLvl">
          <ac:chgData name="Godio, Matteo" userId="5840d722-808b-4259-86ec-736fdb64fe16" providerId="ADAL" clId="{3412B5E1-633C-4355-88E6-50A3D16A1C62}" dt="2026-09-18T13:42:14.230" v="3094" actId="164"/>
          <ac:spMkLst>
            <pc:docMk/>
            <pc:sldMk cId="975946627" sldId="2147483628"/>
            <ac:spMk id="34" creationId="{E6D8891D-E384-1362-DD36-C6CA0324306F}"/>
          </ac:spMkLst>
        </pc:spChg>
        <pc:spChg chg="add del mod">
          <ac:chgData name="Godio, Matteo" userId="5840d722-808b-4259-86ec-736fdb64fe16" providerId="ADAL" clId="{3412B5E1-633C-4355-88E6-50A3D16A1C62}" dt="2026-09-18T11:56:55.553" v="481" actId="478"/>
          <ac:spMkLst>
            <pc:docMk/>
            <pc:sldMk cId="975946627" sldId="2147483628"/>
            <ac:spMk id="35" creationId="{36F8FF00-8A55-AA68-3E14-4FF9A2060D8A}"/>
          </ac:spMkLst>
        </pc:spChg>
        <pc:spChg chg="add del mod ord topLvl">
          <ac:chgData name="Godio, Matteo" userId="5840d722-808b-4259-86ec-736fdb64fe16" providerId="ADAL" clId="{3412B5E1-633C-4355-88E6-50A3D16A1C62}" dt="2026-09-18T13:41:50.843" v="3088" actId="478"/>
          <ac:spMkLst>
            <pc:docMk/>
            <pc:sldMk cId="975946627" sldId="2147483628"/>
            <ac:spMk id="36" creationId="{DD3301E2-9F96-6F25-E48E-B58FBA33E68D}"/>
          </ac:spMkLst>
        </pc:spChg>
        <pc:spChg chg="mod">
          <ac:chgData name="Godio, Matteo" userId="5840d722-808b-4259-86ec-736fdb64fe16" providerId="ADAL" clId="{3412B5E1-633C-4355-88E6-50A3D16A1C62}" dt="2026-09-18T13:09:16.536" v="2002" actId="165"/>
          <ac:spMkLst>
            <pc:docMk/>
            <pc:sldMk cId="975946627" sldId="2147483628"/>
            <ac:spMk id="37" creationId="{9F2AB3C4-EEAB-B3B8-2693-95ED6DC3D0A5}"/>
          </ac:spMkLst>
        </pc:spChg>
        <pc:spChg chg="add mod ord topLvl">
          <ac:chgData name="Godio, Matteo" userId="5840d722-808b-4259-86ec-736fdb64fe16" providerId="ADAL" clId="{3412B5E1-633C-4355-88E6-50A3D16A1C62}" dt="2026-09-18T13:46:22.017" v="3244" actId="207"/>
          <ac:spMkLst>
            <pc:docMk/>
            <pc:sldMk cId="975946627" sldId="2147483628"/>
            <ac:spMk id="38" creationId="{C421D4A0-478C-74D6-572E-32620850BF1E}"/>
          </ac:spMkLst>
        </pc:spChg>
        <pc:spChg chg="add del mod ord topLvl">
          <ac:chgData name="Godio, Matteo" userId="5840d722-808b-4259-86ec-736fdb64fe16" providerId="ADAL" clId="{3412B5E1-633C-4355-88E6-50A3D16A1C62}" dt="2026-09-18T13:09:21.868" v="2004" actId="478"/>
          <ac:spMkLst>
            <pc:docMk/>
            <pc:sldMk cId="975946627" sldId="2147483628"/>
            <ac:spMk id="39" creationId="{2703E23D-4914-2167-06F2-AD4C2B494F06}"/>
          </ac:spMkLst>
        </pc:spChg>
        <pc:spChg chg="add mod ord topLvl">
          <ac:chgData name="Godio, Matteo" userId="5840d722-808b-4259-86ec-736fdb64fe16" providerId="ADAL" clId="{3412B5E1-633C-4355-88E6-50A3D16A1C62}" dt="2026-09-18T13:53:11.871" v="3303" actId="113"/>
          <ac:spMkLst>
            <pc:docMk/>
            <pc:sldMk cId="975946627" sldId="2147483628"/>
            <ac:spMk id="40" creationId="{22B896A4-BF59-94DA-4F2D-9EC8302BEB73}"/>
          </ac:spMkLst>
        </pc:spChg>
        <pc:spChg chg="add mod ord topLvl">
          <ac:chgData name="Godio, Matteo" userId="5840d722-808b-4259-86ec-736fdb64fe16" providerId="ADAL" clId="{3412B5E1-633C-4355-88E6-50A3D16A1C62}" dt="2026-09-18T13:48:31.582" v="3279" actId="113"/>
          <ac:spMkLst>
            <pc:docMk/>
            <pc:sldMk cId="975946627" sldId="2147483628"/>
            <ac:spMk id="41" creationId="{2DB66B80-D7E5-6435-5099-6D9349F766C9}"/>
          </ac:spMkLst>
        </pc:spChg>
        <pc:spChg chg="add mod ord topLvl">
          <ac:chgData name="Godio, Matteo" userId="5840d722-808b-4259-86ec-736fdb64fe16" providerId="ADAL" clId="{3412B5E1-633C-4355-88E6-50A3D16A1C62}" dt="2026-09-18T13:43:41.194" v="3193" actId="165"/>
          <ac:spMkLst>
            <pc:docMk/>
            <pc:sldMk cId="975946627" sldId="2147483628"/>
            <ac:spMk id="42" creationId="{52EF3C26-E811-9DE3-428A-B6D6E93BF1DB}"/>
          </ac:spMkLst>
        </pc:spChg>
        <pc:spChg chg="add mod ord topLvl">
          <ac:chgData name="Godio, Matteo" userId="5840d722-808b-4259-86ec-736fdb64fe16" providerId="ADAL" clId="{3412B5E1-633C-4355-88E6-50A3D16A1C62}" dt="2026-09-18T13:43:41.194" v="3193" actId="165"/>
          <ac:spMkLst>
            <pc:docMk/>
            <pc:sldMk cId="975946627" sldId="2147483628"/>
            <ac:spMk id="43" creationId="{D0C2F02B-4677-4115-2850-BC6448D43BDB}"/>
          </ac:spMkLst>
        </pc:spChg>
        <pc:spChg chg="add del mod ord topLvl">
          <ac:chgData name="Godio, Matteo" userId="5840d722-808b-4259-86ec-736fdb64fe16" providerId="ADAL" clId="{3412B5E1-633C-4355-88E6-50A3D16A1C62}" dt="2026-09-18T13:41:50.843" v="3088" actId="478"/>
          <ac:spMkLst>
            <pc:docMk/>
            <pc:sldMk cId="975946627" sldId="2147483628"/>
            <ac:spMk id="44" creationId="{E0E6655A-2535-9A0E-87F8-01A7A2EF5ECE}"/>
          </ac:spMkLst>
        </pc:spChg>
        <pc:spChg chg="add del mod ord topLvl">
          <ac:chgData name="Godio, Matteo" userId="5840d722-808b-4259-86ec-736fdb64fe16" providerId="ADAL" clId="{3412B5E1-633C-4355-88E6-50A3D16A1C62}" dt="2026-09-18T13:09:21.868" v="2004" actId="478"/>
          <ac:spMkLst>
            <pc:docMk/>
            <pc:sldMk cId="975946627" sldId="2147483628"/>
            <ac:spMk id="45" creationId="{682F45D4-996F-53D0-3AAD-CF0FC7929604}"/>
          </ac:spMkLst>
        </pc:spChg>
        <pc:spChg chg="add del mod ord topLvl">
          <ac:chgData name="Godio, Matteo" userId="5840d722-808b-4259-86ec-736fdb64fe16" providerId="ADAL" clId="{3412B5E1-633C-4355-88E6-50A3D16A1C62}" dt="2026-09-18T13:41:50.843" v="3088" actId="478"/>
          <ac:spMkLst>
            <pc:docMk/>
            <pc:sldMk cId="975946627" sldId="2147483628"/>
            <ac:spMk id="46" creationId="{AB3D8F2A-0C97-60B8-622B-C709B871AAD7}"/>
          </ac:spMkLst>
        </pc:spChg>
        <pc:spChg chg="add del mod ord topLvl">
          <ac:chgData name="Godio, Matteo" userId="5840d722-808b-4259-86ec-736fdb64fe16" providerId="ADAL" clId="{3412B5E1-633C-4355-88E6-50A3D16A1C62}" dt="2026-09-18T13:41:55.833" v="3090" actId="478"/>
          <ac:spMkLst>
            <pc:docMk/>
            <pc:sldMk cId="975946627" sldId="2147483628"/>
            <ac:spMk id="47" creationId="{3EADBEAA-7C12-ACE9-9102-8BC8036A2F23}"/>
          </ac:spMkLst>
        </pc:spChg>
        <pc:spChg chg="add del mod ord topLvl">
          <ac:chgData name="Godio, Matteo" userId="5840d722-808b-4259-86ec-736fdb64fe16" providerId="ADAL" clId="{3412B5E1-633C-4355-88E6-50A3D16A1C62}" dt="2026-09-18T13:41:50.843" v="3088" actId="478"/>
          <ac:spMkLst>
            <pc:docMk/>
            <pc:sldMk cId="975946627" sldId="2147483628"/>
            <ac:spMk id="48" creationId="{F000A050-42F2-4F5A-D473-F5FFB9EDD857}"/>
          </ac:spMkLst>
        </pc:spChg>
        <pc:spChg chg="add del mod ord topLvl">
          <ac:chgData name="Godio, Matteo" userId="5840d722-808b-4259-86ec-736fdb64fe16" providerId="ADAL" clId="{3412B5E1-633C-4355-88E6-50A3D16A1C62}" dt="2026-09-18T13:41:50.843" v="3088" actId="478"/>
          <ac:spMkLst>
            <pc:docMk/>
            <pc:sldMk cId="975946627" sldId="2147483628"/>
            <ac:spMk id="49" creationId="{9420BFAF-ECB1-65E3-66CA-56D913149831}"/>
          </ac:spMkLst>
        </pc:spChg>
        <pc:spChg chg="add mod ord topLvl">
          <ac:chgData name="Godio, Matteo" userId="5840d722-808b-4259-86ec-736fdb64fe16" providerId="ADAL" clId="{3412B5E1-633C-4355-88E6-50A3D16A1C62}" dt="2026-09-18T13:46:47.223" v="3253" actId="207"/>
          <ac:spMkLst>
            <pc:docMk/>
            <pc:sldMk cId="975946627" sldId="2147483628"/>
            <ac:spMk id="50" creationId="{A5D056C8-AF9F-9D07-FEB6-E66A66AD6A72}"/>
          </ac:spMkLst>
        </pc:spChg>
        <pc:spChg chg="add del mod ord topLvl">
          <ac:chgData name="Godio, Matteo" userId="5840d722-808b-4259-86ec-736fdb64fe16" providerId="ADAL" clId="{3412B5E1-633C-4355-88E6-50A3D16A1C62}" dt="2026-09-18T13:09:21.868" v="2004" actId="478"/>
          <ac:spMkLst>
            <pc:docMk/>
            <pc:sldMk cId="975946627" sldId="2147483628"/>
            <ac:spMk id="51" creationId="{1109BDED-961A-213D-2429-6F41B90324F2}"/>
          </ac:spMkLst>
        </pc:spChg>
        <pc:spChg chg="add mod ord topLvl">
          <ac:chgData name="Godio, Matteo" userId="5840d722-808b-4259-86ec-736fdb64fe16" providerId="ADAL" clId="{3412B5E1-633C-4355-88E6-50A3D16A1C62}" dt="2026-09-18T13:42:14.230" v="3094" actId="164"/>
          <ac:spMkLst>
            <pc:docMk/>
            <pc:sldMk cId="975946627" sldId="2147483628"/>
            <ac:spMk id="52" creationId="{E086B802-5631-7553-67FC-D835A0D8022D}"/>
          </ac:spMkLst>
        </pc:spChg>
        <pc:spChg chg="add mod ord topLvl">
          <ac:chgData name="Godio, Matteo" userId="5840d722-808b-4259-86ec-736fdb64fe16" providerId="ADAL" clId="{3412B5E1-633C-4355-88E6-50A3D16A1C62}" dt="2026-09-18T13:42:14.230" v="3094" actId="164"/>
          <ac:spMkLst>
            <pc:docMk/>
            <pc:sldMk cId="975946627" sldId="2147483628"/>
            <ac:spMk id="53" creationId="{6E082EF7-FA7E-A197-898D-E30217D530F5}"/>
          </ac:spMkLst>
        </pc:spChg>
        <pc:spChg chg="add mod ord topLvl">
          <ac:chgData name="Godio, Matteo" userId="5840d722-808b-4259-86ec-736fdb64fe16" providerId="ADAL" clId="{3412B5E1-633C-4355-88E6-50A3D16A1C62}" dt="2026-09-18T13:49:09.340" v="3281" actId="113"/>
          <ac:spMkLst>
            <pc:docMk/>
            <pc:sldMk cId="975946627" sldId="2147483628"/>
            <ac:spMk id="54" creationId="{00A1F063-4C2E-652C-6EEC-B7C2071ABF5F}"/>
          </ac:spMkLst>
        </pc:spChg>
        <pc:spChg chg="add mod ord topLvl">
          <ac:chgData name="Godio, Matteo" userId="5840d722-808b-4259-86ec-736fdb64fe16" providerId="ADAL" clId="{3412B5E1-633C-4355-88E6-50A3D16A1C62}" dt="2026-09-18T13:42:14.230" v="3094" actId="164"/>
          <ac:spMkLst>
            <pc:docMk/>
            <pc:sldMk cId="975946627" sldId="2147483628"/>
            <ac:spMk id="55" creationId="{6D893818-0B45-1667-7764-981DC01BD348}"/>
          </ac:spMkLst>
        </pc:spChg>
        <pc:spChg chg="mod">
          <ac:chgData name="Godio, Matteo" userId="5840d722-808b-4259-86ec-736fdb64fe16" providerId="ADAL" clId="{3412B5E1-633C-4355-88E6-50A3D16A1C62}" dt="2026-09-18T13:09:16.536" v="2002" actId="165"/>
          <ac:spMkLst>
            <pc:docMk/>
            <pc:sldMk cId="975946627" sldId="2147483628"/>
            <ac:spMk id="56" creationId="{7ABFC65A-2EC9-97DF-7339-D6D32D684934}"/>
          </ac:spMkLst>
        </pc:spChg>
        <pc:spChg chg="add mod ord topLvl">
          <ac:chgData name="Godio, Matteo" userId="5840d722-808b-4259-86ec-736fdb64fe16" providerId="ADAL" clId="{3412B5E1-633C-4355-88E6-50A3D16A1C62}" dt="2026-09-18T13:42:14.230" v="3094" actId="164"/>
          <ac:spMkLst>
            <pc:docMk/>
            <pc:sldMk cId="975946627" sldId="2147483628"/>
            <ac:spMk id="57" creationId="{B5B3C900-B3AC-7CF8-0A46-E2E6D4E3EF4C}"/>
          </ac:spMkLst>
        </pc:spChg>
        <pc:spChg chg="add mod ord topLvl">
          <ac:chgData name="Godio, Matteo" userId="5840d722-808b-4259-86ec-736fdb64fe16" providerId="ADAL" clId="{3412B5E1-633C-4355-88E6-50A3D16A1C62}" dt="2026-09-18T13:46:58.153" v="3254" actId="14100"/>
          <ac:spMkLst>
            <pc:docMk/>
            <pc:sldMk cId="975946627" sldId="2147483628"/>
            <ac:spMk id="59" creationId="{4C3598CA-3BCD-00D4-7993-1F9191D2796D}"/>
          </ac:spMkLst>
        </pc:spChg>
        <pc:spChg chg="add mod">
          <ac:chgData name="Godio, Matteo" userId="5840d722-808b-4259-86ec-736fdb64fe16" providerId="ADAL" clId="{3412B5E1-633C-4355-88E6-50A3D16A1C62}" dt="2026-09-18T12:34:37.274" v="1690" actId="164"/>
          <ac:spMkLst>
            <pc:docMk/>
            <pc:sldMk cId="975946627" sldId="2147483628"/>
            <ac:spMk id="61" creationId="{28CF9B04-9C72-D8AC-B489-F7D50443F8FB}"/>
          </ac:spMkLst>
        </pc:spChg>
        <pc:spChg chg="mod ord topLvl">
          <ac:chgData name="Godio, Matteo" userId="5840d722-808b-4259-86ec-736fdb64fe16" providerId="ADAL" clId="{3412B5E1-633C-4355-88E6-50A3D16A1C62}" dt="2026-09-18T13:45:30.502" v="3212" actId="207"/>
          <ac:spMkLst>
            <pc:docMk/>
            <pc:sldMk cId="975946627" sldId="2147483628"/>
            <ac:spMk id="62" creationId="{854557D4-B9AD-F9ED-572B-24A274A25C03}"/>
          </ac:spMkLst>
        </pc:spChg>
        <pc:spChg chg="mod ord topLvl">
          <ac:chgData name="Godio, Matteo" userId="5840d722-808b-4259-86ec-736fdb64fe16" providerId="ADAL" clId="{3412B5E1-633C-4355-88E6-50A3D16A1C62}" dt="2026-09-18T13:45:26.342" v="3211" actId="207"/>
          <ac:spMkLst>
            <pc:docMk/>
            <pc:sldMk cId="975946627" sldId="2147483628"/>
            <ac:spMk id="63" creationId="{87A7BA5E-9530-9C09-9230-972856C0D7E8}"/>
          </ac:spMkLst>
        </pc:spChg>
        <pc:spChg chg="mod ord topLvl">
          <ac:chgData name="Godio, Matteo" userId="5840d722-808b-4259-86ec-736fdb64fe16" providerId="ADAL" clId="{3412B5E1-633C-4355-88E6-50A3D16A1C62}" dt="2026-09-18T13:45:38.291" v="3213" actId="207"/>
          <ac:spMkLst>
            <pc:docMk/>
            <pc:sldMk cId="975946627" sldId="2147483628"/>
            <ac:spMk id="65" creationId="{1F4F5F3A-AC23-13F1-C210-CEF1FEE9A05F}"/>
          </ac:spMkLst>
        </pc:spChg>
        <pc:spChg chg="mod ord topLvl">
          <ac:chgData name="Godio, Matteo" userId="5840d722-808b-4259-86ec-736fdb64fe16" providerId="ADAL" clId="{3412B5E1-633C-4355-88E6-50A3D16A1C62}" dt="2026-09-18T13:45:41.712" v="3214" actId="207"/>
          <ac:spMkLst>
            <pc:docMk/>
            <pc:sldMk cId="975946627" sldId="2147483628"/>
            <ac:spMk id="66" creationId="{0AE3F1F6-E4B1-2916-5363-6BFF290356F2}"/>
          </ac:spMkLst>
        </pc:spChg>
        <pc:spChg chg="add del mod">
          <ac:chgData name="Godio, Matteo" userId="5840d722-808b-4259-86ec-736fdb64fe16" providerId="ADAL" clId="{3412B5E1-633C-4355-88E6-50A3D16A1C62}" dt="2026-09-18T13:12:57.079" v="2115" actId="478"/>
          <ac:spMkLst>
            <pc:docMk/>
            <pc:sldMk cId="975946627" sldId="2147483628"/>
            <ac:spMk id="67" creationId="{B783B428-69D5-2A44-209C-29E9A55E4415}"/>
          </ac:spMkLst>
        </pc:spChg>
        <pc:spChg chg="mod ord topLvl">
          <ac:chgData name="Godio, Matteo" userId="5840d722-808b-4259-86ec-736fdb64fe16" providerId="ADAL" clId="{3412B5E1-633C-4355-88E6-50A3D16A1C62}" dt="2026-09-18T13:45:46.719" v="3215" actId="207"/>
          <ac:spMkLst>
            <pc:docMk/>
            <pc:sldMk cId="975946627" sldId="2147483628"/>
            <ac:spMk id="68" creationId="{F6E27240-7526-AB0F-B870-17A50E52695A}"/>
          </ac:spMkLst>
        </pc:spChg>
        <pc:spChg chg="mod ord topLvl">
          <ac:chgData name="Godio, Matteo" userId="5840d722-808b-4259-86ec-736fdb64fe16" providerId="ADAL" clId="{3412B5E1-633C-4355-88E6-50A3D16A1C62}" dt="2026-09-18T13:45:50.982" v="3216" actId="207"/>
          <ac:spMkLst>
            <pc:docMk/>
            <pc:sldMk cId="975946627" sldId="2147483628"/>
            <ac:spMk id="69" creationId="{7267B4F3-3566-76BD-F998-711E7970DCC5}"/>
          </ac:spMkLst>
        </pc:spChg>
        <pc:spChg chg="mod ord topLvl">
          <ac:chgData name="Godio, Matteo" userId="5840d722-808b-4259-86ec-736fdb64fe16" providerId="ADAL" clId="{3412B5E1-633C-4355-88E6-50A3D16A1C62}" dt="2026-09-18T13:43:51.210" v="3198" actId="113"/>
          <ac:spMkLst>
            <pc:docMk/>
            <pc:sldMk cId="975946627" sldId="2147483628"/>
            <ac:spMk id="71" creationId="{AD45D6B1-9718-E348-4F9D-1298E1E2EFF1}"/>
          </ac:spMkLst>
        </pc:spChg>
        <pc:spChg chg="mod ord topLvl">
          <ac:chgData name="Godio, Matteo" userId="5840d722-808b-4259-86ec-736fdb64fe16" providerId="ADAL" clId="{3412B5E1-633C-4355-88E6-50A3D16A1C62}" dt="2026-09-18T13:42:39.663" v="3164"/>
          <ac:spMkLst>
            <pc:docMk/>
            <pc:sldMk cId="975946627" sldId="2147483628"/>
            <ac:spMk id="72" creationId="{BACD76B6-C08C-19B2-5423-E451D650E02B}"/>
          </ac:spMkLst>
        </pc:spChg>
        <pc:spChg chg="mod topLvl">
          <ac:chgData name="Godio, Matteo" userId="5840d722-808b-4259-86ec-736fdb64fe16" providerId="ADAL" clId="{3412B5E1-633C-4355-88E6-50A3D16A1C62}" dt="2026-09-18T12:34:37.274" v="1690" actId="164"/>
          <ac:spMkLst>
            <pc:docMk/>
            <pc:sldMk cId="975946627" sldId="2147483628"/>
            <ac:spMk id="73" creationId="{AF5B22E2-7A4D-C188-FB5E-BA1B7104DD31}"/>
          </ac:spMkLst>
        </pc:spChg>
        <pc:spChg chg="mod topLvl">
          <ac:chgData name="Godio, Matteo" userId="5840d722-808b-4259-86ec-736fdb64fe16" providerId="ADAL" clId="{3412B5E1-633C-4355-88E6-50A3D16A1C62}" dt="2026-09-18T12:34:37.274" v="1690" actId="164"/>
          <ac:spMkLst>
            <pc:docMk/>
            <pc:sldMk cId="975946627" sldId="2147483628"/>
            <ac:spMk id="74" creationId="{E6686F21-A20B-B07D-3BA3-D32A02BC5605}"/>
          </ac:spMkLst>
        </pc:spChg>
        <pc:spChg chg="mod topLvl">
          <ac:chgData name="Godio, Matteo" userId="5840d722-808b-4259-86ec-736fdb64fe16" providerId="ADAL" clId="{3412B5E1-633C-4355-88E6-50A3D16A1C62}" dt="2026-09-18T12:34:37.274" v="1690" actId="164"/>
          <ac:spMkLst>
            <pc:docMk/>
            <pc:sldMk cId="975946627" sldId="2147483628"/>
            <ac:spMk id="75" creationId="{ACC23D25-45C2-603A-FFD0-C8E4EAC8E627}"/>
          </ac:spMkLst>
        </pc:spChg>
        <pc:spChg chg="mod topLvl">
          <ac:chgData name="Godio, Matteo" userId="5840d722-808b-4259-86ec-736fdb64fe16" providerId="ADAL" clId="{3412B5E1-633C-4355-88E6-50A3D16A1C62}" dt="2026-09-18T12:34:37.274" v="1690" actId="164"/>
          <ac:spMkLst>
            <pc:docMk/>
            <pc:sldMk cId="975946627" sldId="2147483628"/>
            <ac:spMk id="76" creationId="{980C7398-8532-B561-04A4-29AA2FD253AE}"/>
          </ac:spMkLst>
        </pc:spChg>
        <pc:spChg chg="mod topLvl">
          <ac:chgData name="Godio, Matteo" userId="5840d722-808b-4259-86ec-736fdb64fe16" providerId="ADAL" clId="{3412B5E1-633C-4355-88E6-50A3D16A1C62}" dt="2026-09-18T12:34:37.274" v="1690" actId="164"/>
          <ac:spMkLst>
            <pc:docMk/>
            <pc:sldMk cId="975946627" sldId="2147483628"/>
            <ac:spMk id="77" creationId="{DFFEFAC6-D124-7E59-0776-42CA8F14805C}"/>
          </ac:spMkLst>
        </pc:spChg>
        <pc:spChg chg="mod topLvl">
          <ac:chgData name="Godio, Matteo" userId="5840d722-808b-4259-86ec-736fdb64fe16" providerId="ADAL" clId="{3412B5E1-633C-4355-88E6-50A3D16A1C62}" dt="2026-09-18T12:34:37.274" v="1690" actId="164"/>
          <ac:spMkLst>
            <pc:docMk/>
            <pc:sldMk cId="975946627" sldId="2147483628"/>
            <ac:spMk id="78" creationId="{792E373F-7DE6-4D9E-9621-BE7685578DB9}"/>
          </ac:spMkLst>
        </pc:spChg>
        <pc:spChg chg="add del mod">
          <ac:chgData name="Godio, Matteo" userId="5840d722-808b-4259-86ec-736fdb64fe16" providerId="ADAL" clId="{3412B5E1-633C-4355-88E6-50A3D16A1C62}" dt="2026-09-18T13:16:30.306" v="2150" actId="478"/>
          <ac:spMkLst>
            <pc:docMk/>
            <pc:sldMk cId="975946627" sldId="2147483628"/>
            <ac:spMk id="79" creationId="{CBCAE52D-2F18-6651-C659-D18ACF938C02}"/>
          </ac:spMkLst>
        </pc:spChg>
        <pc:spChg chg="mod ord">
          <ac:chgData name="Godio, Matteo" userId="5840d722-808b-4259-86ec-736fdb64fe16" providerId="ADAL" clId="{3412B5E1-633C-4355-88E6-50A3D16A1C62}" dt="2026-09-18T12:29:50.101" v="1519"/>
          <ac:spMkLst>
            <pc:docMk/>
            <pc:sldMk cId="975946627" sldId="2147483628"/>
            <ac:spMk id="80" creationId="{B643E3FC-0DAF-C610-4CE6-E5370CAE2BAB}"/>
          </ac:spMkLst>
        </pc:spChg>
        <pc:spChg chg="add del mod">
          <ac:chgData name="Godio, Matteo" userId="5840d722-808b-4259-86ec-736fdb64fe16" providerId="ADAL" clId="{3412B5E1-633C-4355-88E6-50A3D16A1C62}" dt="2026-09-18T13:20:28.818" v="2279" actId="478"/>
          <ac:spMkLst>
            <pc:docMk/>
            <pc:sldMk cId="975946627" sldId="2147483628"/>
            <ac:spMk id="80" creationId="{D64D7E75-303C-5F88-453F-E2EB8EEB5B8F}"/>
          </ac:spMkLst>
        </pc:spChg>
        <pc:spChg chg="mod ord">
          <ac:chgData name="Godio, Matteo" userId="5840d722-808b-4259-86ec-736fdb64fe16" providerId="ADAL" clId="{3412B5E1-633C-4355-88E6-50A3D16A1C62}" dt="2026-09-18T13:42:39.663" v="3132"/>
          <ac:spMkLst>
            <pc:docMk/>
            <pc:sldMk cId="975946627" sldId="2147483628"/>
            <ac:spMk id="82" creationId="{5C7773F7-F441-2DDA-423B-747A60ED6C7A}"/>
          </ac:spMkLst>
        </pc:spChg>
        <pc:spChg chg="add mod ord">
          <ac:chgData name="Godio, Matteo" userId="5840d722-808b-4259-86ec-736fdb64fe16" providerId="ADAL" clId="{3412B5E1-633C-4355-88E6-50A3D16A1C62}" dt="2026-09-18T13:42:39.663" v="3174"/>
          <ac:spMkLst>
            <pc:docMk/>
            <pc:sldMk cId="975946627" sldId="2147483628"/>
            <ac:spMk id="85" creationId="{F80EF865-3EFB-8A10-F1AF-0735CB9CDE25}"/>
          </ac:spMkLst>
        </pc:spChg>
        <pc:spChg chg="add del mod">
          <ac:chgData name="Godio, Matteo" userId="5840d722-808b-4259-86ec-736fdb64fe16" providerId="ADAL" clId="{3412B5E1-633C-4355-88E6-50A3D16A1C62}" dt="2026-09-18T13:37:59.073" v="2793" actId="478"/>
          <ac:spMkLst>
            <pc:docMk/>
            <pc:sldMk cId="975946627" sldId="2147483628"/>
            <ac:spMk id="86" creationId="{C9874432-094C-BA86-46B8-109BCE4E097B}"/>
          </ac:spMkLst>
        </pc:spChg>
        <pc:spChg chg="add del mod">
          <ac:chgData name="Godio, Matteo" userId="5840d722-808b-4259-86ec-736fdb64fe16" providerId="ADAL" clId="{3412B5E1-633C-4355-88E6-50A3D16A1C62}" dt="2026-09-18T13:44:38.773" v="3203" actId="478"/>
          <ac:spMkLst>
            <pc:docMk/>
            <pc:sldMk cId="975946627" sldId="2147483628"/>
            <ac:spMk id="92" creationId="{1EE071F3-21F7-2FB1-1B29-765C2BE41C0F}"/>
          </ac:spMkLst>
        </pc:spChg>
        <pc:grpChg chg="add del mod">
          <ac:chgData name="Godio, Matteo" userId="5840d722-808b-4259-86ec-736fdb64fe16" providerId="ADAL" clId="{3412B5E1-633C-4355-88E6-50A3D16A1C62}" dt="2026-09-18T12:31:50.875" v="1604" actId="165"/>
          <ac:grpSpMkLst>
            <pc:docMk/>
            <pc:sldMk cId="975946627" sldId="2147483628"/>
            <ac:grpSpMk id="9" creationId="{3F9CCC8F-441D-9A54-25C2-91AF472E81B8}"/>
          </ac:grpSpMkLst>
        </pc:grpChg>
        <pc:grpChg chg="add mod">
          <ac:chgData name="Godio, Matteo" userId="5840d722-808b-4259-86ec-736fdb64fe16" providerId="ADAL" clId="{3412B5E1-633C-4355-88E6-50A3D16A1C62}" dt="2026-09-18T12:34:32.529" v="1689" actId="1037"/>
          <ac:grpSpMkLst>
            <pc:docMk/>
            <pc:sldMk cId="975946627" sldId="2147483628"/>
            <ac:grpSpMk id="9" creationId="{EE14782A-4DE8-6EA8-796A-8B1BF48B24B2}"/>
          </ac:grpSpMkLst>
        </pc:grpChg>
        <pc:grpChg chg="add mod">
          <ac:chgData name="Godio, Matteo" userId="5840d722-808b-4259-86ec-736fdb64fe16" providerId="ADAL" clId="{3412B5E1-633C-4355-88E6-50A3D16A1C62}" dt="2026-09-18T12:34:29.910" v="1672" actId="164"/>
          <ac:grpSpMkLst>
            <pc:docMk/>
            <pc:sldMk cId="975946627" sldId="2147483628"/>
            <ac:grpSpMk id="24" creationId="{3CE44FAC-0737-55EA-951F-C270C7B9926E}"/>
          </ac:grpSpMkLst>
        </pc:grpChg>
        <pc:grpChg chg="add del mod">
          <ac:chgData name="Godio, Matteo" userId="5840d722-808b-4259-86ec-736fdb64fe16" providerId="ADAL" clId="{3412B5E1-633C-4355-88E6-50A3D16A1C62}" dt="2026-09-18T12:25:23.048" v="1269" actId="165"/>
          <ac:grpSpMkLst>
            <pc:docMk/>
            <pc:sldMk cId="975946627" sldId="2147483628"/>
            <ac:grpSpMk id="24" creationId="{53FDDAF2-9C26-AA67-1B9A-F0956E375FFC}"/>
          </ac:grpSpMkLst>
        </pc:grpChg>
        <pc:grpChg chg="add del mod">
          <ac:chgData name="Godio, Matteo" userId="5840d722-808b-4259-86ec-736fdb64fe16" providerId="ADAL" clId="{3412B5E1-633C-4355-88E6-50A3D16A1C62}" dt="2026-09-18T11:49:21.642" v="238" actId="165"/>
          <ac:grpSpMkLst>
            <pc:docMk/>
            <pc:sldMk cId="975946627" sldId="2147483628"/>
            <ac:grpSpMk id="26" creationId="{BB5321F6-5594-16DE-D169-10198F79B63F}"/>
          </ac:grpSpMkLst>
        </pc:grpChg>
        <pc:grpChg chg="add del mod">
          <ac:chgData name="Godio, Matteo" userId="5840d722-808b-4259-86ec-736fdb64fe16" providerId="ADAL" clId="{3412B5E1-633C-4355-88E6-50A3D16A1C62}" dt="2026-09-18T12:26:04.442" v="1296" actId="165"/>
          <ac:grpSpMkLst>
            <pc:docMk/>
            <pc:sldMk cId="975946627" sldId="2147483628"/>
            <ac:grpSpMk id="27" creationId="{0BA441B6-187F-74C4-379F-DCF8D3783DB0}"/>
          </ac:grpSpMkLst>
        </pc:grpChg>
        <pc:grpChg chg="mod">
          <ac:chgData name="Godio, Matteo" userId="5840d722-808b-4259-86ec-736fdb64fe16" providerId="ADAL" clId="{3412B5E1-633C-4355-88E6-50A3D16A1C62}" dt="2026-09-18T12:34:25.884" v="1671" actId="1037"/>
          <ac:grpSpMkLst>
            <pc:docMk/>
            <pc:sldMk cId="975946627" sldId="2147483628"/>
            <ac:grpSpMk id="27" creationId="{8C6E4C02-010F-D107-FC30-8AE22702CB59}"/>
          </ac:grpSpMkLst>
        </pc:grpChg>
        <pc:grpChg chg="add del mod ord">
          <ac:chgData name="Godio, Matteo" userId="5840d722-808b-4259-86ec-736fdb64fe16" providerId="ADAL" clId="{3412B5E1-633C-4355-88E6-50A3D16A1C62}" dt="2026-09-18T13:09:21.868" v="2004" actId="478"/>
          <ac:grpSpMkLst>
            <pc:docMk/>
            <pc:sldMk cId="975946627" sldId="2147483628"/>
            <ac:grpSpMk id="35" creationId="{CBDF62CE-1ABD-9012-16CB-8AB2E4FE65FA}"/>
          </ac:grpSpMkLst>
        </pc:grpChg>
        <pc:grpChg chg="add del mod ord">
          <ac:chgData name="Godio, Matteo" userId="5840d722-808b-4259-86ec-736fdb64fe16" providerId="ADAL" clId="{3412B5E1-633C-4355-88E6-50A3D16A1C62}" dt="2026-09-18T12:07:27.813" v="718" actId="165"/>
          <ac:grpSpMkLst>
            <pc:docMk/>
            <pc:sldMk cId="975946627" sldId="2147483628"/>
            <ac:grpSpMk id="56" creationId="{623A1FF0-234E-E3D8-92CF-3E6A8B503983}"/>
          </ac:grpSpMkLst>
        </pc:grpChg>
        <pc:grpChg chg="add del mod">
          <ac:chgData name="Godio, Matteo" userId="5840d722-808b-4259-86ec-736fdb64fe16" providerId="ADAL" clId="{3412B5E1-633C-4355-88E6-50A3D16A1C62}" dt="2026-09-18T12:35:08.240" v="1737" actId="478"/>
          <ac:grpSpMkLst>
            <pc:docMk/>
            <pc:sldMk cId="975946627" sldId="2147483628"/>
            <ac:grpSpMk id="58" creationId="{11EB636B-7862-7281-655E-1C82866FED6E}"/>
          </ac:grpSpMkLst>
        </pc:grpChg>
        <pc:grpChg chg="mod">
          <ac:chgData name="Godio, Matteo" userId="5840d722-808b-4259-86ec-736fdb64fe16" providerId="ADAL" clId="{3412B5E1-633C-4355-88E6-50A3D16A1C62}" dt="2026-09-18T12:12:24.421" v="809" actId="14100"/>
          <ac:grpSpMkLst>
            <pc:docMk/>
            <pc:sldMk cId="975946627" sldId="2147483628"/>
            <ac:grpSpMk id="58" creationId="{41B6659D-2209-13EF-683D-C5EDB89B10E7}"/>
          </ac:grpSpMkLst>
        </pc:grpChg>
        <pc:grpChg chg="add mod">
          <ac:chgData name="Godio, Matteo" userId="5840d722-808b-4259-86ec-736fdb64fe16" providerId="ADAL" clId="{3412B5E1-633C-4355-88E6-50A3D16A1C62}" dt="2026-09-18T12:31:14.344" v="1579" actId="14100"/>
          <ac:grpSpMkLst>
            <pc:docMk/>
            <pc:sldMk cId="975946627" sldId="2147483628"/>
            <ac:grpSpMk id="58" creationId="{A6FA3B41-D342-9DCB-EA85-8CFF2249A4F4}"/>
          </ac:grpSpMkLst>
        </pc:grpChg>
        <pc:grpChg chg="add del mod">
          <ac:chgData name="Godio, Matteo" userId="5840d722-808b-4259-86ec-736fdb64fe16" providerId="ADAL" clId="{3412B5E1-633C-4355-88E6-50A3D16A1C62}" dt="2026-09-18T12:27:58.920" v="1378" actId="165"/>
          <ac:grpSpMkLst>
            <pc:docMk/>
            <pc:sldMk cId="975946627" sldId="2147483628"/>
            <ac:grpSpMk id="58" creationId="{FC9E9298-DA32-EE73-0CEA-6D267E83710E}"/>
          </ac:grpSpMkLst>
        </pc:grpChg>
        <pc:grpChg chg="add del mod ord">
          <ac:chgData name="Godio, Matteo" userId="5840d722-808b-4259-86ec-736fdb64fe16" providerId="ADAL" clId="{3412B5E1-633C-4355-88E6-50A3D16A1C62}" dt="2026-09-18T12:37:37.091" v="1767" actId="165"/>
          <ac:grpSpMkLst>
            <pc:docMk/>
            <pc:sldMk cId="975946627" sldId="2147483628"/>
            <ac:grpSpMk id="60" creationId="{5ECC6AB0-98B5-7A71-511F-9FA344B08A18}"/>
          </ac:grpSpMkLst>
        </pc:grpChg>
        <pc:grpChg chg="mod">
          <ac:chgData name="Godio, Matteo" userId="5840d722-808b-4259-86ec-736fdb64fe16" providerId="ADAL" clId="{3412B5E1-633C-4355-88E6-50A3D16A1C62}" dt="2026-09-18T12:24:24.171" v="1238" actId="553"/>
          <ac:grpSpMkLst>
            <pc:docMk/>
            <pc:sldMk cId="975946627" sldId="2147483628"/>
            <ac:grpSpMk id="61" creationId="{0340C876-D2F8-30C0-5EDD-F5637207AE07}"/>
          </ac:grpSpMkLst>
        </pc:grpChg>
        <pc:grpChg chg="add mod">
          <ac:chgData name="Godio, Matteo" userId="5840d722-808b-4259-86ec-736fdb64fe16" providerId="ADAL" clId="{3412B5E1-633C-4355-88E6-50A3D16A1C62}" dt="2026-09-18T12:34:29.910" v="1672" actId="164"/>
          <ac:grpSpMkLst>
            <pc:docMk/>
            <pc:sldMk cId="975946627" sldId="2147483628"/>
            <ac:grpSpMk id="64" creationId="{4B010DA9-4C32-928B-8AA7-BAB1B08BCF41}"/>
          </ac:grpSpMkLst>
        </pc:grpChg>
        <pc:grpChg chg="add del mod">
          <ac:chgData name="Godio, Matteo" userId="5840d722-808b-4259-86ec-736fdb64fe16" providerId="ADAL" clId="{3412B5E1-633C-4355-88E6-50A3D16A1C62}" dt="2026-09-18T12:28:31.864" v="1383" actId="165"/>
          <ac:grpSpMkLst>
            <pc:docMk/>
            <pc:sldMk cId="975946627" sldId="2147483628"/>
            <ac:grpSpMk id="64" creationId="{C3AC3BB3-E2CC-EA16-8CA1-BB8CD5B853D1}"/>
          </ac:grpSpMkLst>
        </pc:grpChg>
        <pc:grpChg chg="add del mod">
          <ac:chgData name="Godio, Matteo" userId="5840d722-808b-4259-86ec-736fdb64fe16" providerId="ADAL" clId="{3412B5E1-633C-4355-88E6-50A3D16A1C62}" dt="2026-09-18T12:32:33.363" v="1651" actId="165"/>
          <ac:grpSpMkLst>
            <pc:docMk/>
            <pc:sldMk cId="975946627" sldId="2147483628"/>
            <ac:grpSpMk id="67" creationId="{A8527B3E-1EF4-D68D-48EE-A8998AD47F39}"/>
          </ac:grpSpMkLst>
        </pc:grpChg>
        <pc:grpChg chg="add del mod">
          <ac:chgData name="Godio, Matteo" userId="5840d722-808b-4259-86ec-736fdb64fe16" providerId="ADAL" clId="{3412B5E1-633C-4355-88E6-50A3D16A1C62}" dt="2026-09-18T12:29:00.774" v="1400" actId="165"/>
          <ac:grpSpMkLst>
            <pc:docMk/>
            <pc:sldMk cId="975946627" sldId="2147483628"/>
            <ac:grpSpMk id="67" creationId="{AA5D86F1-1A0B-A9BF-AE2F-929DD4785781}"/>
          </ac:grpSpMkLst>
        </pc:grpChg>
        <pc:grpChg chg="add del mod ord">
          <ac:chgData name="Godio, Matteo" userId="5840d722-808b-4259-86ec-736fdb64fe16" providerId="ADAL" clId="{3412B5E1-633C-4355-88E6-50A3D16A1C62}" dt="2026-09-18T13:28:52.314" v="2638" actId="165"/>
          <ac:grpSpMkLst>
            <pc:docMk/>
            <pc:sldMk cId="975946627" sldId="2147483628"/>
            <ac:grpSpMk id="70" creationId="{65AEE58E-FC4A-3639-7D57-138CF2FCF000}"/>
          </ac:grpSpMkLst>
        </pc:grpChg>
        <pc:grpChg chg="add del mod ord">
          <ac:chgData name="Godio, Matteo" userId="5840d722-808b-4259-86ec-736fdb64fe16" providerId="ADAL" clId="{3412B5E1-633C-4355-88E6-50A3D16A1C62}" dt="2026-09-18T13:41:53.725" v="3089" actId="165"/>
          <ac:grpSpMkLst>
            <pc:docMk/>
            <pc:sldMk cId="975946627" sldId="2147483628"/>
            <ac:grpSpMk id="81" creationId="{4DA780C4-9A8D-8CC4-B097-FE763633F0A3}"/>
          </ac:grpSpMkLst>
        </pc:grpChg>
        <pc:grpChg chg="add del mod">
          <ac:chgData name="Godio, Matteo" userId="5840d722-808b-4259-86ec-736fdb64fe16" providerId="ADAL" clId="{3412B5E1-633C-4355-88E6-50A3D16A1C62}" dt="2026-09-18T13:30:12.911" v="2665" actId="165"/>
          <ac:grpSpMkLst>
            <pc:docMk/>
            <pc:sldMk cId="975946627" sldId="2147483628"/>
            <ac:grpSpMk id="83" creationId="{B05A8724-B3D1-C6CC-F487-6812087667A0}"/>
          </ac:grpSpMkLst>
        </pc:grpChg>
        <pc:grpChg chg="mod">
          <ac:chgData name="Godio, Matteo" userId="5840d722-808b-4259-86ec-736fdb64fe16" providerId="ADAL" clId="{3412B5E1-633C-4355-88E6-50A3D16A1C62}" dt="2026-09-18T13:28:28.946" v="2621" actId="14100"/>
          <ac:grpSpMkLst>
            <pc:docMk/>
            <pc:sldMk cId="975946627" sldId="2147483628"/>
            <ac:grpSpMk id="84" creationId="{A24149EE-6EA2-FCBD-CE5B-A09F352EAC48}"/>
          </ac:grpSpMkLst>
        </pc:grpChg>
        <pc:grpChg chg="add del mod ord">
          <ac:chgData name="Godio, Matteo" userId="5840d722-808b-4259-86ec-736fdb64fe16" providerId="ADAL" clId="{3412B5E1-633C-4355-88E6-50A3D16A1C62}" dt="2026-09-18T13:43:41.194" v="3193" actId="165"/>
          <ac:grpSpMkLst>
            <pc:docMk/>
            <pc:sldMk cId="975946627" sldId="2147483628"/>
            <ac:grpSpMk id="87" creationId="{549866CD-2720-B66F-C62E-0CF15394642C}"/>
          </ac:grpSpMkLst>
        </pc:grpChg>
        <pc:grpChg chg="add mod ord">
          <ac:chgData name="Godio, Matteo" userId="5840d722-808b-4259-86ec-736fdb64fe16" providerId="ADAL" clId="{3412B5E1-633C-4355-88E6-50A3D16A1C62}" dt="2026-09-18T13:43:01.002" v="3190" actId="14100"/>
          <ac:grpSpMkLst>
            <pc:docMk/>
            <pc:sldMk cId="975946627" sldId="2147483628"/>
            <ac:grpSpMk id="88" creationId="{AA774D43-749D-1E80-45EB-F086D4DAE29D}"/>
          </ac:grpSpMkLst>
        </pc:grpChg>
        <pc:graphicFrameChg chg="add mod ord modVis">
          <ac:chgData name="Godio, Matteo" userId="5840d722-808b-4259-86ec-736fdb64fe16" providerId="ADAL" clId="{3412B5E1-633C-4355-88E6-50A3D16A1C62}" dt="2026-09-18T13:42:39.680" v="3186"/>
          <ac:graphicFrameMkLst>
            <pc:docMk/>
            <pc:sldMk cId="975946627" sldId="2147483628"/>
            <ac:graphicFrameMk id="8" creationId="{392A8E3D-62AB-F1CF-BC54-6E15CCCFA78A}"/>
          </ac:graphicFrameMkLst>
        </pc:graphicFrameChg>
        <pc:cxnChg chg="add mod ord">
          <ac:chgData name="Godio, Matteo" userId="5840d722-808b-4259-86ec-736fdb64fe16" providerId="ADAL" clId="{3412B5E1-633C-4355-88E6-50A3D16A1C62}" dt="2026-09-18T13:44:20.348" v="3199" actId="14100"/>
          <ac:cxnSpMkLst>
            <pc:docMk/>
            <pc:sldMk cId="975946627" sldId="2147483628"/>
            <ac:cxnSpMk id="5" creationId="{CF2A80D5-FE3C-89B7-E1E6-B576150C51B8}"/>
          </ac:cxnSpMkLst>
        </pc:cxnChg>
        <pc:cxnChg chg="add mod ord topLvl">
          <ac:chgData name="Godio, Matteo" userId="5840d722-808b-4259-86ec-736fdb64fe16" providerId="ADAL" clId="{3412B5E1-633C-4355-88E6-50A3D16A1C62}" dt="2026-09-18T13:42:39.663" v="3178"/>
          <ac:cxnSpMkLst>
            <pc:docMk/>
            <pc:sldMk cId="975946627" sldId="2147483628"/>
            <ac:cxnSpMk id="17" creationId="{EFC03F02-E6DC-DBEF-FAB6-BB3786696711}"/>
          </ac:cxnSpMkLst>
        </pc:cxnChg>
        <pc:cxnChg chg="add del mod ord">
          <ac:chgData name="Godio, Matteo" userId="5840d722-808b-4259-86ec-736fdb64fe16" providerId="ADAL" clId="{3412B5E1-633C-4355-88E6-50A3D16A1C62}" dt="2026-09-18T13:27:54.817" v="2567" actId="478"/>
          <ac:cxnSpMkLst>
            <pc:docMk/>
            <pc:sldMk cId="975946627" sldId="2147483628"/>
            <ac:cxnSpMk id="18" creationId="{7A1BC61F-0381-D0C8-62CD-0A368806C04B}"/>
          </ac:cxnSpMkLst>
        </pc:cxnChg>
        <pc:cxnChg chg="add mod ord">
          <ac:chgData name="Godio, Matteo" userId="5840d722-808b-4259-86ec-736fdb64fe16" providerId="ADAL" clId="{3412B5E1-633C-4355-88E6-50A3D16A1C62}" dt="2026-09-18T13:42:39.663" v="3180"/>
          <ac:cxnSpMkLst>
            <pc:docMk/>
            <pc:sldMk cId="975946627" sldId="2147483628"/>
            <ac:cxnSpMk id="19" creationId="{A74DF778-965A-5908-E1DF-1C9FC668C8C4}"/>
          </ac:cxnSpMkLst>
        </pc:cxnChg>
        <pc:cxnChg chg="add mod ord topLvl">
          <ac:chgData name="Godio, Matteo" userId="5840d722-808b-4259-86ec-736fdb64fe16" providerId="ADAL" clId="{3412B5E1-633C-4355-88E6-50A3D16A1C62}" dt="2026-09-18T13:42:39.663" v="3182"/>
          <ac:cxnSpMkLst>
            <pc:docMk/>
            <pc:sldMk cId="975946627" sldId="2147483628"/>
            <ac:cxnSpMk id="20" creationId="{ECE68BE6-6987-8095-085A-2A9C939C9B7A}"/>
          </ac:cxnSpMkLst>
        </pc:cxnChg>
        <pc:cxnChg chg="add mod ord topLvl">
          <ac:chgData name="Godio, Matteo" userId="5840d722-808b-4259-86ec-736fdb64fe16" providerId="ADAL" clId="{3412B5E1-633C-4355-88E6-50A3D16A1C62}" dt="2026-09-18T13:42:39.678" v="3184"/>
          <ac:cxnSpMkLst>
            <pc:docMk/>
            <pc:sldMk cId="975946627" sldId="2147483628"/>
            <ac:cxnSpMk id="25" creationId="{1851E6C4-60EC-9228-CBF1-695D38B166E9}"/>
          </ac:cxnSpMkLst>
        </pc:cxnChg>
        <pc:cxnChg chg="mod ord">
          <ac:chgData name="Godio, Matteo" userId="5840d722-808b-4259-86ec-736fdb64fe16" providerId="ADAL" clId="{3412B5E1-633C-4355-88E6-50A3D16A1C62}" dt="2026-09-18T13:42:14.230" v="3094" actId="164"/>
          <ac:cxnSpMkLst>
            <pc:docMk/>
            <pc:sldMk cId="975946627" sldId="2147483628"/>
            <ac:cxnSpMk id="95" creationId="{A61E3C34-9178-F821-8D75-FAFFD433DE6F}"/>
          </ac:cxnSpMkLst>
        </pc:cxnChg>
      </pc:sldChg>
      <pc:sldChg chg="delSp modSp add mod">
        <pc:chgData name="Godio, Matteo" userId="5840d722-808b-4259-86ec-736fdb64fe16" providerId="ADAL" clId="{3412B5E1-633C-4355-88E6-50A3D16A1C62}" dt="2026-09-18T12:41:09.604" v="1877" actId="20577"/>
        <pc:sldMkLst>
          <pc:docMk/>
          <pc:sldMk cId="3374258164" sldId="2147483629"/>
        </pc:sldMkLst>
        <pc:spChg chg="mod">
          <ac:chgData name="Godio, Matteo" userId="5840d722-808b-4259-86ec-736fdb64fe16" providerId="ADAL" clId="{3412B5E1-633C-4355-88E6-50A3D16A1C62}" dt="2026-09-18T12:41:09.604" v="1877" actId="20577"/>
          <ac:spMkLst>
            <pc:docMk/>
            <pc:sldMk cId="3374258164" sldId="2147483629"/>
            <ac:spMk id="2" creationId="{17282CC5-A67E-8E29-C224-BE15956791F3}"/>
          </ac:spMkLst>
        </pc:spChg>
        <pc:spChg chg="mod">
          <ac:chgData name="Godio, Matteo" userId="5840d722-808b-4259-86ec-736fdb64fe16" providerId="ADAL" clId="{3412B5E1-633C-4355-88E6-50A3D16A1C62}" dt="2026-09-18T12:38:58.396" v="1848" actId="20577"/>
          <ac:spMkLst>
            <pc:docMk/>
            <pc:sldMk cId="3374258164" sldId="2147483629"/>
            <ac:spMk id="8" creationId="{3659B4BB-EDD1-B3D3-9D5A-F9705BD48F4F}"/>
          </ac:spMkLst>
        </pc:spChg>
        <pc:spChg chg="del">
          <ac:chgData name="Godio, Matteo" userId="5840d722-808b-4259-86ec-736fdb64fe16" providerId="ADAL" clId="{3412B5E1-633C-4355-88E6-50A3D16A1C62}" dt="2026-09-18T12:39:23.454" v="1855" actId="478"/>
          <ac:spMkLst>
            <pc:docMk/>
            <pc:sldMk cId="3374258164" sldId="2147483629"/>
            <ac:spMk id="25" creationId="{30F324A8-F982-A9A9-D233-C478DF91B733}"/>
          </ac:spMkLst>
        </pc:spChg>
      </pc:sldChg>
      <pc:sldChg chg="delSp modSp add mod">
        <pc:chgData name="Godio, Matteo" userId="5840d722-808b-4259-86ec-736fdb64fe16" providerId="ADAL" clId="{3412B5E1-633C-4355-88E6-50A3D16A1C62}" dt="2026-09-18T12:41:13.611" v="1884" actId="139"/>
        <pc:sldMkLst>
          <pc:docMk/>
          <pc:sldMk cId="2795321180" sldId="2147483630"/>
        </pc:sldMkLst>
        <pc:spChg chg="mod">
          <ac:chgData name="Godio, Matteo" userId="5840d722-808b-4259-86ec-736fdb64fe16" providerId="ADAL" clId="{3412B5E1-633C-4355-88E6-50A3D16A1C62}" dt="2026-09-18T12:41:13.611" v="1884" actId="139"/>
          <ac:spMkLst>
            <pc:docMk/>
            <pc:sldMk cId="2795321180" sldId="2147483630"/>
            <ac:spMk id="2" creationId="{534FFA16-C708-12EC-1C19-B81EBFC45FFC}"/>
          </ac:spMkLst>
        </pc:spChg>
        <pc:spChg chg="mod">
          <ac:chgData name="Godio, Matteo" userId="5840d722-808b-4259-86ec-736fdb64fe16" providerId="ADAL" clId="{3412B5E1-633C-4355-88E6-50A3D16A1C62}" dt="2026-09-18T12:39:06.716" v="1853" actId="20577"/>
          <ac:spMkLst>
            <pc:docMk/>
            <pc:sldMk cId="2795321180" sldId="2147483630"/>
            <ac:spMk id="8" creationId="{01C7597D-6353-1825-9D1E-2894F3C4C76C}"/>
          </ac:spMkLst>
        </pc:spChg>
        <pc:spChg chg="del">
          <ac:chgData name="Godio, Matteo" userId="5840d722-808b-4259-86ec-736fdb64fe16" providerId="ADAL" clId="{3412B5E1-633C-4355-88E6-50A3D16A1C62}" dt="2026-09-18T12:39:20.957" v="1854" actId="478"/>
          <ac:spMkLst>
            <pc:docMk/>
            <pc:sldMk cId="2795321180" sldId="2147483630"/>
            <ac:spMk id="25" creationId="{1FE256E6-AC05-CBBE-3F3B-FBB0D44A7AD5}"/>
          </ac:spMkLst>
        </pc:spChg>
      </pc:sldChg>
      <pc:sldChg chg="add">
        <pc:chgData name="Godio, Matteo" userId="5840d722-808b-4259-86ec-736fdb64fe16" providerId="ADAL" clId="{3412B5E1-633C-4355-88E6-50A3D16A1C62}" dt="2026-09-18T12:21:55.732" v="1098"/>
        <pc:sldMkLst>
          <pc:docMk/>
          <pc:sldMk cId="1232510423" sldId="2147483632"/>
        </pc:sldMkLst>
      </pc:sldChg>
      <pc:sldChg chg="add">
        <pc:chgData name="Godio, Matteo" userId="5840d722-808b-4259-86ec-736fdb64fe16" providerId="ADAL" clId="{3412B5E1-633C-4355-88E6-50A3D16A1C62}" dt="2026-09-18T12:22:10.084" v="1100"/>
        <pc:sldMkLst>
          <pc:docMk/>
          <pc:sldMk cId="754075222" sldId="2147483633"/>
        </pc:sldMkLst>
      </pc:sldChg>
      <pc:sldChg chg="add">
        <pc:chgData name="Godio, Matteo" userId="5840d722-808b-4259-86ec-736fdb64fe16" providerId="ADAL" clId="{3412B5E1-633C-4355-88E6-50A3D16A1C62}" dt="2026-09-18T12:22:20.495" v="1102"/>
        <pc:sldMkLst>
          <pc:docMk/>
          <pc:sldMk cId="1008978466" sldId="2147483634"/>
        </pc:sldMkLst>
      </pc:sldChg>
      <pc:sldChg chg="add">
        <pc:chgData name="Godio, Matteo" userId="5840d722-808b-4259-86ec-736fdb64fe16" providerId="ADAL" clId="{3412B5E1-633C-4355-88E6-50A3D16A1C62}" dt="2026-09-18T12:22:44.236" v="1104"/>
        <pc:sldMkLst>
          <pc:docMk/>
          <pc:sldMk cId="3391790150" sldId="2147483635"/>
        </pc:sldMkLst>
      </pc:sldChg>
      <pc:sldChg chg="addSp delSp modSp add mod">
        <pc:chgData name="Godio, Matteo" userId="5840d722-808b-4259-86ec-736fdb64fe16" providerId="ADAL" clId="{3412B5E1-633C-4355-88E6-50A3D16A1C62}" dt="2026-09-18T13:52:31.515" v="3302" actId="207"/>
        <pc:sldMkLst>
          <pc:docMk/>
          <pc:sldMk cId="2178303656" sldId="2147483640"/>
        </pc:sldMkLst>
        <pc:spChg chg="mod">
          <ac:chgData name="Godio, Matteo" userId="5840d722-808b-4259-86ec-736fdb64fe16" providerId="ADAL" clId="{3412B5E1-633C-4355-88E6-50A3D16A1C62}" dt="2026-09-18T13:51:40.420" v="3299" actId="299"/>
          <ac:spMkLst>
            <pc:docMk/>
            <pc:sldMk cId="2178303656" sldId="2147483640"/>
            <ac:spMk id="2" creationId="{5A5EBC43-7A53-6DCE-8386-0E9B421F2EDB}"/>
          </ac:spMkLst>
        </pc:spChg>
        <pc:spChg chg="add mod">
          <ac:chgData name="Godio, Matteo" userId="5840d722-808b-4259-86ec-736fdb64fe16" providerId="ADAL" clId="{3412B5E1-633C-4355-88E6-50A3D16A1C62}" dt="2026-09-18T13:51:28.500" v="3293"/>
          <ac:spMkLst>
            <pc:docMk/>
            <pc:sldMk cId="2178303656" sldId="2147483640"/>
            <ac:spMk id="5" creationId="{A9239233-472C-9F14-DFC2-C23020D79785}"/>
          </ac:spMkLst>
        </pc:spChg>
        <pc:spChg chg="add mod">
          <ac:chgData name="Godio, Matteo" userId="5840d722-808b-4259-86ec-736fdb64fe16" providerId="ADAL" clId="{3412B5E1-633C-4355-88E6-50A3D16A1C62}" dt="2026-09-18T13:51:28.500" v="3293"/>
          <ac:spMkLst>
            <pc:docMk/>
            <pc:sldMk cId="2178303656" sldId="2147483640"/>
            <ac:spMk id="10" creationId="{FA24D0BB-1DF9-A7EF-C8B4-388311F5185F}"/>
          </ac:spMkLst>
        </pc:spChg>
        <pc:spChg chg="mod">
          <ac:chgData name="Godio, Matteo" userId="5840d722-808b-4259-86ec-736fdb64fe16" providerId="ADAL" clId="{3412B5E1-633C-4355-88E6-50A3D16A1C62}" dt="2026-09-18T13:52:31.515" v="3302" actId="207"/>
          <ac:spMkLst>
            <pc:docMk/>
            <pc:sldMk cId="2178303656" sldId="2147483640"/>
            <ac:spMk id="23" creationId="{4219D6B0-40A2-E010-D933-AFC381655EFA}"/>
          </ac:spMkLst>
        </pc:spChg>
        <pc:spChg chg="add mod">
          <ac:chgData name="Godio, Matteo" userId="5840d722-808b-4259-86ec-736fdb64fe16" providerId="ADAL" clId="{3412B5E1-633C-4355-88E6-50A3D16A1C62}" dt="2026-09-18T13:51:28.500" v="3293"/>
          <ac:spMkLst>
            <pc:docMk/>
            <pc:sldMk cId="2178303656" sldId="2147483640"/>
            <ac:spMk id="46" creationId="{93097423-73C4-3C82-C3B6-2FB63370714A}"/>
          </ac:spMkLst>
        </pc:spChg>
        <pc:spChg chg="add mod">
          <ac:chgData name="Godio, Matteo" userId="5840d722-808b-4259-86ec-736fdb64fe16" providerId="ADAL" clId="{3412B5E1-633C-4355-88E6-50A3D16A1C62}" dt="2026-09-18T13:51:28.500" v="3293"/>
          <ac:spMkLst>
            <pc:docMk/>
            <pc:sldMk cId="2178303656" sldId="2147483640"/>
            <ac:spMk id="59" creationId="{6D5CE849-02A2-29B3-D16C-06821DA04FA5}"/>
          </ac:spMkLst>
        </pc:spChg>
        <pc:spChg chg="add mod">
          <ac:chgData name="Godio, Matteo" userId="5840d722-808b-4259-86ec-736fdb64fe16" providerId="ADAL" clId="{3412B5E1-633C-4355-88E6-50A3D16A1C62}" dt="2026-09-18T13:51:28.500" v="3293"/>
          <ac:spMkLst>
            <pc:docMk/>
            <pc:sldMk cId="2178303656" sldId="2147483640"/>
            <ac:spMk id="67" creationId="{F96C3B01-D955-261E-9FC6-83C4D9AAC603}"/>
          </ac:spMkLst>
        </pc:spChg>
        <pc:spChg chg="add mod">
          <ac:chgData name="Godio, Matteo" userId="5840d722-808b-4259-86ec-736fdb64fe16" providerId="ADAL" clId="{3412B5E1-633C-4355-88E6-50A3D16A1C62}" dt="2026-09-18T13:51:28.500" v="3293"/>
          <ac:spMkLst>
            <pc:docMk/>
            <pc:sldMk cId="2178303656" sldId="2147483640"/>
            <ac:spMk id="78" creationId="{ED14C4F7-F5BF-8D28-85DE-D096C3C56AB3}"/>
          </ac:spMkLst>
        </pc:spChg>
        <pc:spChg chg="add mod">
          <ac:chgData name="Godio, Matteo" userId="5840d722-808b-4259-86ec-736fdb64fe16" providerId="ADAL" clId="{3412B5E1-633C-4355-88E6-50A3D16A1C62}" dt="2026-09-18T13:51:28.500" v="3293"/>
          <ac:spMkLst>
            <pc:docMk/>
            <pc:sldMk cId="2178303656" sldId="2147483640"/>
            <ac:spMk id="120" creationId="{61234DA5-B697-CE60-A783-5338B095E1B8}"/>
          </ac:spMkLst>
        </pc:spChg>
        <pc:spChg chg="add mod">
          <ac:chgData name="Godio, Matteo" userId="5840d722-808b-4259-86ec-736fdb64fe16" providerId="ADAL" clId="{3412B5E1-633C-4355-88E6-50A3D16A1C62}" dt="2026-09-18T13:51:28.500" v="3293"/>
          <ac:spMkLst>
            <pc:docMk/>
            <pc:sldMk cId="2178303656" sldId="2147483640"/>
            <ac:spMk id="131" creationId="{CDB96C52-4B2A-E75E-6317-E141BCB3224B}"/>
          </ac:spMkLst>
        </pc:spChg>
        <pc:spChg chg="mod">
          <ac:chgData name="Godio, Matteo" userId="5840d722-808b-4259-86ec-736fdb64fe16" providerId="ADAL" clId="{3412B5E1-633C-4355-88E6-50A3D16A1C62}" dt="2026-09-18T13:52:31.515" v="3302" actId="207"/>
          <ac:spMkLst>
            <pc:docMk/>
            <pc:sldMk cId="2178303656" sldId="2147483640"/>
            <ac:spMk id="136" creationId="{CADED4B9-43D0-4D8A-E348-1A14C1807069}"/>
          </ac:spMkLst>
        </pc:spChg>
        <pc:spChg chg="add mod">
          <ac:chgData name="Godio, Matteo" userId="5840d722-808b-4259-86ec-736fdb64fe16" providerId="ADAL" clId="{3412B5E1-633C-4355-88E6-50A3D16A1C62}" dt="2026-09-18T13:51:28.500" v="3293"/>
          <ac:spMkLst>
            <pc:docMk/>
            <pc:sldMk cId="2178303656" sldId="2147483640"/>
            <ac:spMk id="137" creationId="{1C0FCE47-719E-2A00-85C8-2A40ECD4DD93}"/>
          </ac:spMkLst>
        </pc:spChg>
        <pc:spChg chg="add mod">
          <ac:chgData name="Godio, Matteo" userId="5840d722-808b-4259-86ec-736fdb64fe16" providerId="ADAL" clId="{3412B5E1-633C-4355-88E6-50A3D16A1C62}" dt="2026-09-18T13:52:31.515" v="3302" actId="207"/>
          <ac:spMkLst>
            <pc:docMk/>
            <pc:sldMk cId="2178303656" sldId="2147483640"/>
            <ac:spMk id="138" creationId="{CBD49E50-D714-5598-ACAE-16C4BB52CA2E}"/>
          </ac:spMkLst>
        </pc:spChg>
        <pc:spChg chg="del">
          <ac:chgData name="Godio, Matteo" userId="5840d722-808b-4259-86ec-736fdb64fe16" providerId="ADAL" clId="{3412B5E1-633C-4355-88E6-50A3D16A1C62}" dt="2026-09-18T13:51:27.672" v="3292" actId="478"/>
          <ac:spMkLst>
            <pc:docMk/>
            <pc:sldMk cId="2178303656" sldId="2147483640"/>
            <ac:spMk id="158" creationId="{3E83913F-E12D-E907-14BB-082EF747BC22}"/>
          </ac:spMkLst>
        </pc:spChg>
        <pc:spChg chg="del">
          <ac:chgData name="Godio, Matteo" userId="5840d722-808b-4259-86ec-736fdb64fe16" providerId="ADAL" clId="{3412B5E1-633C-4355-88E6-50A3D16A1C62}" dt="2026-09-18T13:51:27.672" v="3292" actId="478"/>
          <ac:spMkLst>
            <pc:docMk/>
            <pc:sldMk cId="2178303656" sldId="2147483640"/>
            <ac:spMk id="164" creationId="{94A65A2D-3639-6EF4-81C4-203F5B0860C7}"/>
          </ac:spMkLst>
        </pc:spChg>
        <pc:spChg chg="del">
          <ac:chgData name="Godio, Matteo" userId="5840d722-808b-4259-86ec-736fdb64fe16" providerId="ADAL" clId="{3412B5E1-633C-4355-88E6-50A3D16A1C62}" dt="2026-09-18T13:51:27.672" v="3292" actId="478"/>
          <ac:spMkLst>
            <pc:docMk/>
            <pc:sldMk cId="2178303656" sldId="2147483640"/>
            <ac:spMk id="173" creationId="{89A464A3-66B2-A954-72FB-7B097C5A7C5F}"/>
          </ac:spMkLst>
        </pc:spChg>
        <pc:spChg chg="del">
          <ac:chgData name="Godio, Matteo" userId="5840d722-808b-4259-86ec-736fdb64fe16" providerId="ADAL" clId="{3412B5E1-633C-4355-88E6-50A3D16A1C62}" dt="2026-09-18T13:51:27.672" v="3292" actId="478"/>
          <ac:spMkLst>
            <pc:docMk/>
            <pc:sldMk cId="2178303656" sldId="2147483640"/>
            <ac:spMk id="175" creationId="{40A728DA-7BAC-C0F5-7A8B-0A31A5F48FE6}"/>
          </ac:spMkLst>
        </pc:spChg>
        <pc:spChg chg="del">
          <ac:chgData name="Godio, Matteo" userId="5840d722-808b-4259-86ec-736fdb64fe16" providerId="ADAL" clId="{3412B5E1-633C-4355-88E6-50A3D16A1C62}" dt="2026-09-18T13:51:27.672" v="3292" actId="478"/>
          <ac:spMkLst>
            <pc:docMk/>
            <pc:sldMk cId="2178303656" sldId="2147483640"/>
            <ac:spMk id="179" creationId="{6DD5E32B-0017-8583-7609-B732BDD04420}"/>
          </ac:spMkLst>
        </pc:spChg>
        <pc:spChg chg="del">
          <ac:chgData name="Godio, Matteo" userId="5840d722-808b-4259-86ec-736fdb64fe16" providerId="ADAL" clId="{3412B5E1-633C-4355-88E6-50A3D16A1C62}" dt="2026-09-18T13:51:27.672" v="3292" actId="478"/>
          <ac:spMkLst>
            <pc:docMk/>
            <pc:sldMk cId="2178303656" sldId="2147483640"/>
            <ac:spMk id="182" creationId="{3C3086D1-32F5-C821-38A6-8D890D9606ED}"/>
          </ac:spMkLst>
        </pc:spChg>
        <pc:spChg chg="del">
          <ac:chgData name="Godio, Matteo" userId="5840d722-808b-4259-86ec-736fdb64fe16" providerId="ADAL" clId="{3412B5E1-633C-4355-88E6-50A3D16A1C62}" dt="2026-09-18T13:51:27.672" v="3292" actId="478"/>
          <ac:spMkLst>
            <pc:docMk/>
            <pc:sldMk cId="2178303656" sldId="2147483640"/>
            <ac:spMk id="184" creationId="{1D9D4C0F-0AE5-2C7D-C9ED-5CE9F68E079A}"/>
          </ac:spMkLst>
        </pc:spChg>
        <pc:spChg chg="del">
          <ac:chgData name="Godio, Matteo" userId="5840d722-808b-4259-86ec-736fdb64fe16" providerId="ADAL" clId="{3412B5E1-633C-4355-88E6-50A3D16A1C62}" dt="2026-09-18T13:51:27.672" v="3292" actId="478"/>
          <ac:spMkLst>
            <pc:docMk/>
            <pc:sldMk cId="2178303656" sldId="2147483640"/>
            <ac:spMk id="193" creationId="{7B040EF0-9CD4-2C70-4FEF-95081BF40574}"/>
          </ac:spMkLst>
        </pc:spChg>
        <pc:spChg chg="del">
          <ac:chgData name="Godio, Matteo" userId="5840d722-808b-4259-86ec-736fdb64fe16" providerId="ADAL" clId="{3412B5E1-633C-4355-88E6-50A3D16A1C62}" dt="2026-09-18T13:51:27.672" v="3292" actId="478"/>
          <ac:spMkLst>
            <pc:docMk/>
            <pc:sldMk cId="2178303656" sldId="2147483640"/>
            <ac:spMk id="195" creationId="{CE3BBF15-24F4-43A2-5715-A0C73AA7E1F0}"/>
          </ac:spMkLst>
        </pc:spChg>
        <pc:spChg chg="del">
          <ac:chgData name="Godio, Matteo" userId="5840d722-808b-4259-86ec-736fdb64fe16" providerId="ADAL" clId="{3412B5E1-633C-4355-88E6-50A3D16A1C62}" dt="2026-09-18T13:51:27.672" v="3292" actId="478"/>
          <ac:spMkLst>
            <pc:docMk/>
            <pc:sldMk cId="2178303656" sldId="2147483640"/>
            <ac:spMk id="200" creationId="{203B1157-466B-56C8-5CDB-B5A4563B5B79}"/>
          </ac:spMkLst>
        </pc:spChg>
      </pc:sldChg>
      <pc:sldChg chg="new del">
        <pc:chgData name="Godio, Matteo" userId="5840d722-808b-4259-86ec-736fdb64fe16" providerId="ADAL" clId="{3412B5E1-633C-4355-88E6-50A3D16A1C62}" dt="2026-09-18T13:49:55.363" v="3284" actId="47"/>
        <pc:sldMkLst>
          <pc:docMk/>
          <pc:sldMk cId="2345696226" sldId="2147483640"/>
        </pc:sldMkLst>
      </pc:sldChg>
      <pc:sldChg chg="addSp delSp modSp add del">
        <pc:chgData name="Godio, Matteo" userId="5840d722-808b-4259-86ec-736fdb64fe16" providerId="ADAL" clId="{3412B5E1-633C-4355-88E6-50A3D16A1C62}" dt="2026-09-18T13:50:49.695" v="3288" actId="47"/>
        <pc:sldMkLst>
          <pc:docMk/>
          <pc:sldMk cId="1780793483" sldId="2147483641"/>
        </pc:sldMkLst>
        <pc:spChg chg="add mod">
          <ac:chgData name="Godio, Matteo" userId="5840d722-808b-4259-86ec-736fdb64fe16" providerId="ADAL" clId="{3412B5E1-633C-4355-88E6-50A3D16A1C62}" dt="2026-09-18T13:50:17.274" v="3286"/>
          <ac:spMkLst>
            <pc:docMk/>
            <pc:sldMk cId="1780793483" sldId="2147483641"/>
            <ac:spMk id="20" creationId="{285FD873-1194-BCC8-8939-BACA7EEDA65F}"/>
          </ac:spMkLst>
        </pc:spChg>
        <pc:spChg chg="add mod">
          <ac:chgData name="Godio, Matteo" userId="5840d722-808b-4259-86ec-736fdb64fe16" providerId="ADAL" clId="{3412B5E1-633C-4355-88E6-50A3D16A1C62}" dt="2026-09-18T13:50:17.274" v="3286"/>
          <ac:spMkLst>
            <pc:docMk/>
            <pc:sldMk cId="1780793483" sldId="2147483641"/>
            <ac:spMk id="53" creationId="{6BDE9616-0933-C058-A46C-C242A75F280A}"/>
          </ac:spMkLst>
        </pc:spChg>
        <pc:spChg chg="add mod">
          <ac:chgData name="Godio, Matteo" userId="5840d722-808b-4259-86ec-736fdb64fe16" providerId="ADAL" clId="{3412B5E1-633C-4355-88E6-50A3D16A1C62}" dt="2026-09-18T13:50:17.274" v="3286"/>
          <ac:spMkLst>
            <pc:docMk/>
            <pc:sldMk cId="1780793483" sldId="2147483641"/>
            <ac:spMk id="59" creationId="{649A2145-7AB5-C9E4-EF9C-53E4C6E19C55}"/>
          </ac:spMkLst>
        </pc:spChg>
        <pc:spChg chg="add mod">
          <ac:chgData name="Godio, Matteo" userId="5840d722-808b-4259-86ec-736fdb64fe16" providerId="ADAL" clId="{3412B5E1-633C-4355-88E6-50A3D16A1C62}" dt="2026-09-18T13:50:17.274" v="3286"/>
          <ac:spMkLst>
            <pc:docMk/>
            <pc:sldMk cId="1780793483" sldId="2147483641"/>
            <ac:spMk id="61" creationId="{A337637C-7250-6F99-7921-79A273E0BD92}"/>
          </ac:spMkLst>
        </pc:spChg>
        <pc:spChg chg="add mod">
          <ac:chgData name="Godio, Matteo" userId="5840d722-808b-4259-86ec-736fdb64fe16" providerId="ADAL" clId="{3412B5E1-633C-4355-88E6-50A3D16A1C62}" dt="2026-09-18T13:50:17.274" v="3286"/>
          <ac:spMkLst>
            <pc:docMk/>
            <pc:sldMk cId="1780793483" sldId="2147483641"/>
            <ac:spMk id="63" creationId="{A1304456-3009-CDD0-C4D7-5DE7034A8AB4}"/>
          </ac:spMkLst>
        </pc:spChg>
        <pc:spChg chg="add mod">
          <ac:chgData name="Godio, Matteo" userId="5840d722-808b-4259-86ec-736fdb64fe16" providerId="ADAL" clId="{3412B5E1-633C-4355-88E6-50A3D16A1C62}" dt="2026-09-18T13:50:17.274" v="3286"/>
          <ac:spMkLst>
            <pc:docMk/>
            <pc:sldMk cId="1780793483" sldId="2147483641"/>
            <ac:spMk id="65" creationId="{AC6A6925-6C69-EB1A-2972-67C3DFC99E80}"/>
          </ac:spMkLst>
        </pc:spChg>
        <pc:spChg chg="add mod">
          <ac:chgData name="Godio, Matteo" userId="5840d722-808b-4259-86ec-736fdb64fe16" providerId="ADAL" clId="{3412B5E1-633C-4355-88E6-50A3D16A1C62}" dt="2026-09-18T13:50:17.274" v="3286"/>
          <ac:spMkLst>
            <pc:docMk/>
            <pc:sldMk cId="1780793483" sldId="2147483641"/>
            <ac:spMk id="71" creationId="{7B415024-DD04-94F8-3412-04FE8E3ED438}"/>
          </ac:spMkLst>
        </pc:spChg>
        <pc:spChg chg="add mod">
          <ac:chgData name="Godio, Matteo" userId="5840d722-808b-4259-86ec-736fdb64fe16" providerId="ADAL" clId="{3412B5E1-633C-4355-88E6-50A3D16A1C62}" dt="2026-09-18T13:50:17.274" v="3286"/>
          <ac:spMkLst>
            <pc:docMk/>
            <pc:sldMk cId="1780793483" sldId="2147483641"/>
            <ac:spMk id="76" creationId="{586D3AEF-B20B-3397-92C5-6CA3B84191B4}"/>
          </ac:spMkLst>
        </pc:spChg>
        <pc:spChg chg="add mod">
          <ac:chgData name="Godio, Matteo" userId="5840d722-808b-4259-86ec-736fdb64fe16" providerId="ADAL" clId="{3412B5E1-633C-4355-88E6-50A3D16A1C62}" dt="2026-09-18T13:50:17.274" v="3286"/>
          <ac:spMkLst>
            <pc:docMk/>
            <pc:sldMk cId="1780793483" sldId="2147483641"/>
            <ac:spMk id="122" creationId="{CC614D7D-5747-3D7D-86C3-66853113AD54}"/>
          </ac:spMkLst>
        </pc:spChg>
        <pc:spChg chg="add mod">
          <ac:chgData name="Godio, Matteo" userId="5840d722-808b-4259-86ec-736fdb64fe16" providerId="ADAL" clId="{3412B5E1-633C-4355-88E6-50A3D16A1C62}" dt="2026-09-18T13:50:17.274" v="3286"/>
          <ac:spMkLst>
            <pc:docMk/>
            <pc:sldMk cId="1780793483" sldId="2147483641"/>
            <ac:spMk id="131" creationId="{260289FF-6158-74E0-8C05-8292D99BFE1B}"/>
          </ac:spMkLst>
        </pc:spChg>
        <pc:spChg chg="del">
          <ac:chgData name="Godio, Matteo" userId="5840d722-808b-4259-86ec-736fdb64fe16" providerId="ADAL" clId="{3412B5E1-633C-4355-88E6-50A3D16A1C62}" dt="2026-09-18T13:50:00.619" v="3285" actId="478"/>
          <ac:spMkLst>
            <pc:docMk/>
            <pc:sldMk cId="1780793483" sldId="2147483641"/>
            <ac:spMk id="160" creationId="{CC23D595-EAB7-F5DC-5AD7-C778D8DC870A}"/>
          </ac:spMkLst>
        </pc:spChg>
        <pc:spChg chg="del">
          <ac:chgData name="Godio, Matteo" userId="5840d722-808b-4259-86ec-736fdb64fe16" providerId="ADAL" clId="{3412B5E1-633C-4355-88E6-50A3D16A1C62}" dt="2026-09-18T13:50:00.619" v="3285" actId="478"/>
          <ac:spMkLst>
            <pc:docMk/>
            <pc:sldMk cId="1780793483" sldId="2147483641"/>
            <ac:spMk id="166" creationId="{8969F5FE-F121-09FF-7D9D-66F6E562BDB4}"/>
          </ac:spMkLst>
        </pc:spChg>
        <pc:spChg chg="del">
          <ac:chgData name="Godio, Matteo" userId="5840d722-808b-4259-86ec-736fdb64fe16" providerId="ADAL" clId="{3412B5E1-633C-4355-88E6-50A3D16A1C62}" dt="2026-09-18T13:50:00.619" v="3285" actId="478"/>
          <ac:spMkLst>
            <pc:docMk/>
            <pc:sldMk cId="1780793483" sldId="2147483641"/>
            <ac:spMk id="170" creationId="{07D6DF32-4DD2-B1AD-016A-1CBE69F8EB61}"/>
          </ac:spMkLst>
        </pc:spChg>
        <pc:spChg chg="del">
          <ac:chgData name="Godio, Matteo" userId="5840d722-808b-4259-86ec-736fdb64fe16" providerId="ADAL" clId="{3412B5E1-633C-4355-88E6-50A3D16A1C62}" dt="2026-09-18T13:50:00.619" v="3285" actId="478"/>
          <ac:spMkLst>
            <pc:docMk/>
            <pc:sldMk cId="1780793483" sldId="2147483641"/>
            <ac:spMk id="173" creationId="{2473BAE7-1DE6-FCDB-AC37-CE77C61687AB}"/>
          </ac:spMkLst>
        </pc:spChg>
        <pc:spChg chg="del">
          <ac:chgData name="Godio, Matteo" userId="5840d722-808b-4259-86ec-736fdb64fe16" providerId="ADAL" clId="{3412B5E1-633C-4355-88E6-50A3D16A1C62}" dt="2026-09-18T13:50:00.619" v="3285" actId="478"/>
          <ac:spMkLst>
            <pc:docMk/>
            <pc:sldMk cId="1780793483" sldId="2147483641"/>
            <ac:spMk id="186" creationId="{00FE36D8-BC94-D97B-86E5-43531C159364}"/>
          </ac:spMkLst>
        </pc:spChg>
        <pc:spChg chg="del">
          <ac:chgData name="Godio, Matteo" userId="5840d722-808b-4259-86ec-736fdb64fe16" providerId="ADAL" clId="{3412B5E1-633C-4355-88E6-50A3D16A1C62}" dt="2026-09-18T13:50:00.619" v="3285" actId="478"/>
          <ac:spMkLst>
            <pc:docMk/>
            <pc:sldMk cId="1780793483" sldId="2147483641"/>
            <ac:spMk id="188" creationId="{6E5D6E70-921C-3EA0-147C-BE069A55B687}"/>
          </ac:spMkLst>
        </pc:spChg>
        <pc:spChg chg="del">
          <ac:chgData name="Godio, Matteo" userId="5840d722-808b-4259-86ec-736fdb64fe16" providerId="ADAL" clId="{3412B5E1-633C-4355-88E6-50A3D16A1C62}" dt="2026-09-18T13:50:00.619" v="3285" actId="478"/>
          <ac:spMkLst>
            <pc:docMk/>
            <pc:sldMk cId="1780793483" sldId="2147483641"/>
            <ac:spMk id="189" creationId="{D68EC224-0358-B7D9-E1BB-7F3D1E4B6D47}"/>
          </ac:spMkLst>
        </pc:spChg>
        <pc:spChg chg="del">
          <ac:chgData name="Godio, Matteo" userId="5840d722-808b-4259-86ec-736fdb64fe16" providerId="ADAL" clId="{3412B5E1-633C-4355-88E6-50A3D16A1C62}" dt="2026-09-18T13:50:00.619" v="3285" actId="478"/>
          <ac:spMkLst>
            <pc:docMk/>
            <pc:sldMk cId="1780793483" sldId="2147483641"/>
            <ac:spMk id="197" creationId="{6EF93AA7-8D23-32EB-05D8-7BDA78DC49D7}"/>
          </ac:spMkLst>
        </pc:spChg>
        <pc:spChg chg="del">
          <ac:chgData name="Godio, Matteo" userId="5840d722-808b-4259-86ec-736fdb64fe16" providerId="ADAL" clId="{3412B5E1-633C-4355-88E6-50A3D16A1C62}" dt="2026-09-18T13:50:00.619" v="3285" actId="478"/>
          <ac:spMkLst>
            <pc:docMk/>
            <pc:sldMk cId="1780793483" sldId="2147483641"/>
            <ac:spMk id="198" creationId="{6006DEB8-2AD6-E76B-CC70-114F30D94A43}"/>
          </ac:spMkLst>
        </pc:spChg>
        <pc:spChg chg="del">
          <ac:chgData name="Godio, Matteo" userId="5840d722-808b-4259-86ec-736fdb64fe16" providerId="ADAL" clId="{3412B5E1-633C-4355-88E6-50A3D16A1C62}" dt="2026-09-18T13:50:00.619" v="3285" actId="478"/>
          <ac:spMkLst>
            <pc:docMk/>
            <pc:sldMk cId="1780793483" sldId="2147483641"/>
            <ac:spMk id="200" creationId="{86EF447C-7A7C-54A7-26C2-6C4222038F89}"/>
          </ac:spMkLst>
        </pc:spChg>
      </pc:sldChg>
    </pc:docChg>
  </pc:docChgLst>
  <pc:docChgLst>
    <pc:chgData name="Godio, Matteo" userId="S::mgodio_deloitte.it#ext#@mckinsey.onmicrosoft.com::8dbb9dbc-58e2-41bb-98a3-6d85c28dd064" providerId="AD" clId="Web-{A60C5681-DB96-F533-FEB0-9841A277E0B1}"/>
    <pc:docChg chg="modSld">
      <pc:chgData name="Godio, Matteo" userId="S::mgodio_deloitte.it#ext#@mckinsey.onmicrosoft.com::8dbb9dbc-58e2-41bb-98a3-6d85c28dd064" providerId="AD" clId="Web-{A60C5681-DB96-F533-FEB0-9841A277E0B1}" dt="2026-09-18T14:28:52.175" v="0"/>
      <pc:docMkLst>
        <pc:docMk/>
      </pc:docMkLst>
      <pc:sldChg chg="delSp">
        <pc:chgData name="Godio, Matteo" userId="S::mgodio_deloitte.it#ext#@mckinsey.onmicrosoft.com::8dbb9dbc-58e2-41bb-98a3-6d85c28dd064" providerId="AD" clId="Web-{A60C5681-DB96-F533-FEB0-9841A277E0B1}" dt="2026-09-18T14:28:52.175" v="0"/>
        <pc:sldMkLst>
          <pc:docMk/>
          <pc:sldMk cId="2178303656" sldId="2147483640"/>
        </pc:sldMkLst>
        <pc:spChg chg="del">
          <ac:chgData name="Godio, Matteo" userId="S::mgodio_deloitte.it#ext#@mckinsey.onmicrosoft.com::8dbb9dbc-58e2-41bb-98a3-6d85c28dd064" providerId="AD" clId="Web-{A60C5681-DB96-F533-FEB0-9841A277E0B1}" dt="2026-09-18T14:28:52.175" v="0"/>
          <ac:spMkLst>
            <pc:docMk/>
            <pc:sldMk cId="2178303656" sldId="2147483640"/>
            <ac:spMk id="23" creationId="{4219D6B0-40A2-E010-D933-AFC381655EFA}"/>
          </ac:spMkLst>
        </pc:spChg>
      </pc:sldChg>
    </pc:docChg>
  </pc:docChgLst>
  <pc:docChgLst>
    <pc:chgData name="Vittoria Mascioli" userId="593af5fa-a62b-4903-9e0b-08fb2734b963" providerId="ADAL" clId="{E5427556-ED37-4EC3-86B2-46664A0DFBB3}"/>
    <pc:docChg chg="undo custSel addSld delSld modSld sldOrd">
      <pc:chgData name="Vittoria Mascioli" userId="593af5fa-a62b-4903-9e0b-08fb2734b963" providerId="ADAL" clId="{E5427556-ED37-4EC3-86B2-46664A0DFBB3}" dt="2026-09-18T13:31:00.068" v="5417" actId="20577"/>
      <pc:docMkLst>
        <pc:docMk/>
      </pc:docMkLst>
      <pc:sldChg chg="addSp modSp mod ord modShow">
        <pc:chgData name="Vittoria Mascioli" userId="593af5fa-a62b-4903-9e0b-08fb2734b963" providerId="ADAL" clId="{E5427556-ED37-4EC3-86B2-46664A0DFBB3}" dt="2026-09-18T10:57:45.703" v="2697" actId="553"/>
        <pc:sldMkLst>
          <pc:docMk/>
          <pc:sldMk cId="684435899" sldId="2147482601"/>
        </pc:sldMkLst>
        <pc:spChg chg="add mod">
          <ac:chgData name="Vittoria Mascioli" userId="593af5fa-a62b-4903-9e0b-08fb2734b963" providerId="ADAL" clId="{E5427556-ED37-4EC3-86B2-46664A0DFBB3}" dt="2026-09-18T10:57:45.703" v="2697" actId="553"/>
          <ac:spMkLst>
            <pc:docMk/>
            <pc:sldMk cId="684435899" sldId="2147482601"/>
            <ac:spMk id="6" creationId="{38D86886-29A3-9644-7EDA-DA566A070A28}"/>
          </ac:spMkLst>
        </pc:spChg>
      </pc:sldChg>
      <pc:sldChg chg="addSp delSp modSp mod">
        <pc:chgData name="Vittoria Mascioli" userId="593af5fa-a62b-4903-9e0b-08fb2734b963" providerId="ADAL" clId="{E5427556-ED37-4EC3-86B2-46664A0DFBB3}" dt="2026-09-18T09:55:47.891" v="1392"/>
        <pc:sldMkLst>
          <pc:docMk/>
          <pc:sldMk cId="1909627460" sldId="2147483130"/>
        </pc:sldMkLst>
        <pc:spChg chg="mod">
          <ac:chgData name="Vittoria Mascioli" userId="593af5fa-a62b-4903-9e0b-08fb2734b963" providerId="ADAL" clId="{E5427556-ED37-4EC3-86B2-46664A0DFBB3}" dt="2026-09-18T09:55:47.318" v="1364"/>
          <ac:spMkLst>
            <pc:docMk/>
            <pc:sldMk cId="1909627460" sldId="2147483130"/>
            <ac:spMk id="2" creationId="{18F3E003-1D54-921C-DC6C-07695B319035}"/>
          </ac:spMkLst>
        </pc:spChg>
        <pc:spChg chg="mod">
          <ac:chgData name="Vittoria Mascioli" userId="593af5fa-a62b-4903-9e0b-08fb2734b963" providerId="ADAL" clId="{E5427556-ED37-4EC3-86B2-46664A0DFBB3}" dt="2026-09-18T09:55:47.319" v="1365"/>
          <ac:spMkLst>
            <pc:docMk/>
            <pc:sldMk cId="1909627460" sldId="2147483130"/>
            <ac:spMk id="3" creationId="{16120D75-353B-5B9A-6AA5-FE57E0BCF2AD}"/>
          </ac:spMkLst>
        </pc:spChg>
        <pc:spChg chg="mod">
          <ac:chgData name="Vittoria Mascioli" userId="593af5fa-a62b-4903-9e0b-08fb2734b963" providerId="ADAL" clId="{E5427556-ED37-4EC3-86B2-46664A0DFBB3}" dt="2026-09-18T09:55:47.850" v="1367" actId="948"/>
          <ac:spMkLst>
            <pc:docMk/>
            <pc:sldMk cId="1909627460" sldId="2147483130"/>
            <ac:spMk id="4" creationId="{A514BD19-DD93-F0ED-4021-8CB92749AE59}"/>
          </ac:spMkLst>
        </pc:spChg>
        <pc:spChg chg="add del mod modVis">
          <ac:chgData name="Vittoria Mascioli" userId="593af5fa-a62b-4903-9e0b-08fb2734b963" providerId="ADAL" clId="{E5427556-ED37-4EC3-86B2-46664A0DFBB3}" dt="2026-09-18T09:55:47.890" v="1390"/>
          <ac:spMkLst>
            <pc:docMk/>
            <pc:sldMk cId="1909627460" sldId="2147483130"/>
            <ac:spMk id="6" creationId="{ACFF098C-7FBE-8034-AA27-43C62FCA510A}"/>
          </ac:spMkLst>
        </pc:spChg>
        <pc:graphicFrameChg chg="mod">
          <ac:chgData name="Vittoria Mascioli" userId="593af5fa-a62b-4903-9e0b-08fb2734b963" providerId="ADAL" clId="{E5427556-ED37-4EC3-86B2-46664A0DFBB3}" dt="2026-09-18T09:55:47.891" v="1392"/>
          <ac:graphicFrameMkLst>
            <pc:docMk/>
            <pc:sldMk cId="1909627460" sldId="2147483130"/>
            <ac:graphicFrameMk id="5" creationId="{D09839EB-E036-2FB2-F646-74EF5729C684}"/>
          </ac:graphicFrameMkLst>
        </pc:graphicFrameChg>
      </pc:sldChg>
      <pc:sldChg chg="addSp delSp modSp mod">
        <pc:chgData name="Vittoria Mascioli" userId="593af5fa-a62b-4903-9e0b-08fb2734b963" providerId="ADAL" clId="{E5427556-ED37-4EC3-86B2-46664A0DFBB3}" dt="2026-09-18T10:14:44.381" v="1748" actId="478"/>
        <pc:sldMkLst>
          <pc:docMk/>
          <pc:sldMk cId="2863268440" sldId="2147483131"/>
        </pc:sldMkLst>
        <pc:spChg chg="mod">
          <ac:chgData name="Vittoria Mascioli" userId="593af5fa-a62b-4903-9e0b-08fb2734b963" providerId="ADAL" clId="{E5427556-ED37-4EC3-86B2-46664A0DFBB3}" dt="2026-09-18T09:53:46.139" v="1308" actId="948"/>
          <ac:spMkLst>
            <pc:docMk/>
            <pc:sldMk cId="2863268440" sldId="2147483131"/>
            <ac:spMk id="2" creationId="{449A540D-4BF1-455C-4928-A0730DE4C351}"/>
          </ac:spMkLst>
        </pc:spChg>
        <pc:spChg chg="add del mod modVis">
          <ac:chgData name="Vittoria Mascioli" userId="593af5fa-a62b-4903-9e0b-08fb2734b963" providerId="ADAL" clId="{E5427556-ED37-4EC3-86B2-46664A0DFBB3}" dt="2026-09-18T09:51:30.786" v="1240"/>
          <ac:spMkLst>
            <pc:docMk/>
            <pc:sldMk cId="2863268440" sldId="2147483131"/>
            <ac:spMk id="3" creationId="{CB4636BC-BC9D-576C-26E1-5EC2CEA46831}"/>
          </ac:spMkLst>
        </pc:spChg>
        <pc:spChg chg="add del mod">
          <ac:chgData name="Vittoria Mascioli" userId="593af5fa-a62b-4903-9e0b-08fb2734b963" providerId="ADAL" clId="{E5427556-ED37-4EC3-86B2-46664A0DFBB3}" dt="2026-09-18T10:14:44.381" v="1748" actId="478"/>
          <ac:spMkLst>
            <pc:docMk/>
            <pc:sldMk cId="2863268440" sldId="2147483131"/>
            <ac:spMk id="9" creationId="{D1B0C10F-A418-0309-9163-01E91B4F4E54}"/>
          </ac:spMkLst>
        </pc:spChg>
        <pc:spChg chg="add del mod modVis">
          <ac:chgData name="Vittoria Mascioli" userId="593af5fa-a62b-4903-9e0b-08fb2734b963" providerId="ADAL" clId="{E5427556-ED37-4EC3-86B2-46664A0DFBB3}" dt="2026-09-18T09:53:46.184" v="1331"/>
          <ac:spMkLst>
            <pc:docMk/>
            <pc:sldMk cId="2863268440" sldId="2147483131"/>
            <ac:spMk id="9" creationId="{E444FDA8-08A5-4FF2-1C6C-462603EBC3C1}"/>
          </ac:spMkLst>
        </pc:spChg>
        <pc:spChg chg="add mod">
          <ac:chgData name="Vittoria Mascioli" userId="593af5fa-a62b-4903-9e0b-08fb2734b963" providerId="ADAL" clId="{E5427556-ED37-4EC3-86B2-46664A0DFBB3}" dt="2026-09-18T10:06:37.525" v="1736" actId="1076"/>
          <ac:spMkLst>
            <pc:docMk/>
            <pc:sldMk cId="2863268440" sldId="2147483131"/>
            <ac:spMk id="14" creationId="{9290F513-BFF7-F60F-6BFD-D7A6F5157C96}"/>
          </ac:spMkLst>
        </pc:spChg>
        <pc:spChg chg="mod">
          <ac:chgData name="Vittoria Mascioli" userId="593af5fa-a62b-4903-9e0b-08fb2734b963" providerId="ADAL" clId="{E5427556-ED37-4EC3-86B2-46664A0DFBB3}" dt="2026-09-18T10:14:42.141" v="1747" actId="20577"/>
          <ac:spMkLst>
            <pc:docMk/>
            <pc:sldMk cId="2863268440" sldId="2147483131"/>
            <ac:spMk id="29" creationId="{19E3DFA3-ABF6-DF22-4285-0F6F8BEC9BDB}"/>
          </ac:spMkLst>
        </pc:spChg>
        <pc:spChg chg="mod">
          <ac:chgData name="Vittoria Mascioli" userId="593af5fa-a62b-4903-9e0b-08fb2734b963" providerId="ADAL" clId="{E5427556-ED37-4EC3-86B2-46664A0DFBB3}" dt="2026-09-18T09:53:45.612" v="1307"/>
          <ac:spMkLst>
            <pc:docMk/>
            <pc:sldMk cId="2863268440" sldId="2147483131"/>
            <ac:spMk id="95" creationId="{8F12DF60-D2C2-7496-8DDB-FE0D36169AD6}"/>
          </ac:spMkLst>
        </pc:spChg>
        <pc:graphicFrameChg chg="mod">
          <ac:chgData name="Vittoria Mascioli" userId="593af5fa-a62b-4903-9e0b-08fb2734b963" providerId="ADAL" clId="{E5427556-ED37-4EC3-86B2-46664A0DFBB3}" dt="2026-09-18T09:53:46.186" v="1333"/>
          <ac:graphicFrameMkLst>
            <pc:docMk/>
            <pc:sldMk cId="2863268440" sldId="2147483131"/>
            <ac:graphicFrameMk id="5" creationId="{FDB9D2F7-B2C0-B296-F92D-04F6BCAB1BA7}"/>
          </ac:graphicFrameMkLst>
        </pc:graphicFrameChg>
      </pc:sldChg>
      <pc:sldChg chg="addSp modSp mod">
        <pc:chgData name="Vittoria Mascioli" userId="593af5fa-a62b-4903-9e0b-08fb2734b963" providerId="ADAL" clId="{E5427556-ED37-4EC3-86B2-46664A0DFBB3}" dt="2026-09-18T10:57:26.639" v="2662" actId="1076"/>
        <pc:sldMkLst>
          <pc:docMk/>
          <pc:sldMk cId="850110447" sldId="2147483164"/>
        </pc:sldMkLst>
        <pc:spChg chg="add mod">
          <ac:chgData name="Vittoria Mascioli" userId="593af5fa-a62b-4903-9e0b-08fb2734b963" providerId="ADAL" clId="{E5427556-ED37-4EC3-86B2-46664A0DFBB3}" dt="2026-09-18T10:57:26.639" v="2662" actId="1076"/>
          <ac:spMkLst>
            <pc:docMk/>
            <pc:sldMk cId="850110447" sldId="2147483164"/>
            <ac:spMk id="9" creationId="{5B2B813E-920E-3A70-8934-8D0B77F32981}"/>
          </ac:spMkLst>
        </pc:spChg>
        <pc:picChg chg="mod">
          <ac:chgData name="Vittoria Mascioli" userId="593af5fa-a62b-4903-9e0b-08fb2734b963" providerId="ADAL" clId="{E5427556-ED37-4EC3-86B2-46664A0DFBB3}" dt="2026-09-18T10:50:46.489" v="2585" actId="14100"/>
          <ac:picMkLst>
            <pc:docMk/>
            <pc:sldMk cId="850110447" sldId="2147483164"/>
            <ac:picMk id="8" creationId="{633B3248-9932-151E-8A76-730FB65EBFC7}"/>
          </ac:picMkLst>
        </pc:picChg>
      </pc:sldChg>
      <pc:sldChg chg="del mod modShow">
        <pc:chgData name="Vittoria Mascioli" userId="593af5fa-a62b-4903-9e0b-08fb2734b963" providerId="ADAL" clId="{E5427556-ED37-4EC3-86B2-46664A0DFBB3}" dt="2026-09-18T12:20:55.335" v="4220" actId="47"/>
        <pc:sldMkLst>
          <pc:docMk/>
          <pc:sldMk cId="3170283115" sldId="2147483510"/>
        </pc:sldMkLst>
      </pc:sldChg>
      <pc:sldChg chg="addSp delSp modSp mod">
        <pc:chgData name="Vittoria Mascioli" userId="593af5fa-a62b-4903-9e0b-08fb2734b963" providerId="ADAL" clId="{E5427556-ED37-4EC3-86B2-46664A0DFBB3}" dt="2026-09-18T12:58:53.164" v="5339" actId="1076"/>
        <pc:sldMkLst>
          <pc:docMk/>
          <pc:sldMk cId="1020458143" sldId="2147483568"/>
        </pc:sldMkLst>
        <pc:spChg chg="add mod">
          <ac:chgData name="Vittoria Mascioli" userId="593af5fa-a62b-4903-9e0b-08fb2734b963" providerId="ADAL" clId="{E5427556-ED37-4EC3-86B2-46664A0DFBB3}" dt="2026-09-18T12:18:17.301" v="4071" actId="1076"/>
          <ac:spMkLst>
            <pc:docMk/>
            <pc:sldMk cId="1020458143" sldId="2147483568"/>
            <ac:spMk id="3" creationId="{5F142D4F-C9BD-968D-2B6F-D5191488389E}"/>
          </ac:spMkLst>
        </pc:spChg>
        <pc:spChg chg="add del mod">
          <ac:chgData name="Vittoria Mascioli" userId="593af5fa-a62b-4903-9e0b-08fb2734b963" providerId="ADAL" clId="{E5427556-ED37-4EC3-86B2-46664A0DFBB3}" dt="2026-09-18T10:21:44.877" v="2127" actId="478"/>
          <ac:spMkLst>
            <pc:docMk/>
            <pc:sldMk cId="1020458143" sldId="2147483568"/>
            <ac:spMk id="3" creationId="{74E17EF8-9C74-E66C-B186-FE2D2454B40E}"/>
          </ac:spMkLst>
        </pc:spChg>
        <pc:spChg chg="add mod">
          <ac:chgData name="Vittoria Mascioli" userId="593af5fa-a62b-4903-9e0b-08fb2734b963" providerId="ADAL" clId="{E5427556-ED37-4EC3-86B2-46664A0DFBB3}" dt="2026-09-18T12:20:10.002" v="4219" actId="14100"/>
          <ac:spMkLst>
            <pc:docMk/>
            <pc:sldMk cId="1020458143" sldId="2147483568"/>
            <ac:spMk id="5" creationId="{0EB98D01-E122-BF52-0987-632077320095}"/>
          </ac:spMkLst>
        </pc:spChg>
        <pc:spChg chg="mod">
          <ac:chgData name="Vittoria Mascioli" userId="593af5fa-a62b-4903-9e0b-08fb2734b963" providerId="ADAL" clId="{E5427556-ED37-4EC3-86B2-46664A0DFBB3}" dt="2026-09-18T10:19:44.974" v="1935" actId="207"/>
          <ac:spMkLst>
            <pc:docMk/>
            <pc:sldMk cId="1020458143" sldId="2147483568"/>
            <ac:spMk id="7" creationId="{FC46A375-B692-AE98-7542-BDE82993B8D4}"/>
          </ac:spMkLst>
        </pc:spChg>
        <pc:spChg chg="add mod">
          <ac:chgData name="Vittoria Mascioli" userId="593af5fa-a62b-4903-9e0b-08fb2734b963" providerId="ADAL" clId="{E5427556-ED37-4EC3-86B2-46664A0DFBB3}" dt="2026-09-18T12:58:53.164" v="5339" actId="1076"/>
          <ac:spMkLst>
            <pc:docMk/>
            <pc:sldMk cId="1020458143" sldId="2147483568"/>
            <ac:spMk id="10" creationId="{6507A852-A217-5775-CF9E-9E4E828ADCD7}"/>
          </ac:spMkLst>
        </pc:spChg>
        <pc:spChg chg="mod">
          <ac:chgData name="Vittoria Mascioli" userId="593af5fa-a62b-4903-9e0b-08fb2734b963" providerId="ADAL" clId="{E5427556-ED37-4EC3-86B2-46664A0DFBB3}" dt="2026-09-18T10:19:44.869" v="1873" actId="207"/>
          <ac:spMkLst>
            <pc:docMk/>
            <pc:sldMk cId="1020458143" sldId="2147483568"/>
            <ac:spMk id="11" creationId="{B7FFF940-4692-42E8-B07B-9A7D3BD58390}"/>
          </ac:spMkLst>
        </pc:spChg>
        <pc:spChg chg="mod">
          <ac:chgData name="Vittoria Mascioli" userId="593af5fa-a62b-4903-9e0b-08fb2734b963" providerId="ADAL" clId="{E5427556-ED37-4EC3-86B2-46664A0DFBB3}" dt="2026-09-18T10:20:03.329" v="1955" actId="207"/>
          <ac:spMkLst>
            <pc:docMk/>
            <pc:sldMk cId="1020458143" sldId="2147483568"/>
            <ac:spMk id="43" creationId="{5FE1478B-AEAC-F574-30FF-1C3708ECE0CA}"/>
          </ac:spMkLst>
        </pc:spChg>
      </pc:sldChg>
      <pc:sldChg chg="addSp modSp mod modShow">
        <pc:chgData name="Vittoria Mascioli" userId="593af5fa-a62b-4903-9e0b-08fb2734b963" providerId="ADAL" clId="{E5427556-ED37-4EC3-86B2-46664A0DFBB3}" dt="2026-09-18T13:21:32.558" v="5412"/>
        <pc:sldMkLst>
          <pc:docMk/>
          <pc:sldMk cId="707732017" sldId="2147483570"/>
        </pc:sldMkLst>
        <pc:spChg chg="add mod">
          <ac:chgData name="Vittoria Mascioli" userId="593af5fa-a62b-4903-9e0b-08fb2734b963" providerId="ADAL" clId="{E5427556-ED37-4EC3-86B2-46664A0DFBB3}" dt="2026-09-18T10:56:21.956" v="2638" actId="14100"/>
          <ac:spMkLst>
            <pc:docMk/>
            <pc:sldMk cId="707732017" sldId="2147483570"/>
            <ac:spMk id="8" creationId="{1A297216-B8EB-1EA2-2763-D8495C31A853}"/>
          </ac:spMkLst>
        </pc:spChg>
        <pc:spChg chg="mod">
          <ac:chgData name="Vittoria Mascioli" userId="593af5fa-a62b-4903-9e0b-08fb2734b963" providerId="ADAL" clId="{E5427556-ED37-4EC3-86B2-46664A0DFBB3}" dt="2026-09-18T13:21:32.558" v="5412"/>
          <ac:spMkLst>
            <pc:docMk/>
            <pc:sldMk cId="707732017" sldId="2147483570"/>
            <ac:spMk id="38" creationId="{67BB1EA4-A7FA-65D2-C12F-245553120912}"/>
          </ac:spMkLst>
        </pc:spChg>
      </pc:sldChg>
      <pc:sldChg chg="addSp modSp del mod">
        <pc:chgData name="Vittoria Mascioli" userId="593af5fa-a62b-4903-9e0b-08fb2734b963" providerId="ADAL" clId="{E5427556-ED37-4EC3-86B2-46664A0DFBB3}" dt="2026-09-18T10:11:15.675" v="1737" actId="47"/>
        <pc:sldMkLst>
          <pc:docMk/>
          <pc:sldMk cId="2937471743" sldId="2147483575"/>
        </pc:sldMkLst>
        <pc:spChg chg="add mod">
          <ac:chgData name="Vittoria Mascioli" userId="593af5fa-a62b-4903-9e0b-08fb2734b963" providerId="ADAL" clId="{E5427556-ED37-4EC3-86B2-46664A0DFBB3}" dt="2026-09-18T09:57:45.380" v="1511" actId="20577"/>
          <ac:spMkLst>
            <pc:docMk/>
            <pc:sldMk cId="2937471743" sldId="2147483575"/>
            <ac:spMk id="12" creationId="{91BE9FFB-83DE-94E4-D410-C9FB1DEDD130}"/>
          </ac:spMkLst>
        </pc:spChg>
      </pc:sldChg>
      <pc:sldChg chg="addSp delSp modSp mod">
        <pc:chgData name="Vittoria Mascioli" userId="593af5fa-a62b-4903-9e0b-08fb2734b963" providerId="ADAL" clId="{E5427556-ED37-4EC3-86B2-46664A0DFBB3}" dt="2026-09-18T13:31:00.068" v="5417" actId="20577"/>
        <pc:sldMkLst>
          <pc:docMk/>
          <pc:sldMk cId="2250865955" sldId="2147483611"/>
        </pc:sldMkLst>
        <pc:spChg chg="mod">
          <ac:chgData name="Vittoria Mascioli" userId="593af5fa-a62b-4903-9e0b-08fb2734b963" providerId="ADAL" clId="{E5427556-ED37-4EC3-86B2-46664A0DFBB3}" dt="2026-09-18T09:47:48.332" v="929" actId="948"/>
          <ac:spMkLst>
            <pc:docMk/>
            <pc:sldMk cId="2250865955" sldId="2147483611"/>
            <ac:spMk id="2" creationId="{B1A27FBF-DF49-FCE7-662C-EC62BBCA1A4B}"/>
          </ac:spMkLst>
        </pc:spChg>
        <pc:spChg chg="del mod">
          <ac:chgData name="Vittoria Mascioli" userId="593af5fa-a62b-4903-9e0b-08fb2734b963" providerId="ADAL" clId="{E5427556-ED37-4EC3-86B2-46664A0DFBB3}" dt="2026-09-18T09:56:14.146" v="1394" actId="478"/>
          <ac:spMkLst>
            <pc:docMk/>
            <pc:sldMk cId="2250865955" sldId="2147483611"/>
            <ac:spMk id="3" creationId="{8F3E84B7-184D-2F51-582E-F8BEF1F63665}"/>
          </ac:spMkLst>
        </pc:spChg>
        <pc:spChg chg="mod">
          <ac:chgData name="Vittoria Mascioli" userId="593af5fa-a62b-4903-9e0b-08fb2734b963" providerId="ADAL" clId="{E5427556-ED37-4EC3-86B2-46664A0DFBB3}" dt="2026-09-18T09:47:47.817" v="928"/>
          <ac:spMkLst>
            <pc:docMk/>
            <pc:sldMk cId="2250865955" sldId="2147483611"/>
            <ac:spMk id="4" creationId="{03BDBAAB-04C2-382D-393E-20F5B8DE5D7E}"/>
          </ac:spMkLst>
        </pc:spChg>
        <pc:spChg chg="add del mod modVis">
          <ac:chgData name="Vittoria Mascioli" userId="593af5fa-a62b-4903-9e0b-08fb2734b963" providerId="ADAL" clId="{E5427556-ED37-4EC3-86B2-46664A0DFBB3}" dt="2026-09-18T09:45:04.904" v="479"/>
          <ac:spMkLst>
            <pc:docMk/>
            <pc:sldMk cId="2250865955" sldId="2147483611"/>
            <ac:spMk id="6" creationId="{9D29CD24-92EA-3928-52B5-552332F41FFF}"/>
          </ac:spMkLst>
        </pc:spChg>
        <pc:spChg chg="mod">
          <ac:chgData name="Vittoria Mascioli" userId="593af5fa-a62b-4903-9e0b-08fb2734b963" providerId="ADAL" clId="{E5427556-ED37-4EC3-86B2-46664A0DFBB3}" dt="2026-09-18T12:03:50.077" v="3591" actId="20577"/>
          <ac:spMkLst>
            <pc:docMk/>
            <pc:sldMk cId="2250865955" sldId="2147483611"/>
            <ac:spMk id="6" creationId="{E01D5327-15A7-8EA5-7115-BC18A8975798}"/>
          </ac:spMkLst>
        </pc:spChg>
        <pc:spChg chg="mod">
          <ac:chgData name="Vittoria Mascioli" userId="593af5fa-a62b-4903-9e0b-08fb2734b963" providerId="ADAL" clId="{E5427556-ED37-4EC3-86B2-46664A0DFBB3}" dt="2026-09-18T13:19:10.828" v="5411" actId="12"/>
          <ac:spMkLst>
            <pc:docMk/>
            <pc:sldMk cId="2250865955" sldId="2147483611"/>
            <ac:spMk id="7" creationId="{D742B8A8-F470-2065-42F1-E8F47A9A7644}"/>
          </ac:spMkLst>
        </pc:spChg>
        <pc:spChg chg="mod">
          <ac:chgData name="Vittoria Mascioli" userId="593af5fa-a62b-4903-9e0b-08fb2734b963" providerId="ADAL" clId="{E5427556-ED37-4EC3-86B2-46664A0DFBB3}" dt="2026-09-18T12:11:14.049" v="3923" actId="14100"/>
          <ac:spMkLst>
            <pc:docMk/>
            <pc:sldMk cId="2250865955" sldId="2147483611"/>
            <ac:spMk id="8" creationId="{01D03154-1488-DCDD-BD3D-681511C897CD}"/>
          </ac:spMkLst>
        </pc:spChg>
        <pc:spChg chg="add del mod modVis">
          <ac:chgData name="Vittoria Mascioli" userId="593af5fa-a62b-4903-9e0b-08fb2734b963" providerId="ADAL" clId="{E5427556-ED37-4EC3-86B2-46664A0DFBB3}" dt="2026-09-18T09:45:14.317" v="540"/>
          <ac:spMkLst>
            <pc:docMk/>
            <pc:sldMk cId="2250865955" sldId="2147483611"/>
            <ac:spMk id="8" creationId="{9820DE6D-2F70-797E-5E1F-B0590674D4AF}"/>
          </ac:spMkLst>
        </pc:spChg>
        <pc:spChg chg="add del mod modVis">
          <ac:chgData name="Vittoria Mascioli" userId="593af5fa-a62b-4903-9e0b-08fb2734b963" providerId="ADAL" clId="{E5427556-ED37-4EC3-86B2-46664A0DFBB3}" dt="2026-09-18T09:45:17.603" v="579"/>
          <ac:spMkLst>
            <pc:docMk/>
            <pc:sldMk cId="2250865955" sldId="2147483611"/>
            <ac:spMk id="9" creationId="{2394BDDF-215E-96AA-ACB9-9F634D41E129}"/>
          </ac:spMkLst>
        </pc:spChg>
        <pc:spChg chg="del mod">
          <ac:chgData name="Vittoria Mascioli" userId="593af5fa-a62b-4903-9e0b-08fb2734b963" providerId="ADAL" clId="{E5427556-ED37-4EC3-86B2-46664A0DFBB3}" dt="2026-09-18T09:56:04.051" v="1393" actId="478"/>
          <ac:spMkLst>
            <pc:docMk/>
            <pc:sldMk cId="2250865955" sldId="2147483611"/>
            <ac:spMk id="9" creationId="{5522AECA-ABC7-911C-736E-16773ECB052C}"/>
          </ac:spMkLst>
        </pc:spChg>
        <pc:spChg chg="add del mod">
          <ac:chgData name="Vittoria Mascioli" userId="593af5fa-a62b-4903-9e0b-08fb2734b963" providerId="ADAL" clId="{E5427556-ED37-4EC3-86B2-46664A0DFBB3}" dt="2026-09-18T09:53:28.576" v="1304" actId="478"/>
          <ac:spMkLst>
            <pc:docMk/>
            <pc:sldMk cId="2250865955" sldId="2147483611"/>
            <ac:spMk id="10" creationId="{60E59587-D5AB-E5DD-FDD8-0A287FA0096F}"/>
          </ac:spMkLst>
        </pc:spChg>
        <pc:spChg chg="add del mod modVis">
          <ac:chgData name="Vittoria Mascioli" userId="593af5fa-a62b-4903-9e0b-08fb2734b963" providerId="ADAL" clId="{E5427556-ED37-4EC3-86B2-46664A0DFBB3}" dt="2026-09-18T09:47:48.375" v="952"/>
          <ac:spMkLst>
            <pc:docMk/>
            <pc:sldMk cId="2250865955" sldId="2147483611"/>
            <ac:spMk id="10" creationId="{6DDD0444-EDFB-EA86-795B-D3E47EF77555}"/>
          </ac:spMkLst>
        </pc:spChg>
        <pc:spChg chg="add mod">
          <ac:chgData name="Vittoria Mascioli" userId="593af5fa-a62b-4903-9e0b-08fb2734b963" providerId="ADAL" clId="{E5427556-ED37-4EC3-86B2-46664A0DFBB3}" dt="2026-09-18T13:31:00.068" v="5417" actId="20577"/>
          <ac:spMkLst>
            <pc:docMk/>
            <pc:sldMk cId="2250865955" sldId="2147483611"/>
            <ac:spMk id="11" creationId="{678D2C88-FB11-37DE-B7E7-684931D3D5D1}"/>
          </ac:spMkLst>
        </pc:spChg>
        <pc:spChg chg="mod">
          <ac:chgData name="Vittoria Mascioli" userId="593af5fa-a62b-4903-9e0b-08fb2734b963" providerId="ADAL" clId="{E5427556-ED37-4EC3-86B2-46664A0DFBB3}" dt="2026-09-18T12:11:37.308" v="3926" actId="14100"/>
          <ac:spMkLst>
            <pc:docMk/>
            <pc:sldMk cId="2250865955" sldId="2147483611"/>
            <ac:spMk id="12" creationId="{4460676E-4B86-B5F0-68B3-A26C9C0E45FE}"/>
          </ac:spMkLst>
        </pc:spChg>
        <pc:spChg chg="add mod">
          <ac:chgData name="Vittoria Mascioli" userId="593af5fa-a62b-4903-9e0b-08fb2734b963" providerId="ADAL" clId="{E5427556-ED37-4EC3-86B2-46664A0DFBB3}" dt="2026-09-18T09:51:24.425" v="1204" actId="1076"/>
          <ac:spMkLst>
            <pc:docMk/>
            <pc:sldMk cId="2250865955" sldId="2147483611"/>
            <ac:spMk id="12" creationId="{5522AECA-ABC7-911C-736E-16773ECB052C}"/>
          </ac:spMkLst>
        </pc:spChg>
        <pc:spChg chg="mod">
          <ac:chgData name="Vittoria Mascioli" userId="593af5fa-a62b-4903-9e0b-08fb2734b963" providerId="ADAL" clId="{E5427556-ED37-4EC3-86B2-46664A0DFBB3}" dt="2026-09-18T12:12:38.919" v="3953" actId="113"/>
          <ac:spMkLst>
            <pc:docMk/>
            <pc:sldMk cId="2250865955" sldId="2147483611"/>
            <ac:spMk id="27" creationId="{EC2770F9-A0E9-5A3D-105E-100D127C0405}"/>
          </ac:spMkLst>
        </pc:spChg>
        <pc:grpChg chg="mod">
          <ac:chgData name="Vittoria Mascioli" userId="593af5fa-a62b-4903-9e0b-08fb2734b963" providerId="ADAL" clId="{E5427556-ED37-4EC3-86B2-46664A0DFBB3}" dt="2026-09-18T12:03:59.877" v="3593" actId="553"/>
          <ac:grpSpMkLst>
            <pc:docMk/>
            <pc:sldMk cId="2250865955" sldId="2147483611"/>
            <ac:grpSpMk id="16" creationId="{6662EAAF-375C-C0D2-2A90-141F21D26C50}"/>
          </ac:grpSpMkLst>
        </pc:grpChg>
        <pc:grpChg chg="mod">
          <ac:chgData name="Vittoria Mascioli" userId="593af5fa-a62b-4903-9e0b-08fb2734b963" providerId="ADAL" clId="{E5427556-ED37-4EC3-86B2-46664A0DFBB3}" dt="2026-09-18T12:11:17.988" v="3924" actId="1076"/>
          <ac:grpSpMkLst>
            <pc:docMk/>
            <pc:sldMk cId="2250865955" sldId="2147483611"/>
            <ac:grpSpMk id="20" creationId="{0F728DB9-52C4-F645-001F-552B47728A70}"/>
          </ac:grpSpMkLst>
        </pc:grpChg>
        <pc:grpChg chg="mod">
          <ac:chgData name="Vittoria Mascioli" userId="593af5fa-a62b-4903-9e0b-08fb2734b963" providerId="ADAL" clId="{E5427556-ED37-4EC3-86B2-46664A0DFBB3}" dt="2026-09-18T12:11:23.202" v="3925" actId="1076"/>
          <ac:grpSpMkLst>
            <pc:docMk/>
            <pc:sldMk cId="2250865955" sldId="2147483611"/>
            <ac:grpSpMk id="24" creationId="{4FF6E158-82B2-8F52-F34F-5E5875CA049F}"/>
          </ac:grpSpMkLst>
        </pc:grpChg>
        <pc:graphicFrameChg chg="mod">
          <ac:chgData name="Vittoria Mascioli" userId="593af5fa-a62b-4903-9e0b-08fb2734b963" providerId="ADAL" clId="{E5427556-ED37-4EC3-86B2-46664A0DFBB3}" dt="2026-09-18T09:47:48.376" v="954"/>
          <ac:graphicFrameMkLst>
            <pc:docMk/>
            <pc:sldMk cId="2250865955" sldId="2147483611"/>
            <ac:graphicFrameMk id="5" creationId="{E65C9F40-7B61-8687-D8BD-AC2F62ADF6AF}"/>
          </ac:graphicFrameMkLst>
        </pc:graphicFrameChg>
        <pc:cxnChg chg="mod">
          <ac:chgData name="Vittoria Mascioli" userId="593af5fa-a62b-4903-9e0b-08fb2734b963" providerId="ADAL" clId="{E5427556-ED37-4EC3-86B2-46664A0DFBB3}" dt="2026-09-18T12:11:23.202" v="3925" actId="1076"/>
          <ac:cxnSpMkLst>
            <pc:docMk/>
            <pc:sldMk cId="2250865955" sldId="2147483611"/>
            <ac:cxnSpMk id="26" creationId="{EDA5B7E4-1C28-9C2D-BA3F-E0ADD29AA383}"/>
          </ac:cxnSpMkLst>
        </pc:cxnChg>
      </pc:sldChg>
      <pc:sldChg chg="addSp delSp modSp mod">
        <pc:chgData name="Vittoria Mascioli" userId="593af5fa-a62b-4903-9e0b-08fb2734b963" providerId="ADAL" clId="{E5427556-ED37-4EC3-86B2-46664A0DFBB3}" dt="2026-09-18T13:22:52.782" v="5414" actId="1038"/>
        <pc:sldMkLst>
          <pc:docMk/>
          <pc:sldMk cId="1372602714" sldId="2147483612"/>
        </pc:sldMkLst>
        <pc:spChg chg="mod ord">
          <ac:chgData name="Vittoria Mascioli" userId="593af5fa-a62b-4903-9e0b-08fb2734b963" providerId="ADAL" clId="{E5427556-ED37-4EC3-86B2-46664A0DFBB3}" dt="2026-09-18T12:00:23.666" v="3351"/>
          <ac:spMkLst>
            <pc:docMk/>
            <pc:sldMk cId="1372602714" sldId="2147483612"/>
            <ac:spMk id="2" creationId="{4058A5FA-6526-109F-7926-C12D73E64B24}"/>
          </ac:spMkLst>
        </pc:spChg>
        <pc:spChg chg="add del mod">
          <ac:chgData name="Vittoria Mascioli" userId="593af5fa-a62b-4903-9e0b-08fb2734b963" providerId="ADAL" clId="{E5427556-ED37-4EC3-86B2-46664A0DFBB3}" dt="2026-09-18T11:49:20.324" v="2699" actId="478"/>
          <ac:spMkLst>
            <pc:docMk/>
            <pc:sldMk cId="1372602714" sldId="2147483612"/>
            <ac:spMk id="3" creationId="{92D6C1F0-3F8B-6F26-F825-279531FA5DB8}"/>
          </ac:spMkLst>
        </pc:spChg>
        <pc:spChg chg="add del mod">
          <ac:chgData name="Vittoria Mascioli" userId="593af5fa-a62b-4903-9e0b-08fb2734b963" providerId="ADAL" clId="{E5427556-ED37-4EC3-86B2-46664A0DFBB3}" dt="2026-09-18T11:51:38.505" v="2788" actId="478"/>
          <ac:spMkLst>
            <pc:docMk/>
            <pc:sldMk cId="1372602714" sldId="2147483612"/>
            <ac:spMk id="4" creationId="{69951451-7769-CD60-3F6B-4FC4272A82EC}"/>
          </ac:spMkLst>
        </pc:spChg>
        <pc:spChg chg="mod ord">
          <ac:chgData name="Vittoria Mascioli" userId="593af5fa-a62b-4903-9e0b-08fb2734b963" providerId="ADAL" clId="{E5427556-ED37-4EC3-86B2-46664A0DFBB3}" dt="2026-09-18T12:50:26.722" v="5005" actId="20577"/>
          <ac:spMkLst>
            <pc:docMk/>
            <pc:sldMk cId="1372602714" sldId="2147483612"/>
            <ac:spMk id="6" creationId="{B8C55266-D466-E0B5-A7B7-3C6D4D1B39D7}"/>
          </ac:spMkLst>
        </pc:spChg>
        <pc:spChg chg="mod ord">
          <ac:chgData name="Vittoria Mascioli" userId="593af5fa-a62b-4903-9e0b-08fb2734b963" providerId="ADAL" clId="{E5427556-ED37-4EC3-86B2-46664A0DFBB3}" dt="2026-09-18T12:50:31.587" v="5021" actId="20577"/>
          <ac:spMkLst>
            <pc:docMk/>
            <pc:sldMk cId="1372602714" sldId="2147483612"/>
            <ac:spMk id="7" creationId="{D47CD70C-CB3F-141C-38B5-E83CFE5A094A}"/>
          </ac:spMkLst>
        </pc:spChg>
        <pc:spChg chg="mod ord">
          <ac:chgData name="Vittoria Mascioli" userId="593af5fa-a62b-4903-9e0b-08fb2734b963" providerId="ADAL" clId="{E5427556-ED37-4EC3-86B2-46664A0DFBB3}" dt="2026-09-18T12:50:39.870" v="5055" actId="20577"/>
          <ac:spMkLst>
            <pc:docMk/>
            <pc:sldMk cId="1372602714" sldId="2147483612"/>
            <ac:spMk id="8" creationId="{9CB1B9C9-95A9-8F28-E4E9-431B6CF53CF4}"/>
          </ac:spMkLst>
        </pc:spChg>
        <pc:spChg chg="add del mod ord">
          <ac:chgData name="Vittoria Mascioli" userId="593af5fa-a62b-4903-9e0b-08fb2734b963" providerId="ADAL" clId="{E5427556-ED37-4EC3-86B2-46664A0DFBB3}" dt="2026-09-18T11:58:29.121" v="3260" actId="478"/>
          <ac:spMkLst>
            <pc:docMk/>
            <pc:sldMk cId="1372602714" sldId="2147483612"/>
            <ac:spMk id="10" creationId="{3E3CB9EE-4A9A-CFF8-10EB-7FD5EC523D91}"/>
          </ac:spMkLst>
        </pc:spChg>
        <pc:spChg chg="mod ord">
          <ac:chgData name="Vittoria Mascioli" userId="593af5fa-a62b-4903-9e0b-08fb2734b963" providerId="ADAL" clId="{E5427556-ED37-4EC3-86B2-46664A0DFBB3}" dt="2026-09-18T12:00:23.682" v="3423"/>
          <ac:spMkLst>
            <pc:docMk/>
            <pc:sldMk cId="1372602714" sldId="2147483612"/>
            <ac:spMk id="11" creationId="{A8957DD7-4BB7-A21D-EA09-E1127BA99EFA}"/>
          </ac:spMkLst>
        </pc:spChg>
        <pc:spChg chg="mod ord">
          <ac:chgData name="Vittoria Mascioli" userId="593af5fa-a62b-4903-9e0b-08fb2734b963" providerId="ADAL" clId="{E5427556-ED37-4EC3-86B2-46664A0DFBB3}" dt="2026-09-18T12:00:23.691" v="3453"/>
          <ac:spMkLst>
            <pc:docMk/>
            <pc:sldMk cId="1372602714" sldId="2147483612"/>
            <ac:spMk id="13" creationId="{CDC9E6E4-28DA-C1F1-7BE8-311628690110}"/>
          </ac:spMkLst>
        </pc:spChg>
        <pc:spChg chg="add mod">
          <ac:chgData name="Vittoria Mascioli" userId="593af5fa-a62b-4903-9e0b-08fb2734b963" providerId="ADAL" clId="{E5427556-ED37-4EC3-86B2-46664A0DFBB3}" dt="2026-09-18T09:37:44.367" v="56" actId="571"/>
          <ac:spMkLst>
            <pc:docMk/>
            <pc:sldMk cId="1372602714" sldId="2147483612"/>
            <ac:spMk id="13" creationId="{E487362D-A837-0521-5045-FC6AAB8535C2}"/>
          </ac:spMkLst>
        </pc:spChg>
        <pc:spChg chg="mod ord">
          <ac:chgData name="Vittoria Mascioli" userId="593af5fa-a62b-4903-9e0b-08fb2734b963" providerId="ADAL" clId="{E5427556-ED37-4EC3-86B2-46664A0DFBB3}" dt="2026-09-18T12:00:23.689" v="3447"/>
          <ac:spMkLst>
            <pc:docMk/>
            <pc:sldMk cId="1372602714" sldId="2147483612"/>
            <ac:spMk id="14" creationId="{CDAB8D30-B036-A90E-0E20-E44049DA4D81}"/>
          </ac:spMkLst>
        </pc:spChg>
        <pc:spChg chg="del mod ord">
          <ac:chgData name="Vittoria Mascioli" userId="593af5fa-a62b-4903-9e0b-08fb2734b963" providerId="ADAL" clId="{E5427556-ED37-4EC3-86B2-46664A0DFBB3}" dt="2026-09-18T11:59:13.507" v="3300" actId="478"/>
          <ac:spMkLst>
            <pc:docMk/>
            <pc:sldMk cId="1372602714" sldId="2147483612"/>
            <ac:spMk id="16" creationId="{2372B7E2-695F-FDC6-2C04-0F36E0EE2F03}"/>
          </ac:spMkLst>
        </pc:spChg>
        <pc:spChg chg="mod ord">
          <ac:chgData name="Vittoria Mascioli" userId="593af5fa-a62b-4903-9e0b-08fb2734b963" providerId="ADAL" clId="{E5427556-ED37-4EC3-86B2-46664A0DFBB3}" dt="2026-09-18T12:00:23.684" v="3429"/>
          <ac:spMkLst>
            <pc:docMk/>
            <pc:sldMk cId="1372602714" sldId="2147483612"/>
            <ac:spMk id="17" creationId="{726EA45D-EE40-2CAA-DE2A-6F729B17C635}"/>
          </ac:spMkLst>
        </pc:spChg>
        <pc:spChg chg="mod ord">
          <ac:chgData name="Vittoria Mascioli" userId="593af5fa-a62b-4903-9e0b-08fb2734b963" providerId="ADAL" clId="{E5427556-ED37-4EC3-86B2-46664A0DFBB3}" dt="2026-09-18T12:00:23.667" v="3355"/>
          <ac:spMkLst>
            <pc:docMk/>
            <pc:sldMk cId="1372602714" sldId="2147483612"/>
            <ac:spMk id="19" creationId="{57682D11-DB47-226D-BB88-2094815FE221}"/>
          </ac:spMkLst>
        </pc:spChg>
        <pc:spChg chg="mod ord">
          <ac:chgData name="Vittoria Mascioli" userId="593af5fa-a62b-4903-9e0b-08fb2734b963" providerId="ADAL" clId="{E5427556-ED37-4EC3-86B2-46664A0DFBB3}" dt="2026-09-18T12:00:23.668" v="3357"/>
          <ac:spMkLst>
            <pc:docMk/>
            <pc:sldMk cId="1372602714" sldId="2147483612"/>
            <ac:spMk id="20" creationId="{DBC3ED25-31B4-C826-A4AB-6427DDE73300}"/>
          </ac:spMkLst>
        </pc:spChg>
        <pc:spChg chg="mod ord">
          <ac:chgData name="Vittoria Mascioli" userId="593af5fa-a62b-4903-9e0b-08fb2734b963" providerId="ADAL" clId="{E5427556-ED37-4EC3-86B2-46664A0DFBB3}" dt="2026-09-18T12:00:23.668" v="3359"/>
          <ac:spMkLst>
            <pc:docMk/>
            <pc:sldMk cId="1372602714" sldId="2147483612"/>
            <ac:spMk id="21" creationId="{9CC4112B-6251-48FE-8C72-FEE799A00EE7}"/>
          </ac:spMkLst>
        </pc:spChg>
        <pc:spChg chg="del">
          <ac:chgData name="Vittoria Mascioli" userId="593af5fa-a62b-4903-9e0b-08fb2734b963" providerId="ADAL" clId="{E5427556-ED37-4EC3-86B2-46664A0DFBB3}" dt="2026-09-18T12:49:52.965" v="4942" actId="478"/>
          <ac:spMkLst>
            <pc:docMk/>
            <pc:sldMk cId="1372602714" sldId="2147483612"/>
            <ac:spMk id="23" creationId="{AB5FBA5A-C71A-51B8-960A-87686B22EB78}"/>
          </ac:spMkLst>
        </pc:spChg>
        <pc:spChg chg="mod">
          <ac:chgData name="Vittoria Mascioli" userId="593af5fa-a62b-4903-9e0b-08fb2734b963" providerId="ADAL" clId="{E5427556-ED37-4EC3-86B2-46664A0DFBB3}" dt="2026-09-18T13:22:52.782" v="5414" actId="1038"/>
          <ac:spMkLst>
            <pc:docMk/>
            <pc:sldMk cId="1372602714" sldId="2147483612"/>
            <ac:spMk id="24" creationId="{54DA897F-321A-3B30-5C61-24236299CDC3}"/>
          </ac:spMkLst>
        </pc:spChg>
        <pc:spChg chg="del mod">
          <ac:chgData name="Vittoria Mascioli" userId="593af5fa-a62b-4903-9e0b-08fb2734b963" providerId="ADAL" clId="{E5427556-ED37-4EC3-86B2-46664A0DFBB3}" dt="2026-09-18T11:49:48.379" v="2708" actId="478"/>
          <ac:spMkLst>
            <pc:docMk/>
            <pc:sldMk cId="1372602714" sldId="2147483612"/>
            <ac:spMk id="24" creationId="{C125644E-A56A-8E95-51E2-22365E7C49C8}"/>
          </ac:spMkLst>
        </pc:spChg>
        <pc:spChg chg="del">
          <ac:chgData name="Vittoria Mascioli" userId="593af5fa-a62b-4903-9e0b-08fb2734b963" providerId="ADAL" clId="{E5427556-ED37-4EC3-86B2-46664A0DFBB3}" dt="2026-09-18T11:50:15.001" v="2711" actId="478"/>
          <ac:spMkLst>
            <pc:docMk/>
            <pc:sldMk cId="1372602714" sldId="2147483612"/>
            <ac:spMk id="25" creationId="{6AA6A291-DB0D-7B0E-9FE8-C1C0963447B7}"/>
          </ac:spMkLst>
        </pc:spChg>
        <pc:spChg chg="mod ord">
          <ac:chgData name="Vittoria Mascioli" userId="593af5fa-a62b-4903-9e0b-08fb2734b963" providerId="ADAL" clId="{E5427556-ED37-4EC3-86B2-46664A0DFBB3}" dt="2026-09-18T12:00:23.669" v="3361"/>
          <ac:spMkLst>
            <pc:docMk/>
            <pc:sldMk cId="1372602714" sldId="2147483612"/>
            <ac:spMk id="26" creationId="{F3F70CA3-814E-6C4F-BE4F-90326631587E}"/>
          </ac:spMkLst>
        </pc:spChg>
        <pc:spChg chg="mod ord">
          <ac:chgData name="Vittoria Mascioli" userId="593af5fa-a62b-4903-9e0b-08fb2734b963" providerId="ADAL" clId="{E5427556-ED37-4EC3-86B2-46664A0DFBB3}" dt="2026-09-18T12:00:23.669" v="3363"/>
          <ac:spMkLst>
            <pc:docMk/>
            <pc:sldMk cId="1372602714" sldId="2147483612"/>
            <ac:spMk id="27" creationId="{40FEA0BD-5AD1-D767-58BA-827791563A46}"/>
          </ac:spMkLst>
        </pc:spChg>
        <pc:spChg chg="mod ord">
          <ac:chgData name="Vittoria Mascioli" userId="593af5fa-a62b-4903-9e0b-08fb2734b963" providerId="ADAL" clId="{E5427556-ED37-4EC3-86B2-46664A0DFBB3}" dt="2026-09-18T12:00:23.670" v="3365"/>
          <ac:spMkLst>
            <pc:docMk/>
            <pc:sldMk cId="1372602714" sldId="2147483612"/>
            <ac:spMk id="28" creationId="{979ED86B-628F-BD66-0E6C-98C32738DAD4}"/>
          </ac:spMkLst>
        </pc:spChg>
        <pc:spChg chg="mod ord">
          <ac:chgData name="Vittoria Mascioli" userId="593af5fa-a62b-4903-9e0b-08fb2734b963" providerId="ADAL" clId="{E5427556-ED37-4EC3-86B2-46664A0DFBB3}" dt="2026-09-18T12:00:23.670" v="3367"/>
          <ac:spMkLst>
            <pc:docMk/>
            <pc:sldMk cId="1372602714" sldId="2147483612"/>
            <ac:spMk id="29" creationId="{A2712862-EFC1-3731-BB1C-EBD63D9AD04D}"/>
          </ac:spMkLst>
        </pc:spChg>
        <pc:spChg chg="mod ord">
          <ac:chgData name="Vittoria Mascioli" userId="593af5fa-a62b-4903-9e0b-08fb2734b963" providerId="ADAL" clId="{E5427556-ED37-4EC3-86B2-46664A0DFBB3}" dt="2026-09-18T12:21:19.037" v="4221" actId="1076"/>
          <ac:spMkLst>
            <pc:docMk/>
            <pc:sldMk cId="1372602714" sldId="2147483612"/>
            <ac:spMk id="30" creationId="{27D1A8EA-8B0A-6406-8145-0AE51EF99266}"/>
          </ac:spMkLst>
        </pc:spChg>
        <pc:spChg chg="mod ord">
          <ac:chgData name="Vittoria Mascioli" userId="593af5fa-a62b-4903-9e0b-08fb2734b963" providerId="ADAL" clId="{E5427556-ED37-4EC3-86B2-46664A0DFBB3}" dt="2026-09-18T12:00:23.672" v="3379"/>
          <ac:spMkLst>
            <pc:docMk/>
            <pc:sldMk cId="1372602714" sldId="2147483612"/>
            <ac:spMk id="31" creationId="{0F5566F1-D398-B5C5-E785-195BF907D21B}"/>
          </ac:spMkLst>
        </pc:spChg>
        <pc:spChg chg="add del mod modVis">
          <ac:chgData name="Vittoria Mascioli" userId="593af5fa-a62b-4903-9e0b-08fb2734b963" providerId="ADAL" clId="{E5427556-ED37-4EC3-86B2-46664A0DFBB3}" dt="2026-09-18T12:00:23.702" v="3497"/>
          <ac:spMkLst>
            <pc:docMk/>
            <pc:sldMk cId="1372602714" sldId="2147483612"/>
            <ac:spMk id="31" creationId="{41248896-F512-7009-9ED0-CD054FD3AC53}"/>
          </ac:spMkLst>
        </pc:spChg>
        <pc:spChg chg="del">
          <ac:chgData name="Vittoria Mascioli" userId="593af5fa-a62b-4903-9e0b-08fb2734b963" providerId="ADAL" clId="{E5427556-ED37-4EC3-86B2-46664A0DFBB3}" dt="2026-09-18T11:50:15.001" v="2711" actId="478"/>
          <ac:spMkLst>
            <pc:docMk/>
            <pc:sldMk cId="1372602714" sldId="2147483612"/>
            <ac:spMk id="31" creationId="{432D9457-0E6D-DE13-21DD-7425A448980A}"/>
          </ac:spMkLst>
        </pc:spChg>
        <pc:spChg chg="del">
          <ac:chgData name="Vittoria Mascioli" userId="593af5fa-a62b-4903-9e0b-08fb2734b963" providerId="ADAL" clId="{E5427556-ED37-4EC3-86B2-46664A0DFBB3}" dt="2026-09-18T11:50:15.001" v="2711" actId="478"/>
          <ac:spMkLst>
            <pc:docMk/>
            <pc:sldMk cId="1372602714" sldId="2147483612"/>
            <ac:spMk id="32" creationId="{471DCE31-553D-78B0-077D-6B3D0FC60FD3}"/>
          </ac:spMkLst>
        </pc:spChg>
        <pc:spChg chg="add del mod">
          <ac:chgData name="Vittoria Mascioli" userId="593af5fa-a62b-4903-9e0b-08fb2734b963" providerId="ADAL" clId="{E5427556-ED37-4EC3-86B2-46664A0DFBB3}" dt="2026-09-18T12:00:46.205" v="3504" actId="478"/>
          <ac:spMkLst>
            <pc:docMk/>
            <pc:sldMk cId="1372602714" sldId="2147483612"/>
            <ac:spMk id="33" creationId="{5DA122D5-DE03-1EA2-6B62-572A8BD9CD76}"/>
          </ac:spMkLst>
        </pc:spChg>
        <pc:spChg chg="del">
          <ac:chgData name="Vittoria Mascioli" userId="593af5fa-a62b-4903-9e0b-08fb2734b963" providerId="ADAL" clId="{E5427556-ED37-4EC3-86B2-46664A0DFBB3}" dt="2026-09-18T11:50:15.001" v="2711" actId="478"/>
          <ac:spMkLst>
            <pc:docMk/>
            <pc:sldMk cId="1372602714" sldId="2147483612"/>
            <ac:spMk id="33" creationId="{84F3C4C0-8160-494C-7585-73FBF0CA83D4}"/>
          </ac:spMkLst>
        </pc:spChg>
        <pc:spChg chg="mod ord">
          <ac:chgData name="Vittoria Mascioli" userId="593af5fa-a62b-4903-9e0b-08fb2734b963" providerId="ADAL" clId="{E5427556-ED37-4EC3-86B2-46664A0DFBB3}" dt="2026-09-18T12:00:23.673" v="3381"/>
          <ac:spMkLst>
            <pc:docMk/>
            <pc:sldMk cId="1372602714" sldId="2147483612"/>
            <ac:spMk id="33" creationId="{BD8C5E6F-FE63-687F-27C0-6FBDCBC8334E}"/>
          </ac:spMkLst>
        </pc:spChg>
        <pc:spChg chg="add mod">
          <ac:chgData name="Vittoria Mascioli" userId="593af5fa-a62b-4903-9e0b-08fb2734b963" providerId="ADAL" clId="{E5427556-ED37-4EC3-86B2-46664A0DFBB3}" dt="2026-09-18T12:00:54.879" v="3534" actId="20577"/>
          <ac:spMkLst>
            <pc:docMk/>
            <pc:sldMk cId="1372602714" sldId="2147483612"/>
            <ac:spMk id="34" creationId="{036E3F1D-305F-C3E7-5B0A-3F885361A90F}"/>
          </ac:spMkLst>
        </pc:spChg>
        <pc:spChg chg="mod ord">
          <ac:chgData name="Vittoria Mascioli" userId="593af5fa-a62b-4903-9e0b-08fb2734b963" providerId="ADAL" clId="{E5427556-ED37-4EC3-86B2-46664A0DFBB3}" dt="2026-09-18T12:00:23.673" v="3383"/>
          <ac:spMkLst>
            <pc:docMk/>
            <pc:sldMk cId="1372602714" sldId="2147483612"/>
            <ac:spMk id="34" creationId="{0B555882-160D-3AA4-806E-734A7890A16D}"/>
          </ac:spMkLst>
        </pc:spChg>
        <pc:spChg chg="del">
          <ac:chgData name="Vittoria Mascioli" userId="593af5fa-a62b-4903-9e0b-08fb2734b963" providerId="ADAL" clId="{E5427556-ED37-4EC3-86B2-46664A0DFBB3}" dt="2026-09-18T11:50:15.001" v="2711" actId="478"/>
          <ac:spMkLst>
            <pc:docMk/>
            <pc:sldMk cId="1372602714" sldId="2147483612"/>
            <ac:spMk id="34" creationId="{6FA05B30-5FDC-9492-947F-2176F11C0AB6}"/>
          </ac:spMkLst>
        </pc:spChg>
        <pc:spChg chg="del">
          <ac:chgData name="Vittoria Mascioli" userId="593af5fa-a62b-4903-9e0b-08fb2734b963" providerId="ADAL" clId="{E5427556-ED37-4EC3-86B2-46664A0DFBB3}" dt="2026-09-18T11:50:15.001" v="2711" actId="478"/>
          <ac:spMkLst>
            <pc:docMk/>
            <pc:sldMk cId="1372602714" sldId="2147483612"/>
            <ac:spMk id="35" creationId="{A776F97C-8830-EB2C-6233-69A25D9DDDDE}"/>
          </ac:spMkLst>
        </pc:spChg>
        <pc:spChg chg="mod">
          <ac:chgData name="Vittoria Mascioli" userId="593af5fa-a62b-4903-9e0b-08fb2734b963" providerId="ADAL" clId="{E5427556-ED37-4EC3-86B2-46664A0DFBB3}" dt="2026-09-18T12:22:46.064" v="4226" actId="20577"/>
          <ac:spMkLst>
            <pc:docMk/>
            <pc:sldMk cId="1372602714" sldId="2147483612"/>
            <ac:spMk id="45" creationId="{BE968296-0C68-E1E4-CD56-364011E7B55D}"/>
          </ac:spMkLst>
        </pc:spChg>
        <pc:spChg chg="del mod ord">
          <ac:chgData name="Vittoria Mascioli" userId="593af5fa-a62b-4903-9e0b-08fb2734b963" providerId="ADAL" clId="{E5427556-ED37-4EC3-86B2-46664A0DFBB3}" dt="2026-09-18T11:55:26.185" v="3166" actId="21"/>
          <ac:spMkLst>
            <pc:docMk/>
            <pc:sldMk cId="1372602714" sldId="2147483612"/>
            <ac:spMk id="54" creationId="{E7FA659F-5455-F4F3-6690-EBE4B00462AD}"/>
          </ac:spMkLst>
        </pc:spChg>
        <pc:spChg chg="mod ord">
          <ac:chgData name="Vittoria Mascioli" userId="593af5fa-a62b-4903-9e0b-08fb2734b963" providerId="ADAL" clId="{E5427556-ED37-4EC3-86B2-46664A0DFBB3}" dt="2026-09-18T12:00:23.674" v="3385"/>
          <ac:spMkLst>
            <pc:docMk/>
            <pc:sldMk cId="1372602714" sldId="2147483612"/>
            <ac:spMk id="55" creationId="{06928DF5-03C7-E23B-E70C-4E560B42FAAE}"/>
          </ac:spMkLst>
        </pc:spChg>
        <pc:spChg chg="del">
          <ac:chgData name="Vittoria Mascioli" userId="593af5fa-a62b-4903-9e0b-08fb2734b963" providerId="ADAL" clId="{E5427556-ED37-4EC3-86B2-46664A0DFBB3}" dt="2026-09-18T11:50:15.001" v="2711" actId="478"/>
          <ac:spMkLst>
            <pc:docMk/>
            <pc:sldMk cId="1372602714" sldId="2147483612"/>
            <ac:spMk id="55" creationId="{5A32AE3A-4200-9C59-34AA-6A78A710B539}"/>
          </ac:spMkLst>
        </pc:spChg>
        <pc:spChg chg="del">
          <ac:chgData name="Vittoria Mascioli" userId="593af5fa-a62b-4903-9e0b-08fb2734b963" providerId="ADAL" clId="{E5427556-ED37-4EC3-86B2-46664A0DFBB3}" dt="2026-09-18T11:50:15.001" v="2711" actId="478"/>
          <ac:spMkLst>
            <pc:docMk/>
            <pc:sldMk cId="1372602714" sldId="2147483612"/>
            <ac:spMk id="56" creationId="{5C07171B-D8F7-7357-DBF1-9EEF362CFE8D}"/>
          </ac:spMkLst>
        </pc:spChg>
        <pc:spChg chg="mod ord">
          <ac:chgData name="Vittoria Mascioli" userId="593af5fa-a62b-4903-9e0b-08fb2734b963" providerId="ADAL" clId="{E5427556-ED37-4EC3-86B2-46664A0DFBB3}" dt="2026-09-18T12:00:23.674" v="3387"/>
          <ac:spMkLst>
            <pc:docMk/>
            <pc:sldMk cId="1372602714" sldId="2147483612"/>
            <ac:spMk id="56" creationId="{B3E49855-263E-D8BF-B533-50C39FB1813B}"/>
          </ac:spMkLst>
        </pc:spChg>
        <pc:spChg chg="del">
          <ac:chgData name="Vittoria Mascioli" userId="593af5fa-a62b-4903-9e0b-08fb2734b963" providerId="ADAL" clId="{E5427556-ED37-4EC3-86B2-46664A0DFBB3}" dt="2026-09-18T11:50:15.001" v="2711" actId="478"/>
          <ac:spMkLst>
            <pc:docMk/>
            <pc:sldMk cId="1372602714" sldId="2147483612"/>
            <ac:spMk id="57" creationId="{9C2A3F6B-64A0-DE05-82CE-720669CA644F}"/>
          </ac:spMkLst>
        </pc:spChg>
        <pc:spChg chg="mod ord">
          <ac:chgData name="Vittoria Mascioli" userId="593af5fa-a62b-4903-9e0b-08fb2734b963" providerId="ADAL" clId="{E5427556-ED37-4EC3-86B2-46664A0DFBB3}" dt="2026-09-18T12:00:23.675" v="3389"/>
          <ac:spMkLst>
            <pc:docMk/>
            <pc:sldMk cId="1372602714" sldId="2147483612"/>
            <ac:spMk id="57" creationId="{E40381AA-71D8-6A6A-718F-7B226B005878}"/>
          </ac:spMkLst>
        </pc:spChg>
        <pc:spChg chg="mod">
          <ac:chgData name="Vittoria Mascioli" userId="593af5fa-a62b-4903-9e0b-08fb2734b963" providerId="ADAL" clId="{E5427556-ED37-4EC3-86B2-46664A0DFBB3}" dt="2026-09-18T12:33:37.495" v="4508" actId="465"/>
          <ac:spMkLst>
            <pc:docMk/>
            <pc:sldMk cId="1372602714" sldId="2147483612"/>
            <ac:spMk id="58" creationId="{BD6E3C72-8893-7B39-5813-D808C57F92FF}"/>
          </ac:spMkLst>
        </pc:spChg>
        <pc:spChg chg="mod">
          <ac:chgData name="Vittoria Mascioli" userId="593af5fa-a62b-4903-9e0b-08fb2734b963" providerId="ADAL" clId="{E5427556-ED37-4EC3-86B2-46664A0DFBB3}" dt="2026-09-18T12:33:31.392" v="4507" actId="1035"/>
          <ac:spMkLst>
            <pc:docMk/>
            <pc:sldMk cId="1372602714" sldId="2147483612"/>
            <ac:spMk id="59" creationId="{ED996AE2-EA01-2869-B1A5-365E469D4349}"/>
          </ac:spMkLst>
        </pc:spChg>
        <pc:spChg chg="mod ord">
          <ac:chgData name="Vittoria Mascioli" userId="593af5fa-a62b-4903-9e0b-08fb2734b963" providerId="ADAL" clId="{E5427556-ED37-4EC3-86B2-46664A0DFBB3}" dt="2026-09-18T12:00:23.675" v="3391"/>
          <ac:spMkLst>
            <pc:docMk/>
            <pc:sldMk cId="1372602714" sldId="2147483612"/>
            <ac:spMk id="62" creationId="{A6DA7603-E974-E0F0-DB64-772B3D89A7BC}"/>
          </ac:spMkLst>
        </pc:spChg>
        <pc:spChg chg="add del mod">
          <ac:chgData name="Vittoria Mascioli" userId="593af5fa-a62b-4903-9e0b-08fb2734b963" providerId="ADAL" clId="{E5427556-ED37-4EC3-86B2-46664A0DFBB3}" dt="2026-09-18T11:51:12.682" v="2753" actId="478"/>
          <ac:spMkLst>
            <pc:docMk/>
            <pc:sldMk cId="1372602714" sldId="2147483612"/>
            <ac:spMk id="62" creationId="{CD2EEBE5-89BF-4E90-CF78-38AB90EA6064}"/>
          </ac:spMkLst>
        </pc:spChg>
        <pc:spChg chg="add del mod">
          <ac:chgData name="Vittoria Mascioli" userId="593af5fa-a62b-4903-9e0b-08fb2734b963" providerId="ADAL" clId="{E5427556-ED37-4EC3-86B2-46664A0DFBB3}" dt="2026-09-18T11:52:11.326" v="2797" actId="478"/>
          <ac:spMkLst>
            <pc:docMk/>
            <pc:sldMk cId="1372602714" sldId="2147483612"/>
            <ac:spMk id="63" creationId="{2F1EB631-180D-B137-4356-FB059FB396B2}"/>
          </ac:spMkLst>
        </pc:spChg>
        <pc:spChg chg="mod ord">
          <ac:chgData name="Vittoria Mascioli" userId="593af5fa-a62b-4903-9e0b-08fb2734b963" providerId="ADAL" clId="{E5427556-ED37-4EC3-86B2-46664A0DFBB3}" dt="2026-09-18T12:00:23.676" v="3393"/>
          <ac:spMkLst>
            <pc:docMk/>
            <pc:sldMk cId="1372602714" sldId="2147483612"/>
            <ac:spMk id="63" creationId="{9950FC01-C0AD-6F4E-451C-F18F03546E06}"/>
          </ac:spMkLst>
        </pc:spChg>
        <pc:spChg chg="mod ord">
          <ac:chgData name="Vittoria Mascioli" userId="593af5fa-a62b-4903-9e0b-08fb2734b963" providerId="ADAL" clId="{E5427556-ED37-4EC3-86B2-46664A0DFBB3}" dt="2026-09-18T12:00:23.676" v="3395"/>
          <ac:spMkLst>
            <pc:docMk/>
            <pc:sldMk cId="1372602714" sldId="2147483612"/>
            <ac:spMk id="64" creationId="{4DA70A5B-586C-3728-F935-C02E8AA9DE55}"/>
          </ac:spMkLst>
        </pc:spChg>
        <pc:spChg chg="add del mod">
          <ac:chgData name="Vittoria Mascioli" userId="593af5fa-a62b-4903-9e0b-08fb2734b963" providerId="ADAL" clId="{E5427556-ED37-4EC3-86B2-46664A0DFBB3}" dt="2026-09-18T11:52:11.326" v="2797" actId="478"/>
          <ac:spMkLst>
            <pc:docMk/>
            <pc:sldMk cId="1372602714" sldId="2147483612"/>
            <ac:spMk id="65" creationId="{151EE958-596E-7D6F-BBC6-1F54E5BE9432}"/>
          </ac:spMkLst>
        </pc:spChg>
        <pc:spChg chg="add mod ord">
          <ac:chgData name="Vittoria Mascioli" userId="593af5fa-a62b-4903-9e0b-08fb2734b963" providerId="ADAL" clId="{E5427556-ED37-4EC3-86B2-46664A0DFBB3}" dt="2026-09-18T12:00:23.700" v="3489"/>
          <ac:spMkLst>
            <pc:docMk/>
            <pc:sldMk cId="1372602714" sldId="2147483612"/>
            <ac:spMk id="65" creationId="{3A887502-234A-F770-5973-8B10458C0265}"/>
          </ac:spMkLst>
        </pc:spChg>
        <pc:spChg chg="add mod">
          <ac:chgData name="Vittoria Mascioli" userId="593af5fa-a62b-4903-9e0b-08fb2734b963" providerId="ADAL" clId="{E5427556-ED37-4EC3-86B2-46664A0DFBB3}" dt="2026-09-18T12:02:53.112" v="3574" actId="571"/>
          <ac:spMkLst>
            <pc:docMk/>
            <pc:sldMk cId="1372602714" sldId="2147483612"/>
            <ac:spMk id="66" creationId="{62271C8C-1993-E657-F329-9B5A97B08577}"/>
          </ac:spMkLst>
        </pc:spChg>
        <pc:spChg chg="add del mod">
          <ac:chgData name="Vittoria Mascioli" userId="593af5fa-a62b-4903-9e0b-08fb2734b963" providerId="ADAL" clId="{E5427556-ED37-4EC3-86B2-46664A0DFBB3}" dt="2026-09-18T11:52:11.326" v="2797" actId="478"/>
          <ac:spMkLst>
            <pc:docMk/>
            <pc:sldMk cId="1372602714" sldId="2147483612"/>
            <ac:spMk id="67" creationId="{04225DD4-0A98-4220-384E-AC2198FCF969}"/>
          </ac:spMkLst>
        </pc:spChg>
        <pc:spChg chg="mod ord">
          <ac:chgData name="Vittoria Mascioli" userId="593af5fa-a62b-4903-9e0b-08fb2734b963" providerId="ADAL" clId="{E5427556-ED37-4EC3-86B2-46664A0DFBB3}" dt="2026-09-18T12:00:23.688" v="3443"/>
          <ac:spMkLst>
            <pc:docMk/>
            <pc:sldMk cId="1372602714" sldId="2147483612"/>
            <ac:spMk id="67" creationId="{BD6E3C72-8893-7B39-5813-D808C57F92FF}"/>
          </ac:spMkLst>
        </pc:spChg>
        <pc:spChg chg="add mod ord">
          <ac:chgData name="Vittoria Mascioli" userId="593af5fa-a62b-4903-9e0b-08fb2734b963" providerId="ADAL" clId="{E5427556-ED37-4EC3-86B2-46664A0DFBB3}" dt="2026-09-18T12:00:23.693" v="3457"/>
          <ac:spMkLst>
            <pc:docMk/>
            <pc:sldMk cId="1372602714" sldId="2147483612"/>
            <ac:spMk id="68" creationId="{ED996AE2-EA01-2869-B1A5-365E469D4349}"/>
          </ac:spMkLst>
        </pc:spChg>
        <pc:spChg chg="mod ord">
          <ac:chgData name="Vittoria Mascioli" userId="593af5fa-a62b-4903-9e0b-08fb2734b963" providerId="ADAL" clId="{E5427556-ED37-4EC3-86B2-46664A0DFBB3}" dt="2026-09-18T12:00:23.667" v="3353"/>
          <ac:spMkLst>
            <pc:docMk/>
            <pc:sldMk cId="1372602714" sldId="2147483612"/>
            <ac:spMk id="71" creationId="{4E5023CC-EF27-8D03-80DF-E8B9DD42D6F4}"/>
          </ac:spMkLst>
        </pc:spChg>
        <pc:spChg chg="add del mod ord">
          <ac:chgData name="Vittoria Mascioli" userId="593af5fa-a62b-4903-9e0b-08fb2734b963" providerId="ADAL" clId="{E5427556-ED37-4EC3-86B2-46664A0DFBB3}" dt="2026-09-18T12:00:23.693" v="3459"/>
          <ac:spMkLst>
            <pc:docMk/>
            <pc:sldMk cId="1372602714" sldId="2147483612"/>
            <ac:spMk id="78" creationId="{18A646C0-589F-4232-0EFB-3194C762BF5A}"/>
          </ac:spMkLst>
        </pc:spChg>
        <pc:spChg chg="add del mod modVis">
          <ac:chgData name="Vittoria Mascioli" userId="593af5fa-a62b-4903-9e0b-08fb2734b963" providerId="ADAL" clId="{E5427556-ED37-4EC3-86B2-46664A0DFBB3}" dt="2026-09-18T09:55:31.062" v="1360"/>
          <ac:spMkLst>
            <pc:docMk/>
            <pc:sldMk cId="1372602714" sldId="2147483612"/>
            <ac:spMk id="78" creationId="{20B2AF86-CC74-AE85-9772-A08133294584}"/>
          </ac:spMkLst>
        </pc:spChg>
        <pc:spChg chg="add mod ord">
          <ac:chgData name="Vittoria Mascioli" userId="593af5fa-a62b-4903-9e0b-08fb2734b963" providerId="ADAL" clId="{E5427556-ED37-4EC3-86B2-46664A0DFBB3}" dt="2026-09-18T12:00:23.695" v="3465"/>
          <ac:spMkLst>
            <pc:docMk/>
            <pc:sldMk cId="1372602714" sldId="2147483612"/>
            <ac:spMk id="79" creationId="{3A0182DC-B8C9-72DF-D198-D5194E16CC93}"/>
          </ac:spMkLst>
        </pc:spChg>
        <pc:spChg chg="add mod ord">
          <ac:chgData name="Vittoria Mascioli" userId="593af5fa-a62b-4903-9e0b-08fb2734b963" providerId="ADAL" clId="{E5427556-ED37-4EC3-86B2-46664A0DFBB3}" dt="2026-09-18T12:00:23.693" v="3461"/>
          <ac:spMkLst>
            <pc:docMk/>
            <pc:sldMk cId="1372602714" sldId="2147483612"/>
            <ac:spMk id="79" creationId="{80FE1104-B7FA-5FCC-9CD5-BAAB0E286AA9}"/>
          </ac:spMkLst>
        </pc:spChg>
        <pc:spChg chg="mod ord">
          <ac:chgData name="Vittoria Mascioli" userId="593af5fa-a62b-4903-9e0b-08fb2734b963" providerId="ADAL" clId="{E5427556-ED37-4EC3-86B2-46664A0DFBB3}" dt="2026-09-18T12:50:10.123" v="4974" actId="20577"/>
          <ac:spMkLst>
            <pc:docMk/>
            <pc:sldMk cId="1372602714" sldId="2147483612"/>
            <ac:spMk id="80" creationId="{3A3055AB-95BC-6982-A86B-B2B94A0B848E}"/>
          </ac:spMkLst>
        </pc:spChg>
        <pc:spChg chg="mod ord">
          <ac:chgData name="Vittoria Mascioli" userId="593af5fa-a62b-4903-9e0b-08fb2734b963" providerId="ADAL" clId="{E5427556-ED37-4EC3-86B2-46664A0DFBB3}" dt="2026-09-18T12:00:23.687" v="3437"/>
          <ac:spMkLst>
            <pc:docMk/>
            <pc:sldMk cId="1372602714" sldId="2147483612"/>
            <ac:spMk id="84" creationId="{D95BC7B4-6CB7-25A7-D845-30E9867377A1}"/>
          </ac:spMkLst>
        </pc:spChg>
        <pc:spChg chg="mod ord">
          <ac:chgData name="Vittoria Mascioli" userId="593af5fa-a62b-4903-9e0b-08fb2734b963" providerId="ADAL" clId="{E5427556-ED37-4EC3-86B2-46664A0DFBB3}" dt="2026-09-18T12:00:23.687" v="3439"/>
          <ac:spMkLst>
            <pc:docMk/>
            <pc:sldMk cId="1372602714" sldId="2147483612"/>
            <ac:spMk id="85" creationId="{D754D2DB-D38F-F6EC-8F24-D52AB8D778D0}"/>
          </ac:spMkLst>
        </pc:spChg>
        <pc:spChg chg="mod ord">
          <ac:chgData name="Vittoria Mascioli" userId="593af5fa-a62b-4903-9e0b-08fb2734b963" providerId="ADAL" clId="{E5427556-ED37-4EC3-86B2-46664A0DFBB3}" dt="2026-09-18T12:00:23.688" v="3441"/>
          <ac:spMkLst>
            <pc:docMk/>
            <pc:sldMk cId="1372602714" sldId="2147483612"/>
            <ac:spMk id="86" creationId="{F7D68595-A8BF-5663-E9A4-412B9B90167C}"/>
          </ac:spMkLst>
        </pc:spChg>
        <pc:spChg chg="add mod ord">
          <ac:chgData name="Vittoria Mascioli" userId="593af5fa-a62b-4903-9e0b-08fb2734b963" providerId="ADAL" clId="{E5427556-ED37-4EC3-86B2-46664A0DFBB3}" dt="2026-09-18T12:00:23.694" v="3463"/>
          <ac:spMkLst>
            <pc:docMk/>
            <pc:sldMk cId="1372602714" sldId="2147483612"/>
            <ac:spMk id="87" creationId="{4A0512E9-5C4A-F4AE-CA51-754FAAE18F63}"/>
          </ac:spMkLst>
        </pc:spChg>
        <pc:spChg chg="add mod ord">
          <ac:chgData name="Vittoria Mascioli" userId="593af5fa-a62b-4903-9e0b-08fb2734b963" providerId="ADAL" clId="{E5427556-ED37-4EC3-86B2-46664A0DFBB3}" dt="2026-09-18T12:00:23.695" v="3467"/>
          <ac:spMkLst>
            <pc:docMk/>
            <pc:sldMk cId="1372602714" sldId="2147483612"/>
            <ac:spMk id="88" creationId="{3606AA82-E16C-44F2-7176-55E86F5E27C4}"/>
          </ac:spMkLst>
        </pc:spChg>
        <pc:spChg chg="add mod ord">
          <ac:chgData name="Vittoria Mascioli" userId="593af5fa-a62b-4903-9e0b-08fb2734b963" providerId="ADAL" clId="{E5427556-ED37-4EC3-86B2-46664A0DFBB3}" dt="2026-09-18T12:00:23.697" v="3475"/>
          <ac:spMkLst>
            <pc:docMk/>
            <pc:sldMk cId="1372602714" sldId="2147483612"/>
            <ac:spMk id="88" creationId="{D09BD717-2690-E4F4-FA63-E33C64C038FF}"/>
          </ac:spMkLst>
        </pc:spChg>
        <pc:spChg chg="add mod ord">
          <ac:chgData name="Vittoria Mascioli" userId="593af5fa-a62b-4903-9e0b-08fb2734b963" providerId="ADAL" clId="{E5427556-ED37-4EC3-86B2-46664A0DFBB3}" dt="2026-09-18T12:00:23.698" v="3477"/>
          <ac:spMkLst>
            <pc:docMk/>
            <pc:sldMk cId="1372602714" sldId="2147483612"/>
            <ac:spMk id="89" creationId="{1A137C91-1E6F-298F-A24E-C914FA82661F}"/>
          </ac:spMkLst>
        </pc:spChg>
        <pc:spChg chg="mod ord">
          <ac:chgData name="Vittoria Mascioli" userId="593af5fa-a62b-4903-9e0b-08fb2734b963" providerId="ADAL" clId="{E5427556-ED37-4EC3-86B2-46664A0DFBB3}" dt="2026-09-18T12:00:23.680" v="3411"/>
          <ac:spMkLst>
            <pc:docMk/>
            <pc:sldMk cId="1372602714" sldId="2147483612"/>
            <ac:spMk id="90" creationId="{A2453CA3-D3A8-5183-A40C-9720D69C5B99}"/>
          </ac:spMkLst>
        </pc:spChg>
        <pc:spChg chg="mod ord">
          <ac:chgData name="Vittoria Mascioli" userId="593af5fa-a62b-4903-9e0b-08fb2734b963" providerId="ADAL" clId="{E5427556-ED37-4EC3-86B2-46664A0DFBB3}" dt="2026-09-18T12:00:23.686" v="3433"/>
          <ac:spMkLst>
            <pc:docMk/>
            <pc:sldMk cId="1372602714" sldId="2147483612"/>
            <ac:spMk id="91" creationId="{ECFEE611-07AE-9A5F-3C59-DB1AFFCB7124}"/>
          </ac:spMkLst>
        </pc:spChg>
        <pc:spChg chg="add mod ord">
          <ac:chgData name="Vittoria Mascioli" userId="593af5fa-a62b-4903-9e0b-08fb2734b963" providerId="ADAL" clId="{E5427556-ED37-4EC3-86B2-46664A0DFBB3}" dt="2026-09-18T12:00:23.699" v="3481"/>
          <ac:spMkLst>
            <pc:docMk/>
            <pc:sldMk cId="1372602714" sldId="2147483612"/>
            <ac:spMk id="92" creationId="{51686E86-02CD-0289-BF20-72B1CD70E71D}"/>
          </ac:spMkLst>
        </pc:spChg>
        <pc:spChg chg="add mod ord">
          <ac:chgData name="Vittoria Mascioli" userId="593af5fa-a62b-4903-9e0b-08fb2734b963" providerId="ADAL" clId="{E5427556-ED37-4EC3-86B2-46664A0DFBB3}" dt="2026-09-18T12:00:23.696" v="3469"/>
          <ac:spMkLst>
            <pc:docMk/>
            <pc:sldMk cId="1372602714" sldId="2147483612"/>
            <ac:spMk id="92" creationId="{9A9995CB-DAE5-8F30-AE61-C5E1517B6A27}"/>
          </ac:spMkLst>
        </pc:spChg>
        <pc:spChg chg="add mod ord">
          <ac:chgData name="Vittoria Mascioli" userId="593af5fa-a62b-4903-9e0b-08fb2734b963" providerId="ADAL" clId="{E5427556-ED37-4EC3-86B2-46664A0DFBB3}" dt="2026-09-18T12:00:23.699" v="3483"/>
          <ac:spMkLst>
            <pc:docMk/>
            <pc:sldMk cId="1372602714" sldId="2147483612"/>
            <ac:spMk id="93" creationId="{D2F00A73-2623-7619-9374-6662AFDBBC47}"/>
          </ac:spMkLst>
        </pc:spChg>
        <pc:spChg chg="add mod ord">
          <ac:chgData name="Vittoria Mascioli" userId="593af5fa-a62b-4903-9e0b-08fb2734b963" providerId="ADAL" clId="{E5427556-ED37-4EC3-86B2-46664A0DFBB3}" dt="2026-09-18T12:00:23.699" v="3485"/>
          <ac:spMkLst>
            <pc:docMk/>
            <pc:sldMk cId="1372602714" sldId="2147483612"/>
            <ac:spMk id="94" creationId="{4FECEAE7-C08D-A39F-7824-91A0F3081671}"/>
          </ac:spMkLst>
        </pc:spChg>
        <pc:spChg chg="add mod ord">
          <ac:chgData name="Vittoria Mascioli" userId="593af5fa-a62b-4903-9e0b-08fb2734b963" providerId="ADAL" clId="{E5427556-ED37-4EC3-86B2-46664A0DFBB3}" dt="2026-09-18T12:00:23.696" v="3471"/>
          <ac:spMkLst>
            <pc:docMk/>
            <pc:sldMk cId="1372602714" sldId="2147483612"/>
            <ac:spMk id="94" creationId="{A40E67C0-4ECC-8E36-642C-2CCF64F39663}"/>
          </ac:spMkLst>
        </pc:spChg>
        <pc:spChg chg="mod ord">
          <ac:chgData name="Vittoria Mascioli" userId="593af5fa-a62b-4903-9e0b-08fb2734b963" providerId="ADAL" clId="{E5427556-ED37-4EC3-86B2-46664A0DFBB3}" dt="2026-09-18T12:00:23.680" v="3413"/>
          <ac:spMkLst>
            <pc:docMk/>
            <pc:sldMk cId="1372602714" sldId="2147483612"/>
            <ac:spMk id="95" creationId="{1A12DC0D-76D5-6EB1-694A-7DC0910FE645}"/>
          </ac:spMkLst>
        </pc:spChg>
        <pc:spChg chg="add mod ord">
          <ac:chgData name="Vittoria Mascioli" userId="593af5fa-a62b-4903-9e0b-08fb2734b963" providerId="ADAL" clId="{E5427556-ED37-4EC3-86B2-46664A0DFBB3}" dt="2026-09-18T12:00:38.126" v="3502" actId="20577"/>
          <ac:spMkLst>
            <pc:docMk/>
            <pc:sldMk cId="1372602714" sldId="2147483612"/>
            <ac:spMk id="96" creationId="{15A9466B-F11E-9E02-18E6-898E6F1F0836}"/>
          </ac:spMkLst>
        </pc:spChg>
        <pc:spChg chg="mod ord">
          <ac:chgData name="Vittoria Mascioli" userId="593af5fa-a62b-4903-9e0b-08fb2734b963" providerId="ADAL" clId="{E5427556-ED37-4EC3-86B2-46664A0DFBB3}" dt="2026-09-18T12:00:23.681" v="3415"/>
          <ac:spMkLst>
            <pc:docMk/>
            <pc:sldMk cId="1372602714" sldId="2147483612"/>
            <ac:spMk id="97" creationId="{E34F1D77-0044-6E47-E3EE-ABE3F9982BB3}"/>
          </ac:spMkLst>
        </pc:spChg>
        <pc:spChg chg="add mod ord">
          <ac:chgData name="Vittoria Mascioli" userId="593af5fa-a62b-4903-9e0b-08fb2734b963" providerId="ADAL" clId="{E5427556-ED37-4EC3-86B2-46664A0DFBB3}" dt="2026-09-18T12:00:23.697" v="3473"/>
          <ac:spMkLst>
            <pc:docMk/>
            <pc:sldMk cId="1372602714" sldId="2147483612"/>
            <ac:spMk id="99" creationId="{5911ADF0-A5FD-9549-FF38-1ABA881CB348}"/>
          </ac:spMkLst>
        </pc:spChg>
        <pc:spChg chg="add mod ord">
          <ac:chgData name="Vittoria Mascioli" userId="593af5fa-a62b-4903-9e0b-08fb2734b963" providerId="ADAL" clId="{E5427556-ED37-4EC3-86B2-46664A0DFBB3}" dt="2026-09-18T12:00:23.701" v="3493"/>
          <ac:spMkLst>
            <pc:docMk/>
            <pc:sldMk cId="1372602714" sldId="2147483612"/>
            <ac:spMk id="99" creationId="{C1397E99-BA8E-D214-20F2-988DFAA67D87}"/>
          </ac:spMkLst>
        </pc:spChg>
        <pc:spChg chg="mod ord">
          <ac:chgData name="Vittoria Mascioli" userId="593af5fa-a62b-4903-9e0b-08fb2734b963" providerId="ADAL" clId="{E5427556-ED37-4EC3-86B2-46664A0DFBB3}" dt="2026-09-18T12:00:23.701" v="3495"/>
          <ac:spMkLst>
            <pc:docMk/>
            <pc:sldMk cId="1372602714" sldId="2147483612"/>
            <ac:spMk id="100" creationId="{AB5FBA5A-C71A-51B8-960A-87686B22EB78}"/>
          </ac:spMkLst>
        </pc:spChg>
        <pc:spChg chg="add del mod ord">
          <ac:chgData name="Vittoria Mascioli" userId="593af5fa-a62b-4903-9e0b-08fb2734b963" providerId="ADAL" clId="{E5427556-ED37-4EC3-86B2-46664A0DFBB3}" dt="2026-09-18T11:57:56.633" v="3255" actId="478"/>
          <ac:spMkLst>
            <pc:docMk/>
            <pc:sldMk cId="1372602714" sldId="2147483612"/>
            <ac:spMk id="100" creationId="{BBF72609-B7AA-E291-F34A-140101857B57}"/>
          </ac:spMkLst>
        </pc:spChg>
        <pc:spChg chg="add del mod ord">
          <ac:chgData name="Vittoria Mascioli" userId="593af5fa-a62b-4903-9e0b-08fb2734b963" providerId="ADAL" clId="{E5427556-ED37-4EC3-86B2-46664A0DFBB3}" dt="2026-09-18T11:57:59" v="3256" actId="478"/>
          <ac:spMkLst>
            <pc:docMk/>
            <pc:sldMk cId="1372602714" sldId="2147483612"/>
            <ac:spMk id="101" creationId="{C817E58F-A696-8520-27D9-6540ECD53124}"/>
          </ac:spMkLst>
        </pc:spChg>
        <pc:spChg chg="add mod">
          <ac:chgData name="Vittoria Mascioli" userId="593af5fa-a62b-4903-9e0b-08fb2734b963" providerId="ADAL" clId="{E5427556-ED37-4EC3-86B2-46664A0DFBB3}" dt="2026-09-18T12:00:59.178" v="3538" actId="1037"/>
          <ac:spMkLst>
            <pc:docMk/>
            <pc:sldMk cId="1372602714" sldId="2147483612"/>
            <ac:spMk id="101" creationId="{EBD808DC-B32E-D177-7F09-087CE7F36467}"/>
          </ac:spMkLst>
        </pc:spChg>
        <pc:spChg chg="add del mod modVis">
          <ac:chgData name="Vittoria Mascioli" userId="593af5fa-a62b-4903-9e0b-08fb2734b963" providerId="ADAL" clId="{E5427556-ED37-4EC3-86B2-46664A0DFBB3}" dt="2026-09-18T11:53:05.270" v="2984"/>
          <ac:spMkLst>
            <pc:docMk/>
            <pc:sldMk cId="1372602714" sldId="2147483612"/>
            <ac:spMk id="102" creationId="{493B9D2C-5565-F7DF-1BF2-28682F75FEF0}"/>
          </ac:spMkLst>
        </pc:spChg>
        <pc:spChg chg="add mod">
          <ac:chgData name="Vittoria Mascioli" userId="593af5fa-a62b-4903-9e0b-08fb2734b963" providerId="ADAL" clId="{E5427556-ED37-4EC3-86B2-46664A0DFBB3}" dt="2026-09-18T12:01:18.044" v="3550" actId="20577"/>
          <ac:spMkLst>
            <pc:docMk/>
            <pc:sldMk cId="1372602714" sldId="2147483612"/>
            <ac:spMk id="102" creationId="{58408814-1216-CFEF-7161-D1EC4D2D4187}"/>
          </ac:spMkLst>
        </pc:spChg>
        <pc:spChg chg="add del mod">
          <ac:chgData name="Vittoria Mascioli" userId="593af5fa-a62b-4903-9e0b-08fb2734b963" providerId="ADAL" clId="{E5427556-ED37-4EC3-86B2-46664A0DFBB3}" dt="2026-09-18T11:55:26.185" v="3166" actId="21"/>
          <ac:spMkLst>
            <pc:docMk/>
            <pc:sldMk cId="1372602714" sldId="2147483612"/>
            <ac:spMk id="105" creationId="{03B0A892-D5A2-3524-5E3A-5AA2E6E5D298}"/>
          </ac:spMkLst>
        </pc:spChg>
        <pc:spChg chg="add mod">
          <ac:chgData name="Vittoria Mascioli" userId="593af5fa-a62b-4903-9e0b-08fb2734b963" providerId="ADAL" clId="{E5427556-ED37-4EC3-86B2-46664A0DFBB3}" dt="2026-09-18T12:01:49.057" v="3573" actId="20577"/>
          <ac:spMkLst>
            <pc:docMk/>
            <pc:sldMk cId="1372602714" sldId="2147483612"/>
            <ac:spMk id="105" creationId="{441622D0-DBB0-90F9-D1C0-3EF03705EB72}"/>
          </ac:spMkLst>
        </pc:spChg>
        <pc:spChg chg="mod ord">
          <ac:chgData name="Vittoria Mascioli" userId="593af5fa-a62b-4903-9e0b-08fb2734b963" providerId="ADAL" clId="{E5427556-ED37-4EC3-86B2-46664A0DFBB3}" dt="2026-09-18T12:00:23.677" v="3397"/>
          <ac:spMkLst>
            <pc:docMk/>
            <pc:sldMk cId="1372602714" sldId="2147483612"/>
            <ac:spMk id="106" creationId="{ED66F9F6-C132-4249-D01B-C8A7672746CA}"/>
          </ac:spMkLst>
        </pc:spChg>
        <pc:spChg chg="mod ord">
          <ac:chgData name="Vittoria Mascioli" userId="593af5fa-a62b-4903-9e0b-08fb2734b963" providerId="ADAL" clId="{E5427556-ED37-4EC3-86B2-46664A0DFBB3}" dt="2026-09-18T12:00:23.677" v="3399"/>
          <ac:spMkLst>
            <pc:docMk/>
            <pc:sldMk cId="1372602714" sldId="2147483612"/>
            <ac:spMk id="108" creationId="{A6528DCB-27F1-9FE6-E838-C6BFB535BC13}"/>
          </ac:spMkLst>
        </pc:spChg>
        <pc:spChg chg="add del mod">
          <ac:chgData name="Vittoria Mascioli" userId="593af5fa-a62b-4903-9e0b-08fb2734b963" providerId="ADAL" clId="{E5427556-ED37-4EC3-86B2-46664A0DFBB3}" dt="2026-09-18T11:56:32.506" v="3201" actId="21"/>
          <ac:spMkLst>
            <pc:docMk/>
            <pc:sldMk cId="1372602714" sldId="2147483612"/>
            <ac:spMk id="110" creationId="{22040FE9-6F99-86E6-B3DA-B512100D9C79}"/>
          </ac:spMkLst>
        </pc:spChg>
        <pc:spChg chg="mod ord">
          <ac:chgData name="Vittoria Mascioli" userId="593af5fa-a62b-4903-9e0b-08fb2734b963" providerId="ADAL" clId="{E5427556-ED37-4EC3-86B2-46664A0DFBB3}" dt="2026-09-18T12:00:23.678" v="3401"/>
          <ac:spMkLst>
            <pc:docMk/>
            <pc:sldMk cId="1372602714" sldId="2147483612"/>
            <ac:spMk id="110" creationId="{EA41BDC9-DEE6-41FF-775F-7D9BA8F49503}"/>
          </ac:spMkLst>
        </pc:spChg>
        <pc:spChg chg="mod ord">
          <ac:chgData name="Vittoria Mascioli" userId="593af5fa-a62b-4903-9e0b-08fb2734b963" providerId="ADAL" clId="{E5427556-ED37-4EC3-86B2-46664A0DFBB3}" dt="2026-09-18T12:00:23.678" v="3403"/>
          <ac:spMkLst>
            <pc:docMk/>
            <pc:sldMk cId="1372602714" sldId="2147483612"/>
            <ac:spMk id="111" creationId="{23921E89-6408-B330-5897-4C2365D39C13}"/>
          </ac:spMkLst>
        </pc:spChg>
        <pc:spChg chg="add del mod">
          <ac:chgData name="Vittoria Mascioli" userId="593af5fa-a62b-4903-9e0b-08fb2734b963" providerId="ADAL" clId="{E5427556-ED37-4EC3-86B2-46664A0DFBB3}" dt="2026-09-18T11:57:56.633" v="3255" actId="478"/>
          <ac:spMkLst>
            <pc:docMk/>
            <pc:sldMk cId="1372602714" sldId="2147483612"/>
            <ac:spMk id="111" creationId="{776F2311-08E3-71FF-FB59-3D7D41C4B402}"/>
          </ac:spMkLst>
        </pc:spChg>
        <pc:spChg chg="mod ord">
          <ac:chgData name="Vittoria Mascioli" userId="593af5fa-a62b-4903-9e0b-08fb2734b963" providerId="ADAL" clId="{E5427556-ED37-4EC3-86B2-46664A0DFBB3}" dt="2026-09-18T12:00:23.678" v="3405"/>
          <ac:spMkLst>
            <pc:docMk/>
            <pc:sldMk cId="1372602714" sldId="2147483612"/>
            <ac:spMk id="112" creationId="{19D5CF0E-0F6D-7F2D-12C1-292A41D1582A}"/>
          </ac:spMkLst>
        </pc:spChg>
        <pc:spChg chg="add del mod">
          <ac:chgData name="Vittoria Mascioli" userId="593af5fa-a62b-4903-9e0b-08fb2734b963" providerId="ADAL" clId="{E5427556-ED37-4EC3-86B2-46664A0DFBB3}" dt="2026-09-18T11:57:59" v="3256" actId="478"/>
          <ac:spMkLst>
            <pc:docMk/>
            <pc:sldMk cId="1372602714" sldId="2147483612"/>
            <ac:spMk id="112" creationId="{F7A95D10-AED6-9916-7420-A8A66E852DF7}"/>
          </ac:spMkLst>
        </pc:spChg>
        <pc:spChg chg="mod ord">
          <ac:chgData name="Vittoria Mascioli" userId="593af5fa-a62b-4903-9e0b-08fb2734b963" providerId="ADAL" clId="{E5427556-ED37-4EC3-86B2-46664A0DFBB3}" dt="2026-09-18T12:00:23.679" v="3407"/>
          <ac:spMkLst>
            <pc:docMk/>
            <pc:sldMk cId="1372602714" sldId="2147483612"/>
            <ac:spMk id="114" creationId="{C0FF1BCA-BF4D-BB0A-30C1-79D1F6690642}"/>
          </ac:spMkLst>
        </pc:spChg>
        <pc:spChg chg="add del">
          <ac:chgData name="Vittoria Mascioli" userId="593af5fa-a62b-4903-9e0b-08fb2734b963" providerId="ADAL" clId="{E5427556-ED37-4EC3-86B2-46664A0DFBB3}" dt="2026-09-18T11:56:42.284" v="3204" actId="22"/>
          <ac:spMkLst>
            <pc:docMk/>
            <pc:sldMk cId="1372602714" sldId="2147483612"/>
            <ac:spMk id="115" creationId="{3122FB37-DA21-22FB-F6C7-D2D761DFB327}"/>
          </ac:spMkLst>
        </pc:spChg>
        <pc:spChg chg="mod ord">
          <ac:chgData name="Vittoria Mascioli" userId="593af5fa-a62b-4903-9e0b-08fb2734b963" providerId="ADAL" clId="{E5427556-ED37-4EC3-86B2-46664A0DFBB3}" dt="2026-09-18T12:00:23.679" v="3409"/>
          <ac:spMkLst>
            <pc:docMk/>
            <pc:sldMk cId="1372602714" sldId="2147483612"/>
            <ac:spMk id="115" creationId="{8A100B4F-1787-DA91-F6EC-8B8C01554688}"/>
          </ac:spMkLst>
        </pc:spChg>
        <pc:spChg chg="mod ord">
          <ac:chgData name="Vittoria Mascioli" userId="593af5fa-a62b-4903-9e0b-08fb2734b963" providerId="ADAL" clId="{E5427556-ED37-4EC3-86B2-46664A0DFBB3}" dt="2026-09-18T12:00:23.681" v="3419"/>
          <ac:spMkLst>
            <pc:docMk/>
            <pc:sldMk cId="1372602714" sldId="2147483612"/>
            <ac:spMk id="117" creationId="{478AA6FE-FCB4-AA1F-BF2B-BDEAEC93D637}"/>
          </ac:spMkLst>
        </pc:spChg>
        <pc:spChg chg="add mod ord">
          <ac:chgData name="Vittoria Mascioli" userId="593af5fa-a62b-4903-9e0b-08fb2734b963" providerId="ADAL" clId="{E5427556-ED37-4EC3-86B2-46664A0DFBB3}" dt="2026-09-18T12:00:23.698" v="3479"/>
          <ac:spMkLst>
            <pc:docMk/>
            <pc:sldMk cId="1372602714" sldId="2147483612"/>
            <ac:spMk id="118" creationId="{C3FE7C18-FAE2-E38A-B7F5-A4DFA6342CCB}"/>
          </ac:spMkLst>
        </pc:spChg>
        <pc:spChg chg="add mod ord">
          <ac:chgData name="Vittoria Mascioli" userId="593af5fa-a62b-4903-9e0b-08fb2734b963" providerId="ADAL" clId="{E5427556-ED37-4EC3-86B2-46664A0DFBB3}" dt="2026-09-18T12:00:23.700" v="3491"/>
          <ac:spMkLst>
            <pc:docMk/>
            <pc:sldMk cId="1372602714" sldId="2147483612"/>
            <ac:spMk id="119" creationId="{54DA897F-321A-3B30-5C61-24236299CDC3}"/>
          </ac:spMkLst>
        </pc:spChg>
        <pc:spChg chg="add mod">
          <ac:chgData name="Vittoria Mascioli" userId="593af5fa-a62b-4903-9e0b-08fb2734b963" providerId="ADAL" clId="{E5427556-ED37-4EC3-86B2-46664A0DFBB3}" dt="2026-09-18T12:02:56.808" v="3579" actId="20577"/>
          <ac:spMkLst>
            <pc:docMk/>
            <pc:sldMk cId="1372602714" sldId="2147483612"/>
            <ac:spMk id="120" creationId="{8DCE8D46-C577-8DEE-E05E-4CF5F4FE4F96}"/>
          </ac:spMkLst>
        </pc:spChg>
        <pc:spChg chg="add del mod">
          <ac:chgData name="Vittoria Mascioli" userId="593af5fa-a62b-4903-9e0b-08fb2734b963" providerId="ADAL" clId="{E5427556-ED37-4EC3-86B2-46664A0DFBB3}" dt="2026-09-18T12:49:54.918" v="4943" actId="478"/>
          <ac:spMkLst>
            <pc:docMk/>
            <pc:sldMk cId="1372602714" sldId="2147483612"/>
            <ac:spMk id="128" creationId="{3E231982-8F9E-F730-C8DB-1590217F9626}"/>
          </ac:spMkLst>
        </pc:spChg>
        <pc:spChg chg="add mod">
          <ac:chgData name="Vittoria Mascioli" userId="593af5fa-a62b-4903-9e0b-08fb2734b963" providerId="ADAL" clId="{E5427556-ED37-4EC3-86B2-46664A0DFBB3}" dt="2026-09-18T12:36:52.237" v="4565" actId="20577"/>
          <ac:spMkLst>
            <pc:docMk/>
            <pc:sldMk cId="1372602714" sldId="2147483612"/>
            <ac:spMk id="129" creationId="{76DE6F64-2D2F-1AE4-7298-180733A966CA}"/>
          </ac:spMkLst>
        </pc:spChg>
        <pc:spChg chg="add del mod">
          <ac:chgData name="Vittoria Mascioli" userId="593af5fa-a62b-4903-9e0b-08fb2734b963" providerId="ADAL" clId="{E5427556-ED37-4EC3-86B2-46664A0DFBB3}" dt="2026-09-18T12:50:49.483" v="5056" actId="478"/>
          <ac:spMkLst>
            <pc:docMk/>
            <pc:sldMk cId="1372602714" sldId="2147483612"/>
            <ac:spMk id="131" creationId="{050D62C7-BEBD-078D-93C4-DE3225BBCC31}"/>
          </ac:spMkLst>
        </pc:spChg>
        <pc:spChg chg="add del mod">
          <ac:chgData name="Vittoria Mascioli" userId="593af5fa-a62b-4903-9e0b-08fb2734b963" providerId="ADAL" clId="{E5427556-ED37-4EC3-86B2-46664A0DFBB3}" dt="2026-09-18T12:50:49.483" v="5056" actId="478"/>
          <ac:spMkLst>
            <pc:docMk/>
            <pc:sldMk cId="1372602714" sldId="2147483612"/>
            <ac:spMk id="133" creationId="{24465201-DE1A-819B-C689-0A70BEF26AE0}"/>
          </ac:spMkLst>
        </pc:spChg>
        <pc:spChg chg="add del mod">
          <ac:chgData name="Vittoria Mascioli" userId="593af5fa-a62b-4903-9e0b-08fb2734b963" providerId="ADAL" clId="{E5427556-ED37-4EC3-86B2-46664A0DFBB3}" dt="2026-09-18T12:50:49.483" v="5056" actId="478"/>
          <ac:spMkLst>
            <pc:docMk/>
            <pc:sldMk cId="1372602714" sldId="2147483612"/>
            <ac:spMk id="135" creationId="{F1A63834-C0A6-0F7C-C211-B1F271546B6F}"/>
          </ac:spMkLst>
        </pc:spChg>
        <pc:grpChg chg="mod ord">
          <ac:chgData name="Vittoria Mascioli" userId="593af5fa-a62b-4903-9e0b-08fb2734b963" providerId="ADAL" clId="{E5427556-ED37-4EC3-86B2-46664A0DFBB3}" dt="2026-09-18T12:00:23.671" v="3371"/>
          <ac:grpSpMkLst>
            <pc:docMk/>
            <pc:sldMk cId="1372602714" sldId="2147483612"/>
            <ac:grpSpMk id="36" creationId="{108C5A23-F0A6-FE0B-C5D7-BDE26A38F7C7}"/>
          </ac:grpSpMkLst>
        </pc:grpChg>
        <pc:grpChg chg="mod ord">
          <ac:chgData name="Vittoria Mascioli" userId="593af5fa-a62b-4903-9e0b-08fb2734b963" providerId="ADAL" clId="{E5427556-ED37-4EC3-86B2-46664A0DFBB3}" dt="2026-09-18T12:00:23.672" v="3375"/>
          <ac:grpSpMkLst>
            <pc:docMk/>
            <pc:sldMk cId="1372602714" sldId="2147483612"/>
            <ac:grpSpMk id="40" creationId="{3E3B463B-8C67-699F-AA74-3858C132CD6B}"/>
          </ac:grpSpMkLst>
        </pc:grpChg>
        <pc:grpChg chg="mod ord">
          <ac:chgData name="Vittoria Mascioli" userId="593af5fa-a62b-4903-9e0b-08fb2734b963" providerId="ADAL" clId="{E5427556-ED37-4EC3-86B2-46664A0DFBB3}" dt="2026-09-18T12:00:23.672" v="3377"/>
          <ac:grpSpMkLst>
            <pc:docMk/>
            <pc:sldMk cId="1372602714" sldId="2147483612"/>
            <ac:grpSpMk id="43" creationId="{259B0504-E0BA-9F0C-A5F7-5A9F4D6CD547}"/>
          </ac:grpSpMkLst>
        </pc:grpChg>
        <pc:graphicFrameChg chg="mod">
          <ac:chgData name="Vittoria Mascioli" userId="593af5fa-a62b-4903-9e0b-08fb2734b963" providerId="ADAL" clId="{E5427556-ED37-4EC3-86B2-46664A0DFBB3}" dt="2026-09-18T12:00:23.703" v="3499"/>
          <ac:graphicFrameMkLst>
            <pc:docMk/>
            <pc:sldMk cId="1372602714" sldId="2147483612"/>
            <ac:graphicFrameMk id="5" creationId="{B90F99A6-DAAB-BAC2-15FC-052768F3FBC6}"/>
          </ac:graphicFrameMkLst>
        </pc:graphicFrameChg>
        <pc:picChg chg="mod ord">
          <ac:chgData name="Vittoria Mascioli" userId="593af5fa-a62b-4903-9e0b-08fb2734b963" providerId="ADAL" clId="{E5427556-ED37-4EC3-86B2-46664A0DFBB3}" dt="2026-09-18T12:00:23.691" v="3451"/>
          <ac:picMkLst>
            <pc:docMk/>
            <pc:sldMk cId="1372602714" sldId="2147483612"/>
            <ac:picMk id="9" creationId="{F70BEB9B-8F91-8590-CD53-0AF1B172A427}"/>
          </ac:picMkLst>
        </pc:picChg>
        <pc:picChg chg="mod ord">
          <ac:chgData name="Vittoria Mascioli" userId="593af5fa-a62b-4903-9e0b-08fb2734b963" providerId="ADAL" clId="{E5427556-ED37-4EC3-86B2-46664A0DFBB3}" dt="2026-09-18T12:00:23.683" v="3425"/>
          <ac:picMkLst>
            <pc:docMk/>
            <pc:sldMk cId="1372602714" sldId="2147483612"/>
            <ac:picMk id="12" creationId="{79426240-E60E-BA01-7D4F-5E0CD6199192}"/>
          </ac:picMkLst>
        </pc:picChg>
        <pc:picChg chg="mod ord">
          <ac:chgData name="Vittoria Mascioli" userId="593af5fa-a62b-4903-9e0b-08fb2734b963" providerId="ADAL" clId="{E5427556-ED37-4EC3-86B2-46664A0DFBB3}" dt="2026-09-18T12:00:23.690" v="3449"/>
          <ac:picMkLst>
            <pc:docMk/>
            <pc:sldMk cId="1372602714" sldId="2147483612"/>
            <ac:picMk id="15" creationId="{07F1797D-018C-3799-DB7D-57AC3E8A6A53}"/>
          </ac:picMkLst>
        </pc:picChg>
        <pc:picChg chg="mod ord">
          <ac:chgData name="Vittoria Mascioli" userId="593af5fa-a62b-4903-9e0b-08fb2734b963" providerId="ADAL" clId="{E5427556-ED37-4EC3-86B2-46664A0DFBB3}" dt="2026-09-18T12:00:23.685" v="3431"/>
          <ac:picMkLst>
            <pc:docMk/>
            <pc:sldMk cId="1372602714" sldId="2147483612"/>
            <ac:picMk id="18" creationId="{5BA2326A-27CF-A21F-D3C9-D568F56D123A}"/>
          </ac:picMkLst>
        </pc:picChg>
        <pc:picChg chg="mod ord">
          <ac:chgData name="Vittoria Mascioli" userId="593af5fa-a62b-4903-9e0b-08fb2734b963" providerId="ADAL" clId="{E5427556-ED37-4EC3-86B2-46664A0DFBB3}" dt="2026-09-18T12:00:23.671" v="3373"/>
          <ac:picMkLst>
            <pc:docMk/>
            <pc:sldMk cId="1372602714" sldId="2147483612"/>
            <ac:picMk id="39" creationId="{162A52F4-C75F-3004-0038-5D044613B237}"/>
          </ac:picMkLst>
        </pc:picChg>
        <pc:picChg chg="mod ord">
          <ac:chgData name="Vittoria Mascioli" userId="593af5fa-a62b-4903-9e0b-08fb2734b963" providerId="ADAL" clId="{E5427556-ED37-4EC3-86B2-46664A0DFBB3}" dt="2026-09-18T12:00:23.692" v="3455"/>
          <ac:picMkLst>
            <pc:docMk/>
            <pc:sldMk cId="1372602714" sldId="2147483612"/>
            <ac:picMk id="60" creationId="{864C5680-EF77-659F-7480-38CE7159FDCB}"/>
          </ac:picMkLst>
        </pc:picChg>
        <pc:cxnChg chg="mod ord">
          <ac:chgData name="Vittoria Mascioli" userId="593af5fa-a62b-4903-9e0b-08fb2734b963" providerId="ADAL" clId="{E5427556-ED37-4EC3-86B2-46664A0DFBB3}" dt="2026-09-18T12:00:23.681" v="3417"/>
          <ac:cxnSpMkLst>
            <pc:docMk/>
            <pc:sldMk cId="1372602714" sldId="2147483612"/>
            <ac:cxnSpMk id="98" creationId="{27C67A3C-36D2-D2B6-E761-97C0EB92E3B4}"/>
          </ac:cxnSpMkLst>
        </pc:cxnChg>
      </pc:sldChg>
      <pc:sldChg chg="addSp delSp modSp mod">
        <pc:chgData name="Vittoria Mascioli" userId="593af5fa-a62b-4903-9e0b-08fb2734b963" providerId="ADAL" clId="{E5427556-ED37-4EC3-86B2-46664A0DFBB3}" dt="2026-09-18T09:49:54.767" v="1033"/>
        <pc:sldMkLst>
          <pc:docMk/>
          <pc:sldMk cId="1903737226" sldId="2147483614"/>
        </pc:sldMkLst>
        <pc:spChg chg="mod">
          <ac:chgData name="Vittoria Mascioli" userId="593af5fa-a62b-4903-9e0b-08fb2734b963" providerId="ADAL" clId="{E5427556-ED37-4EC3-86B2-46664A0DFBB3}" dt="2026-09-18T09:49:54.714" v="1004" actId="948"/>
          <ac:spMkLst>
            <pc:docMk/>
            <pc:sldMk cId="1903737226" sldId="2147483614"/>
            <ac:spMk id="2" creationId="{E98D8C07-AA4D-D12A-9F43-AFBB68578E5C}"/>
          </ac:spMkLst>
        </pc:spChg>
        <pc:spChg chg="add del mod modVis">
          <ac:chgData name="Vittoria Mascioli" userId="593af5fa-a62b-4903-9e0b-08fb2734b963" providerId="ADAL" clId="{E5427556-ED37-4EC3-86B2-46664A0DFBB3}" dt="2026-09-18T09:49:54.765" v="1031"/>
          <ac:spMkLst>
            <pc:docMk/>
            <pc:sldMk cId="1903737226" sldId="2147483614"/>
            <ac:spMk id="3" creationId="{9A60B803-3779-24C4-A89C-11D815F88551}"/>
          </ac:spMkLst>
        </pc:spChg>
        <pc:spChg chg="mod">
          <ac:chgData name="Vittoria Mascioli" userId="593af5fa-a62b-4903-9e0b-08fb2734b963" providerId="ADAL" clId="{E5427556-ED37-4EC3-86B2-46664A0DFBB3}" dt="2026-09-18T09:49:54.115" v="972"/>
          <ac:spMkLst>
            <pc:docMk/>
            <pc:sldMk cId="1903737226" sldId="2147483614"/>
            <ac:spMk id="95" creationId="{ED2DC079-9A6F-DC2E-181C-7D58C68B8894}"/>
          </ac:spMkLst>
        </pc:spChg>
        <pc:graphicFrameChg chg="mod">
          <ac:chgData name="Vittoria Mascioli" userId="593af5fa-a62b-4903-9e0b-08fb2734b963" providerId="ADAL" clId="{E5427556-ED37-4EC3-86B2-46664A0DFBB3}" dt="2026-09-18T09:49:54.767" v="1033"/>
          <ac:graphicFrameMkLst>
            <pc:docMk/>
            <pc:sldMk cId="1903737226" sldId="2147483614"/>
            <ac:graphicFrameMk id="5" creationId="{8D689894-7A22-7CF0-F49E-FA4A3A76D4C7}"/>
          </ac:graphicFrameMkLst>
        </pc:graphicFrameChg>
      </pc:sldChg>
      <pc:sldChg chg="addSp modSp mod">
        <pc:chgData name="Vittoria Mascioli" userId="593af5fa-a62b-4903-9e0b-08fb2734b963" providerId="ADAL" clId="{E5427556-ED37-4EC3-86B2-46664A0DFBB3}" dt="2026-09-18T10:17:43.176" v="1786" actId="1076"/>
        <pc:sldMkLst>
          <pc:docMk/>
          <pc:sldMk cId="620670195" sldId="2147483617"/>
        </pc:sldMkLst>
        <pc:spChg chg="add mod">
          <ac:chgData name="Vittoria Mascioli" userId="593af5fa-a62b-4903-9e0b-08fb2734b963" providerId="ADAL" clId="{E5427556-ED37-4EC3-86B2-46664A0DFBB3}" dt="2026-09-18T10:17:43.176" v="1786" actId="1076"/>
          <ac:spMkLst>
            <pc:docMk/>
            <pc:sldMk cId="620670195" sldId="2147483617"/>
            <ac:spMk id="4" creationId="{27B3483E-5F20-8B88-3188-1E5855A93E13}"/>
          </ac:spMkLst>
        </pc:spChg>
        <pc:spChg chg="mod">
          <ac:chgData name="Vittoria Mascioli" userId="593af5fa-a62b-4903-9e0b-08fb2734b963" providerId="ADAL" clId="{E5427556-ED37-4EC3-86B2-46664A0DFBB3}" dt="2026-09-18T10:17:35.507" v="1783" actId="20577"/>
          <ac:spMkLst>
            <pc:docMk/>
            <pc:sldMk cId="620670195" sldId="2147483617"/>
            <ac:spMk id="5" creationId="{D2B0A5FB-F280-1503-527C-FA0362301476}"/>
          </ac:spMkLst>
        </pc:spChg>
      </pc:sldChg>
      <pc:sldChg chg="addSp modSp mod">
        <pc:chgData name="Vittoria Mascioli" userId="593af5fa-a62b-4903-9e0b-08fb2734b963" providerId="ADAL" clId="{E5427556-ED37-4EC3-86B2-46664A0DFBB3}" dt="2026-09-18T12:25:40.179" v="4342" actId="1076"/>
        <pc:sldMkLst>
          <pc:docMk/>
          <pc:sldMk cId="3985771341" sldId="2147483618"/>
        </pc:sldMkLst>
        <pc:spChg chg="add mod">
          <ac:chgData name="Vittoria Mascioli" userId="593af5fa-a62b-4903-9e0b-08fb2734b963" providerId="ADAL" clId="{E5427556-ED37-4EC3-86B2-46664A0DFBB3}" dt="2026-09-18T10:56:57.352" v="2660" actId="1076"/>
          <ac:spMkLst>
            <pc:docMk/>
            <pc:sldMk cId="3985771341" sldId="2147483618"/>
            <ac:spMk id="3" creationId="{633671C9-B90D-8361-A1E9-F3868E816418}"/>
          </ac:spMkLst>
        </pc:spChg>
        <pc:spChg chg="add mod">
          <ac:chgData name="Vittoria Mascioli" userId="593af5fa-a62b-4903-9e0b-08fb2734b963" providerId="ADAL" clId="{E5427556-ED37-4EC3-86B2-46664A0DFBB3}" dt="2026-09-18T12:25:40.179" v="4342" actId="1076"/>
          <ac:spMkLst>
            <pc:docMk/>
            <pc:sldMk cId="3985771341" sldId="2147483618"/>
            <ac:spMk id="6" creationId="{ED8F57DD-C9DE-23B1-4CEB-C1D3B8841CD6}"/>
          </ac:spMkLst>
        </pc:spChg>
        <pc:spChg chg="add">
          <ac:chgData name="Vittoria Mascioli" userId="593af5fa-a62b-4903-9e0b-08fb2734b963" providerId="ADAL" clId="{E5427556-ED37-4EC3-86B2-46664A0DFBB3}" dt="2026-09-18T10:56:51.292" v="2659" actId="22"/>
          <ac:spMkLst>
            <pc:docMk/>
            <pc:sldMk cId="3985771341" sldId="2147483618"/>
            <ac:spMk id="9" creationId="{744AAF00-D092-4D9F-827A-D57D0B6D4566}"/>
          </ac:spMkLst>
        </pc:spChg>
        <pc:spChg chg="mod">
          <ac:chgData name="Vittoria Mascioli" userId="593af5fa-a62b-4903-9e0b-08fb2734b963" providerId="ADAL" clId="{E5427556-ED37-4EC3-86B2-46664A0DFBB3}" dt="2026-09-18T09:39:44.706" v="70"/>
          <ac:spMkLst>
            <pc:docMk/>
            <pc:sldMk cId="3985771341" sldId="2147483618"/>
            <ac:spMk id="73" creationId="{B64A956D-B68D-53A2-A986-A498860ACF6B}"/>
          </ac:spMkLst>
        </pc:spChg>
        <pc:spChg chg="mod">
          <ac:chgData name="Vittoria Mascioli" userId="593af5fa-a62b-4903-9e0b-08fb2734b963" providerId="ADAL" clId="{E5427556-ED37-4EC3-86B2-46664A0DFBB3}" dt="2026-09-18T09:39:39.455" v="69"/>
          <ac:spMkLst>
            <pc:docMk/>
            <pc:sldMk cId="3985771341" sldId="2147483618"/>
            <ac:spMk id="75" creationId="{B06D3F35-3CB0-745C-9254-5E8935135AD0}"/>
          </ac:spMkLst>
        </pc:spChg>
        <pc:spChg chg="mod">
          <ac:chgData name="Vittoria Mascioli" userId="593af5fa-a62b-4903-9e0b-08fb2734b963" providerId="ADAL" clId="{E5427556-ED37-4EC3-86B2-46664A0DFBB3}" dt="2026-09-18T09:39:35.110" v="68" actId="20577"/>
          <ac:spMkLst>
            <pc:docMk/>
            <pc:sldMk cId="3985771341" sldId="2147483618"/>
            <ac:spMk id="77" creationId="{74555330-77EB-26F7-DFBD-A1FCBDA71707}"/>
          </ac:spMkLst>
        </pc:spChg>
        <pc:spChg chg="mod">
          <ac:chgData name="Vittoria Mascioli" userId="593af5fa-a62b-4903-9e0b-08fb2734b963" providerId="ADAL" clId="{E5427556-ED37-4EC3-86B2-46664A0DFBB3}" dt="2026-09-18T09:39:29.489" v="64" actId="207"/>
          <ac:spMkLst>
            <pc:docMk/>
            <pc:sldMk cId="3985771341" sldId="2147483618"/>
            <ac:spMk id="82" creationId="{5067D63C-E3ED-753B-182E-0CB5BFB1F9AD}"/>
          </ac:spMkLst>
        </pc:spChg>
      </pc:sldChg>
      <pc:sldChg chg="modSp mod">
        <pc:chgData name="Vittoria Mascioli" userId="593af5fa-a62b-4903-9e0b-08fb2734b963" providerId="ADAL" clId="{E5427556-ED37-4EC3-86B2-46664A0DFBB3}" dt="2026-09-18T12:59:23.260" v="5340" actId="20577"/>
        <pc:sldMkLst>
          <pc:docMk/>
          <pc:sldMk cId="3869655425" sldId="2147483619"/>
        </pc:sldMkLst>
        <pc:spChg chg="mod">
          <ac:chgData name="Vittoria Mascioli" userId="593af5fa-a62b-4903-9e0b-08fb2734b963" providerId="ADAL" clId="{E5427556-ED37-4EC3-86B2-46664A0DFBB3}" dt="2026-09-18T12:52:48.094" v="5071" actId="790"/>
          <ac:spMkLst>
            <pc:docMk/>
            <pc:sldMk cId="3869655425" sldId="2147483619"/>
            <ac:spMk id="2" creationId="{373042E1-35B4-A8D5-1B13-A11F7EEA9E4D}"/>
          </ac:spMkLst>
        </pc:spChg>
        <pc:spChg chg="mod">
          <ac:chgData name="Vittoria Mascioli" userId="593af5fa-a62b-4903-9e0b-08fb2734b963" providerId="ADAL" clId="{E5427556-ED37-4EC3-86B2-46664A0DFBB3}" dt="2026-09-18T12:52:48.094" v="5071" actId="790"/>
          <ac:spMkLst>
            <pc:docMk/>
            <pc:sldMk cId="3869655425" sldId="2147483619"/>
            <ac:spMk id="3" creationId="{AC33C677-4CF7-0524-4AA6-40EC2F098E3A}"/>
          </ac:spMkLst>
        </pc:spChg>
        <pc:spChg chg="mod">
          <ac:chgData name="Vittoria Mascioli" userId="593af5fa-a62b-4903-9e0b-08fb2734b963" providerId="ADAL" clId="{E5427556-ED37-4EC3-86B2-46664A0DFBB3}" dt="2026-09-18T12:52:48.094" v="5071" actId="790"/>
          <ac:spMkLst>
            <pc:docMk/>
            <pc:sldMk cId="3869655425" sldId="2147483619"/>
            <ac:spMk id="4" creationId="{AACA1058-F2E6-4982-2267-64610E6910E5}"/>
          </ac:spMkLst>
        </pc:spChg>
        <pc:spChg chg="mod">
          <ac:chgData name="Vittoria Mascioli" userId="593af5fa-a62b-4903-9e0b-08fb2734b963" providerId="ADAL" clId="{E5427556-ED37-4EC3-86B2-46664A0DFBB3}" dt="2026-09-18T12:59:23.260" v="5340" actId="20577"/>
          <ac:spMkLst>
            <pc:docMk/>
            <pc:sldMk cId="3869655425" sldId="2147483619"/>
            <ac:spMk id="6" creationId="{D0EF3A07-E616-2ED9-117A-0DD8B7B311E8}"/>
          </ac:spMkLst>
        </pc:spChg>
        <pc:graphicFrameChg chg="mod">
          <ac:chgData name="Vittoria Mascioli" userId="593af5fa-a62b-4903-9e0b-08fb2734b963" providerId="ADAL" clId="{E5427556-ED37-4EC3-86B2-46664A0DFBB3}" dt="2026-09-18T12:52:48.609" v="5073"/>
          <ac:graphicFrameMkLst>
            <pc:docMk/>
            <pc:sldMk cId="3869655425" sldId="2147483619"/>
            <ac:graphicFrameMk id="5" creationId="{AFFC7F9B-32E1-7DD2-6BF0-F70605314AAE}"/>
          </ac:graphicFrameMkLst>
        </pc:graphicFrameChg>
      </pc:sldChg>
      <pc:sldChg chg="addSp delSp modSp del mod ord">
        <pc:chgData name="Vittoria Mascioli" userId="593af5fa-a62b-4903-9e0b-08fb2734b963" providerId="ADAL" clId="{E5427556-ED37-4EC3-86B2-46664A0DFBB3}" dt="2026-09-18T12:15:30.975" v="4048" actId="47"/>
        <pc:sldMkLst>
          <pc:docMk/>
          <pc:sldMk cId="2615368399" sldId="2147483620"/>
        </pc:sldMkLst>
        <pc:spChg chg="mod">
          <ac:chgData name="Vittoria Mascioli" userId="593af5fa-a62b-4903-9e0b-08fb2734b963" providerId="ADAL" clId="{E5427556-ED37-4EC3-86B2-46664A0DFBB3}" dt="2026-09-18T09:51:55.384" v="1254"/>
          <ac:spMkLst>
            <pc:docMk/>
            <pc:sldMk cId="2615368399" sldId="2147483620"/>
            <ac:spMk id="2" creationId="{C5DEE46A-3890-D660-ED93-D7BC5F7D6C8F}"/>
          </ac:spMkLst>
        </pc:spChg>
        <pc:spChg chg="mod">
          <ac:chgData name="Vittoria Mascioli" userId="593af5fa-a62b-4903-9e0b-08fb2734b963" providerId="ADAL" clId="{E5427556-ED37-4EC3-86B2-46664A0DFBB3}" dt="2026-09-18T09:51:55.385" v="1255"/>
          <ac:spMkLst>
            <pc:docMk/>
            <pc:sldMk cId="2615368399" sldId="2147483620"/>
            <ac:spMk id="3" creationId="{3A2E0B7F-B878-EDA4-95A7-1A661C95BBDC}"/>
          </ac:spMkLst>
        </pc:spChg>
        <pc:spChg chg="mod">
          <ac:chgData name="Vittoria Mascioli" userId="593af5fa-a62b-4903-9e0b-08fb2734b963" providerId="ADAL" clId="{E5427556-ED37-4EC3-86B2-46664A0DFBB3}" dt="2026-09-18T09:51:55.386" v="1256"/>
          <ac:spMkLst>
            <pc:docMk/>
            <pc:sldMk cId="2615368399" sldId="2147483620"/>
            <ac:spMk id="4" creationId="{2FA2AD14-A91A-089C-3858-490CB5670E31}"/>
          </ac:spMkLst>
        </pc:spChg>
        <pc:spChg chg="mod">
          <ac:chgData name="Vittoria Mascioli" userId="593af5fa-a62b-4903-9e0b-08fb2734b963" providerId="ADAL" clId="{E5427556-ED37-4EC3-86B2-46664A0DFBB3}" dt="2026-09-18T10:21:34.733" v="2126" actId="20577"/>
          <ac:spMkLst>
            <pc:docMk/>
            <pc:sldMk cId="2615368399" sldId="2147483620"/>
            <ac:spMk id="6" creationId="{4748AB70-E650-8ACE-DD2D-19A55006B402}"/>
          </ac:spMkLst>
        </pc:spChg>
        <pc:spChg chg="add del mod">
          <ac:chgData name="Vittoria Mascioli" userId="593af5fa-a62b-4903-9e0b-08fb2734b963" providerId="ADAL" clId="{E5427556-ED37-4EC3-86B2-46664A0DFBB3}" dt="2026-09-18T09:58:11.476" v="1512" actId="478"/>
          <ac:spMkLst>
            <pc:docMk/>
            <pc:sldMk cId="2615368399" sldId="2147483620"/>
            <ac:spMk id="7" creationId="{D0C86BEB-0C57-F201-0BD5-1FDB675D5CFD}"/>
          </ac:spMkLst>
        </pc:spChg>
        <pc:spChg chg="add mod">
          <ac:chgData name="Vittoria Mascioli" userId="593af5fa-a62b-4903-9e0b-08fb2734b963" providerId="ADAL" clId="{E5427556-ED37-4EC3-86B2-46664A0DFBB3}" dt="2026-09-18T10:55:49.122" v="2621" actId="553"/>
          <ac:spMkLst>
            <pc:docMk/>
            <pc:sldMk cId="2615368399" sldId="2147483620"/>
            <ac:spMk id="8" creationId="{A6BD9CB1-BD53-3F0E-875D-8F0981A714F3}"/>
          </ac:spMkLst>
        </pc:spChg>
        <pc:graphicFrameChg chg="mod">
          <ac:chgData name="Vittoria Mascioli" userId="593af5fa-a62b-4903-9e0b-08fb2734b963" providerId="ADAL" clId="{E5427556-ED37-4EC3-86B2-46664A0DFBB3}" dt="2026-09-18T09:51:55.970" v="1258"/>
          <ac:graphicFrameMkLst>
            <pc:docMk/>
            <pc:sldMk cId="2615368399" sldId="2147483620"/>
            <ac:graphicFrameMk id="5" creationId="{7D0A1B00-BA1D-EAF3-5D92-B8018713ED54}"/>
          </ac:graphicFrameMkLst>
        </pc:graphicFrameChg>
      </pc:sldChg>
      <pc:sldChg chg="addSp delSp modSp new mod">
        <pc:chgData name="Vittoria Mascioli" userId="593af5fa-a62b-4903-9e0b-08fb2734b963" providerId="ADAL" clId="{E5427556-ED37-4EC3-86B2-46664A0DFBB3}" dt="2026-09-18T09:45:37.125" v="645" actId="553"/>
        <pc:sldMkLst>
          <pc:docMk/>
          <pc:sldMk cId="612043708" sldId="2147483621"/>
        </pc:sldMkLst>
        <pc:spChg chg="mod">
          <ac:chgData name="Vittoria Mascioli" userId="593af5fa-a62b-4903-9e0b-08fb2734b963" providerId="ADAL" clId="{E5427556-ED37-4EC3-86B2-46664A0DFBB3}" dt="2026-09-18T09:45:27.437" v="614" actId="948"/>
          <ac:spMkLst>
            <pc:docMk/>
            <pc:sldMk cId="612043708" sldId="2147483621"/>
            <ac:spMk id="2" creationId="{AC8AC74B-2BE5-6785-6A78-6C7F59A5F173}"/>
          </ac:spMkLst>
        </pc:spChg>
        <pc:spChg chg="del mod">
          <ac:chgData name="Vittoria Mascioli" userId="593af5fa-a62b-4903-9e0b-08fb2734b963" providerId="ADAL" clId="{E5427556-ED37-4EC3-86B2-46664A0DFBB3}" dt="2026-09-18T09:43:11.674" v="387" actId="478"/>
          <ac:spMkLst>
            <pc:docMk/>
            <pc:sldMk cId="612043708" sldId="2147483621"/>
            <ac:spMk id="3" creationId="{134613F9-8C9A-3F0E-5A22-E65113FFC470}"/>
          </ac:spMkLst>
        </pc:spChg>
        <pc:spChg chg="mod">
          <ac:chgData name="Vittoria Mascioli" userId="593af5fa-a62b-4903-9e0b-08fb2734b963" providerId="ADAL" clId="{E5427556-ED37-4EC3-86B2-46664A0DFBB3}" dt="2026-09-18T09:41:41.439" v="104"/>
          <ac:spMkLst>
            <pc:docMk/>
            <pc:sldMk cId="612043708" sldId="2147483621"/>
            <ac:spMk id="4" creationId="{3741940B-E80D-8AE0-C105-BF8766716074}"/>
          </ac:spMkLst>
        </pc:spChg>
        <pc:spChg chg="add mod">
          <ac:chgData name="Vittoria Mascioli" userId="593af5fa-a62b-4903-9e0b-08fb2734b963" providerId="ADAL" clId="{E5427556-ED37-4EC3-86B2-46664A0DFBB3}" dt="2026-09-18T09:45:37.125" v="645" actId="553"/>
          <ac:spMkLst>
            <pc:docMk/>
            <pc:sldMk cId="612043708" sldId="2147483621"/>
            <ac:spMk id="7" creationId="{2D352365-C493-AFF1-7180-DDB498993534}"/>
          </ac:spMkLst>
        </pc:spChg>
        <pc:spChg chg="add del mod modVis">
          <ac:chgData name="Vittoria Mascioli" userId="593af5fa-a62b-4903-9e0b-08fb2734b963" providerId="ADAL" clId="{E5427556-ED37-4EC3-86B2-46664A0DFBB3}" dt="2026-09-18T09:42:05.203" v="169"/>
          <ac:spMkLst>
            <pc:docMk/>
            <pc:sldMk cId="612043708" sldId="2147483621"/>
            <ac:spMk id="8" creationId="{F4E9D707-FC5F-BB2E-1DCE-7BE6FCCCD602}"/>
          </ac:spMkLst>
        </pc:spChg>
        <pc:spChg chg="add del mod modVis">
          <ac:chgData name="Vittoria Mascioli" userId="593af5fa-a62b-4903-9e0b-08fb2734b963" providerId="ADAL" clId="{E5427556-ED37-4EC3-86B2-46664A0DFBB3}" dt="2026-09-18T09:42:18.876" v="201"/>
          <ac:spMkLst>
            <pc:docMk/>
            <pc:sldMk cId="612043708" sldId="2147483621"/>
            <ac:spMk id="9" creationId="{9BB4CFF0-E624-36D7-061D-F52E95952ED5}"/>
          </ac:spMkLst>
        </pc:spChg>
        <pc:spChg chg="add del mod modVis">
          <ac:chgData name="Vittoria Mascioli" userId="593af5fa-a62b-4903-9e0b-08fb2734b963" providerId="ADAL" clId="{E5427556-ED37-4EC3-86B2-46664A0DFBB3}" dt="2026-09-18T09:42:20.823" v="232"/>
          <ac:spMkLst>
            <pc:docMk/>
            <pc:sldMk cId="612043708" sldId="2147483621"/>
            <ac:spMk id="10" creationId="{4968A6E3-7CBE-DBBA-60BA-44184A4D08EC}"/>
          </ac:spMkLst>
        </pc:spChg>
        <pc:spChg chg="add del mod modVis">
          <ac:chgData name="Vittoria Mascioli" userId="593af5fa-a62b-4903-9e0b-08fb2734b963" providerId="ADAL" clId="{E5427556-ED37-4EC3-86B2-46664A0DFBB3}" dt="2026-09-18T09:42:32.237" v="264"/>
          <ac:spMkLst>
            <pc:docMk/>
            <pc:sldMk cId="612043708" sldId="2147483621"/>
            <ac:spMk id="11" creationId="{FB00BEB3-476C-A171-4775-9E84685400C5}"/>
          </ac:spMkLst>
        </pc:spChg>
        <pc:spChg chg="add del mod modVis">
          <ac:chgData name="Vittoria Mascioli" userId="593af5fa-a62b-4903-9e0b-08fb2734b963" providerId="ADAL" clId="{E5427556-ED37-4EC3-86B2-46664A0DFBB3}" dt="2026-09-18T09:42:34.973" v="308"/>
          <ac:spMkLst>
            <pc:docMk/>
            <pc:sldMk cId="612043708" sldId="2147483621"/>
            <ac:spMk id="12" creationId="{0D68BB4C-C588-2563-D489-DA9BBFDB953F}"/>
          </ac:spMkLst>
        </pc:spChg>
        <pc:spChg chg="add del mod modVis">
          <ac:chgData name="Vittoria Mascioli" userId="593af5fa-a62b-4903-9e0b-08fb2734b963" providerId="ADAL" clId="{E5427556-ED37-4EC3-86B2-46664A0DFBB3}" dt="2026-09-18T09:42:38.547" v="339"/>
          <ac:spMkLst>
            <pc:docMk/>
            <pc:sldMk cId="612043708" sldId="2147483621"/>
            <ac:spMk id="13" creationId="{6BB4DC83-E923-21B9-7F5D-0FC320003F35}"/>
          </ac:spMkLst>
        </pc:spChg>
        <pc:spChg chg="add del mod modVis">
          <ac:chgData name="Vittoria Mascioli" userId="593af5fa-a62b-4903-9e0b-08fb2734b963" providerId="ADAL" clId="{E5427556-ED37-4EC3-86B2-46664A0DFBB3}" dt="2026-09-18T09:42:49.280" v="370"/>
          <ac:spMkLst>
            <pc:docMk/>
            <pc:sldMk cId="612043708" sldId="2147483621"/>
            <ac:spMk id="14" creationId="{20BE11A6-AD4F-48A8-00BB-3F40E8CFF4AC}"/>
          </ac:spMkLst>
        </pc:spChg>
        <pc:spChg chg="add del mod modVis">
          <ac:chgData name="Vittoria Mascioli" userId="593af5fa-a62b-4903-9e0b-08fb2734b963" providerId="ADAL" clId="{E5427556-ED37-4EC3-86B2-46664A0DFBB3}" dt="2026-09-18T09:45:23.642" v="610"/>
          <ac:spMkLst>
            <pc:docMk/>
            <pc:sldMk cId="612043708" sldId="2147483621"/>
            <ac:spMk id="15" creationId="{B41087DA-A7DF-084E-D4EE-AC8036EFD9F9}"/>
          </ac:spMkLst>
        </pc:spChg>
        <pc:spChg chg="add del mod modVis">
          <ac:chgData name="Vittoria Mascioli" userId="593af5fa-a62b-4903-9e0b-08fb2734b963" providerId="ADAL" clId="{E5427556-ED37-4EC3-86B2-46664A0DFBB3}" dt="2026-09-18T09:45:27.492" v="641"/>
          <ac:spMkLst>
            <pc:docMk/>
            <pc:sldMk cId="612043708" sldId="2147483621"/>
            <ac:spMk id="16" creationId="{9B6C398F-6D23-9C5D-011F-CA40DB22D432}"/>
          </ac:spMkLst>
        </pc:spChg>
        <pc:graphicFrameChg chg="add mod ord modVis">
          <ac:chgData name="Vittoria Mascioli" userId="593af5fa-a62b-4903-9e0b-08fb2734b963" providerId="ADAL" clId="{E5427556-ED37-4EC3-86B2-46664A0DFBB3}" dt="2026-09-18T09:45:27.493" v="643"/>
          <ac:graphicFrameMkLst>
            <pc:docMk/>
            <pc:sldMk cId="612043708" sldId="2147483621"/>
            <ac:graphicFrameMk id="5" creationId="{14914839-F48C-A97C-2E6C-222986B744BE}"/>
          </ac:graphicFrameMkLst>
        </pc:graphicFrameChg>
      </pc:sldChg>
      <pc:sldChg chg="addSp modSp new mod">
        <pc:chgData name="Vittoria Mascioli" userId="593af5fa-a62b-4903-9e0b-08fb2734b963" providerId="ADAL" clId="{E5427556-ED37-4EC3-86B2-46664A0DFBB3}" dt="2026-09-18T09:43:30.097" v="406"/>
        <pc:sldMkLst>
          <pc:docMk/>
          <pc:sldMk cId="2309548563" sldId="2147483622"/>
        </pc:sldMkLst>
        <pc:spChg chg="mod">
          <ac:chgData name="Vittoria Mascioli" userId="593af5fa-a62b-4903-9e0b-08fb2734b963" providerId="ADAL" clId="{E5427556-ED37-4EC3-86B2-46664A0DFBB3}" dt="2026-09-18T09:43:29.563" v="390"/>
          <ac:spMkLst>
            <pc:docMk/>
            <pc:sldMk cId="2309548563" sldId="2147483622"/>
            <ac:spMk id="2" creationId="{3707AE5F-F9F7-143D-8E56-8C3E0DDCCF21}"/>
          </ac:spMkLst>
        </pc:spChg>
        <pc:spChg chg="mod">
          <ac:chgData name="Vittoria Mascioli" userId="593af5fa-a62b-4903-9e0b-08fb2734b963" providerId="ADAL" clId="{E5427556-ED37-4EC3-86B2-46664A0DFBB3}" dt="2026-09-18T09:43:29.565" v="391"/>
          <ac:spMkLst>
            <pc:docMk/>
            <pc:sldMk cId="2309548563" sldId="2147483622"/>
            <ac:spMk id="3" creationId="{5F211DD1-C098-F814-D5D7-879850502838}"/>
          </ac:spMkLst>
        </pc:spChg>
        <pc:spChg chg="mod">
          <ac:chgData name="Vittoria Mascioli" userId="593af5fa-a62b-4903-9e0b-08fb2734b963" providerId="ADAL" clId="{E5427556-ED37-4EC3-86B2-46664A0DFBB3}" dt="2026-09-18T09:43:29.567" v="392"/>
          <ac:spMkLst>
            <pc:docMk/>
            <pc:sldMk cId="2309548563" sldId="2147483622"/>
            <ac:spMk id="4" creationId="{A0989825-7F78-C0A4-B512-933E9C440E17}"/>
          </ac:spMkLst>
        </pc:spChg>
        <pc:graphicFrameChg chg="add mod ord modVis">
          <ac:chgData name="Vittoria Mascioli" userId="593af5fa-a62b-4903-9e0b-08fb2734b963" providerId="ADAL" clId="{E5427556-ED37-4EC3-86B2-46664A0DFBB3}" dt="2026-09-18T09:43:30.097" v="406"/>
          <ac:graphicFrameMkLst>
            <pc:docMk/>
            <pc:sldMk cId="2309548563" sldId="2147483622"/>
            <ac:graphicFrameMk id="5" creationId="{57907AC2-B440-D94B-FA5A-4E16F80B2DB2}"/>
          </ac:graphicFrameMkLst>
        </pc:graphicFrameChg>
      </pc:sldChg>
      <pc:sldChg chg="addSp delSp modSp mod">
        <pc:chgData name="Vittoria Mascioli" userId="593af5fa-a62b-4903-9e0b-08fb2734b963" providerId="ADAL" clId="{E5427556-ED37-4EC3-86B2-46664A0DFBB3}" dt="2026-09-18T10:14:16.299" v="1744" actId="1076"/>
        <pc:sldMkLst>
          <pc:docMk/>
          <pc:sldMk cId="1367579022" sldId="2147483623"/>
        </pc:sldMkLst>
        <pc:spChg chg="add del mod modVis">
          <ac:chgData name="Vittoria Mascioli" userId="593af5fa-a62b-4903-9e0b-08fb2734b963" providerId="ADAL" clId="{E5427556-ED37-4EC3-86B2-46664A0DFBB3}" dt="2026-09-18T09:49:54.759" v="1027"/>
          <ac:spMkLst>
            <pc:docMk/>
            <pc:sldMk cId="1367579022" sldId="2147483623"/>
            <ac:spMk id="4" creationId="{538F6104-B789-6117-F6F7-E67B5F475CB8}"/>
          </ac:spMkLst>
        </pc:spChg>
        <pc:spChg chg="mod">
          <ac:chgData name="Vittoria Mascioli" userId="593af5fa-a62b-4903-9e0b-08fb2734b963" providerId="ADAL" clId="{E5427556-ED37-4EC3-86B2-46664A0DFBB3}" dt="2026-09-18T09:49:54.233" v="974" actId="27636"/>
          <ac:spMkLst>
            <pc:docMk/>
            <pc:sldMk cId="1367579022" sldId="2147483623"/>
            <ac:spMk id="9" creationId="{5AB2D438-339C-B2C2-7C71-AEC7A687BE98}"/>
          </ac:spMkLst>
        </pc:spChg>
        <pc:spChg chg="add mod">
          <ac:chgData name="Vittoria Mascioli" userId="593af5fa-a62b-4903-9e0b-08fb2734b963" providerId="ADAL" clId="{E5427556-ED37-4EC3-86B2-46664A0DFBB3}" dt="2026-09-18T10:14:13.763" v="1743" actId="1076"/>
          <ac:spMkLst>
            <pc:docMk/>
            <pc:sldMk cId="1367579022" sldId="2147483623"/>
            <ac:spMk id="15" creationId="{2767DECC-29ED-6ADB-2DE8-E109B6A7DDF8}"/>
          </ac:spMkLst>
        </pc:spChg>
        <pc:spChg chg="del">
          <ac:chgData name="Vittoria Mascioli" userId="593af5fa-a62b-4903-9e0b-08fb2734b963" providerId="ADAL" clId="{E5427556-ED37-4EC3-86B2-46664A0DFBB3}" dt="2026-09-18T10:13:34.320" v="1738" actId="478"/>
          <ac:spMkLst>
            <pc:docMk/>
            <pc:sldMk cId="1367579022" sldId="2147483623"/>
            <ac:spMk id="37" creationId="{1A31F3E2-FAD1-408C-5C75-AE324E78CFFD}"/>
          </ac:spMkLst>
        </pc:spChg>
        <pc:spChg chg="mod">
          <ac:chgData name="Vittoria Mascioli" userId="593af5fa-a62b-4903-9e0b-08fb2734b963" providerId="ADAL" clId="{E5427556-ED37-4EC3-86B2-46664A0DFBB3}" dt="2026-09-18T09:49:54.675" v="975" actId="948"/>
          <ac:spMkLst>
            <pc:docMk/>
            <pc:sldMk cId="1367579022" sldId="2147483623"/>
            <ac:spMk id="2059" creationId="{81693E60-B110-15A9-E596-00AB49073AAD}"/>
          </ac:spMkLst>
        </pc:spChg>
        <pc:spChg chg="mod">
          <ac:chgData name="Vittoria Mascioli" userId="593af5fa-a62b-4903-9e0b-08fb2734b963" providerId="ADAL" clId="{E5427556-ED37-4EC3-86B2-46664A0DFBB3}" dt="2026-09-18T10:14:16.299" v="1744" actId="1076"/>
          <ac:spMkLst>
            <pc:docMk/>
            <pc:sldMk cId="1367579022" sldId="2147483623"/>
            <ac:spMk id="2083" creationId="{74A62990-D92F-E484-E5D6-86A17CA3C823}"/>
          </ac:spMkLst>
        </pc:spChg>
        <pc:graphicFrameChg chg="mod">
          <ac:chgData name="Vittoria Mascioli" userId="593af5fa-a62b-4903-9e0b-08fb2734b963" providerId="ADAL" clId="{E5427556-ED37-4EC3-86B2-46664A0DFBB3}" dt="2026-09-18T09:49:54.761" v="1029"/>
          <ac:graphicFrameMkLst>
            <pc:docMk/>
            <pc:sldMk cId="1367579022" sldId="2147483623"/>
            <ac:graphicFrameMk id="22" creationId="{EF6F8E72-67B5-2E32-C75E-D8E4861CD57C}"/>
          </ac:graphicFrameMkLst>
        </pc:graphicFrameChg>
      </pc:sldChg>
      <pc:sldChg chg="addSp delSp modSp new mod">
        <pc:chgData name="Vittoria Mascioli" userId="593af5fa-a62b-4903-9e0b-08fb2734b963" providerId="ADAL" clId="{E5427556-ED37-4EC3-86B2-46664A0DFBB3}" dt="2026-09-18T10:45:43.954" v="2581" actId="122"/>
        <pc:sldMkLst>
          <pc:docMk/>
          <pc:sldMk cId="1345754150" sldId="2147483624"/>
        </pc:sldMkLst>
        <pc:spChg chg="mod">
          <ac:chgData name="Vittoria Mascioli" userId="593af5fa-a62b-4903-9e0b-08fb2734b963" providerId="ADAL" clId="{E5427556-ED37-4EC3-86B2-46664A0DFBB3}" dt="2026-09-18T10:44:29.394" v="2430" actId="948"/>
          <ac:spMkLst>
            <pc:docMk/>
            <pc:sldMk cId="1345754150" sldId="2147483624"/>
            <ac:spMk id="2" creationId="{9498DDD7-5D61-5F47-9C9E-A64A542758BF}"/>
          </ac:spMkLst>
        </pc:spChg>
        <pc:spChg chg="mod">
          <ac:chgData name="Vittoria Mascioli" userId="593af5fa-a62b-4903-9e0b-08fb2734b963" providerId="ADAL" clId="{E5427556-ED37-4EC3-86B2-46664A0DFBB3}" dt="2026-09-18T09:59:09.617" v="1516"/>
          <ac:spMkLst>
            <pc:docMk/>
            <pc:sldMk cId="1345754150" sldId="2147483624"/>
            <ac:spMk id="3" creationId="{E29FF278-7CAB-F804-8321-0FD95E1867DE}"/>
          </ac:spMkLst>
        </pc:spChg>
        <pc:spChg chg="mod">
          <ac:chgData name="Vittoria Mascioli" userId="593af5fa-a62b-4903-9e0b-08fb2734b963" providerId="ADAL" clId="{E5427556-ED37-4EC3-86B2-46664A0DFBB3}" dt="2026-09-18T09:59:09.617" v="1517"/>
          <ac:spMkLst>
            <pc:docMk/>
            <pc:sldMk cId="1345754150" sldId="2147483624"/>
            <ac:spMk id="4" creationId="{3F78F3F8-756B-AC94-B416-C020D43DFE37}"/>
          </ac:spMkLst>
        </pc:spChg>
        <pc:spChg chg="add del mod">
          <ac:chgData name="Vittoria Mascioli" userId="593af5fa-a62b-4903-9e0b-08fb2734b963" providerId="ADAL" clId="{E5427556-ED37-4EC3-86B2-46664A0DFBB3}" dt="2026-09-18T09:59:36.206" v="1598" actId="478"/>
          <ac:spMkLst>
            <pc:docMk/>
            <pc:sldMk cId="1345754150" sldId="2147483624"/>
            <ac:spMk id="7" creationId="{D3B76333-4AA2-022F-29AC-F7DAAADAF7B8}"/>
          </ac:spMkLst>
        </pc:spChg>
        <pc:spChg chg="add del mod">
          <ac:chgData name="Vittoria Mascioli" userId="593af5fa-a62b-4903-9e0b-08fb2734b963" providerId="ADAL" clId="{E5427556-ED37-4EC3-86B2-46664A0DFBB3}" dt="2026-09-18T10:44:07.315" v="2282" actId="478"/>
          <ac:spMkLst>
            <pc:docMk/>
            <pc:sldMk cId="1345754150" sldId="2147483624"/>
            <ac:spMk id="9" creationId="{BAC6DB16-5045-A49A-3C91-E60F06CAD455}"/>
          </ac:spMkLst>
        </pc:spChg>
        <pc:spChg chg="add mod">
          <ac:chgData name="Vittoria Mascioli" userId="593af5fa-a62b-4903-9e0b-08fb2734b963" providerId="ADAL" clId="{E5427556-ED37-4EC3-86B2-46664A0DFBB3}" dt="2026-09-18T10:45:43.954" v="2581" actId="122"/>
          <ac:spMkLst>
            <pc:docMk/>
            <pc:sldMk cId="1345754150" sldId="2147483624"/>
            <ac:spMk id="10" creationId="{A1987090-E31B-047C-5758-8FB3D4163562}"/>
          </ac:spMkLst>
        </pc:spChg>
        <pc:spChg chg="add del">
          <ac:chgData name="Vittoria Mascioli" userId="593af5fa-a62b-4903-9e0b-08fb2734b963" providerId="ADAL" clId="{E5427556-ED37-4EC3-86B2-46664A0DFBB3}" dt="2026-09-18T10:00:26.692" v="1616" actId="478"/>
          <ac:spMkLst>
            <pc:docMk/>
            <pc:sldMk cId="1345754150" sldId="2147483624"/>
            <ac:spMk id="12" creationId="{4D01BD4F-4334-30D1-EBD5-F65BC3523F00}"/>
          </ac:spMkLst>
        </pc:spChg>
        <pc:spChg chg="add del mod modVis">
          <ac:chgData name="Vittoria Mascioli" userId="593af5fa-a62b-4903-9e0b-08fb2734b963" providerId="ADAL" clId="{E5427556-ED37-4EC3-86B2-46664A0DFBB3}" dt="2026-09-18T10:44:15.892" v="2320"/>
          <ac:spMkLst>
            <pc:docMk/>
            <pc:sldMk cId="1345754150" sldId="2147483624"/>
            <ac:spMk id="13" creationId="{9DEC53EA-4664-3DF6-20AD-C14DFB4496FA}"/>
          </ac:spMkLst>
        </pc:spChg>
        <pc:spChg chg="add del mod modVis">
          <ac:chgData name="Vittoria Mascioli" userId="593af5fa-a62b-4903-9e0b-08fb2734b963" providerId="ADAL" clId="{E5427556-ED37-4EC3-86B2-46664A0DFBB3}" dt="2026-09-18T10:44:21.356" v="2357"/>
          <ac:spMkLst>
            <pc:docMk/>
            <pc:sldMk cId="1345754150" sldId="2147483624"/>
            <ac:spMk id="14" creationId="{B4D96A3C-BFBB-48A8-7C44-CCAB100CAB78}"/>
          </ac:spMkLst>
        </pc:spChg>
        <pc:spChg chg="add del mod modVis">
          <ac:chgData name="Vittoria Mascioli" userId="593af5fa-a62b-4903-9e0b-08fb2734b963" providerId="ADAL" clId="{E5427556-ED37-4EC3-86B2-46664A0DFBB3}" dt="2026-09-18T10:44:27.309" v="2417"/>
          <ac:spMkLst>
            <pc:docMk/>
            <pc:sldMk cId="1345754150" sldId="2147483624"/>
            <ac:spMk id="15" creationId="{A76C2254-56D2-FA48-9E05-B71DA215F75F}"/>
          </ac:spMkLst>
        </pc:spChg>
        <pc:spChg chg="add del mod modVis">
          <ac:chgData name="Vittoria Mascioli" userId="593af5fa-a62b-4903-9e0b-08fb2734b963" providerId="ADAL" clId="{E5427556-ED37-4EC3-86B2-46664A0DFBB3}" dt="2026-09-18T10:44:29.438" v="2453"/>
          <ac:spMkLst>
            <pc:docMk/>
            <pc:sldMk cId="1345754150" sldId="2147483624"/>
            <ac:spMk id="16" creationId="{273F061A-73A7-2029-4187-0CCA378F486E}"/>
          </ac:spMkLst>
        </pc:spChg>
        <pc:graphicFrameChg chg="add mod ord modVis">
          <ac:chgData name="Vittoria Mascioli" userId="593af5fa-a62b-4903-9e0b-08fb2734b963" providerId="ADAL" clId="{E5427556-ED37-4EC3-86B2-46664A0DFBB3}" dt="2026-09-18T09:59:20.581" v="1557" actId="14100"/>
          <ac:graphicFrameMkLst>
            <pc:docMk/>
            <pc:sldMk cId="1345754150" sldId="2147483624"/>
            <ac:graphicFrameMk id="5" creationId="{4BC0E5B4-4031-852A-BA03-000DC64C708B}"/>
          </ac:graphicFrameMkLst>
        </pc:graphicFrameChg>
        <pc:graphicFrameChg chg="add mod ord modVis">
          <ac:chgData name="Vittoria Mascioli" userId="593af5fa-a62b-4903-9e0b-08fb2734b963" providerId="ADAL" clId="{E5427556-ED37-4EC3-86B2-46664A0DFBB3}" dt="2026-09-18T10:44:29.440" v="2455"/>
          <ac:graphicFrameMkLst>
            <pc:docMk/>
            <pc:sldMk cId="1345754150" sldId="2147483624"/>
            <ac:graphicFrameMk id="6" creationId="{3A854CD1-9D71-2C07-7E6B-5595509A0E75}"/>
          </ac:graphicFrameMkLst>
        </pc:graphicFrameChg>
      </pc:sldChg>
      <pc:sldChg chg="addSp delSp modSp add mod">
        <pc:chgData name="Vittoria Mascioli" userId="593af5fa-a62b-4903-9e0b-08fb2734b963" providerId="ADAL" clId="{E5427556-ED37-4EC3-86B2-46664A0DFBB3}" dt="2026-09-18T10:45:16.023" v="2536"/>
        <pc:sldMkLst>
          <pc:docMk/>
          <pc:sldMk cId="2361860243" sldId="2147483625"/>
        </pc:sldMkLst>
        <pc:spChg chg="mod">
          <ac:chgData name="Vittoria Mascioli" userId="593af5fa-a62b-4903-9e0b-08fb2734b963" providerId="ADAL" clId="{E5427556-ED37-4EC3-86B2-46664A0DFBB3}" dt="2026-09-18T10:45:15.986" v="2511" actId="948"/>
          <ac:spMkLst>
            <pc:docMk/>
            <pc:sldMk cId="2361860243" sldId="2147483625"/>
            <ac:spMk id="2" creationId="{E0A6531A-AC90-37D9-5252-DB51DFAD2A6F}"/>
          </ac:spMkLst>
        </pc:spChg>
        <pc:spChg chg="mod">
          <ac:chgData name="Vittoria Mascioli" userId="593af5fa-a62b-4903-9e0b-08fb2734b963" providerId="ADAL" clId="{E5427556-ED37-4EC3-86B2-46664A0DFBB3}" dt="2026-09-18T10:00:32.017" v="1620"/>
          <ac:spMkLst>
            <pc:docMk/>
            <pc:sldMk cId="2361860243" sldId="2147483625"/>
            <ac:spMk id="3" creationId="{ABE7671D-788B-6B71-6D92-C4F4E89236CD}"/>
          </ac:spMkLst>
        </pc:spChg>
        <pc:spChg chg="mod">
          <ac:chgData name="Vittoria Mascioli" userId="593af5fa-a62b-4903-9e0b-08fb2734b963" providerId="ADAL" clId="{E5427556-ED37-4EC3-86B2-46664A0DFBB3}" dt="2026-09-18T10:00:32.019" v="1621"/>
          <ac:spMkLst>
            <pc:docMk/>
            <pc:sldMk cId="2361860243" sldId="2147483625"/>
            <ac:spMk id="4" creationId="{D1011FA3-08B9-1D1B-304C-7B156965734A}"/>
          </ac:spMkLst>
        </pc:spChg>
        <pc:spChg chg="add del mod modVis">
          <ac:chgData name="Vittoria Mascioli" userId="593af5fa-a62b-4903-9e0b-08fb2734b963" providerId="ADAL" clId="{E5427556-ED37-4EC3-86B2-46664A0DFBB3}" dt="2026-09-18T10:00:52.236" v="1680"/>
          <ac:spMkLst>
            <pc:docMk/>
            <pc:sldMk cId="2361860243" sldId="2147483625"/>
            <ac:spMk id="5" creationId="{B4773950-7787-4778-9F23-6E40758A57D5}"/>
          </ac:spMkLst>
        </pc:spChg>
        <pc:spChg chg="add del mod modVis">
          <ac:chgData name="Vittoria Mascioli" userId="593af5fa-a62b-4903-9e0b-08fb2734b963" providerId="ADAL" clId="{E5427556-ED37-4EC3-86B2-46664A0DFBB3}" dt="2026-09-18T10:45:12.813" v="2495"/>
          <ac:spMkLst>
            <pc:docMk/>
            <pc:sldMk cId="2361860243" sldId="2147483625"/>
            <ac:spMk id="7" creationId="{3CC515AA-ECCA-FD88-B7D9-966D3D1DB670}"/>
          </ac:spMkLst>
        </pc:spChg>
        <pc:spChg chg="add del mod modVis">
          <ac:chgData name="Vittoria Mascioli" userId="593af5fa-a62b-4903-9e0b-08fb2734b963" providerId="ADAL" clId="{E5427556-ED37-4EC3-86B2-46664A0DFBB3}" dt="2026-09-18T10:45:16.021" v="2534"/>
          <ac:spMkLst>
            <pc:docMk/>
            <pc:sldMk cId="2361860243" sldId="2147483625"/>
            <ac:spMk id="8" creationId="{EDCA5B83-78B3-88DA-E4C3-93CAB5AEC7D4}"/>
          </ac:spMkLst>
        </pc:spChg>
        <pc:spChg chg="mod">
          <ac:chgData name="Vittoria Mascioli" userId="593af5fa-a62b-4903-9e0b-08fb2734b963" providerId="ADAL" clId="{E5427556-ED37-4EC3-86B2-46664A0DFBB3}" dt="2026-09-18T10:01:38.767" v="1699" actId="403"/>
          <ac:spMkLst>
            <pc:docMk/>
            <pc:sldMk cId="2361860243" sldId="2147483625"/>
            <ac:spMk id="9" creationId="{8DDCE731-B006-2D2C-4869-CAB4ABB70BA0}"/>
          </ac:spMkLst>
        </pc:spChg>
        <pc:spChg chg="del">
          <ac:chgData name="Vittoria Mascioli" userId="593af5fa-a62b-4903-9e0b-08fb2734b963" providerId="ADAL" clId="{E5427556-ED37-4EC3-86B2-46664A0DFBB3}" dt="2026-09-18T10:01:25.604" v="1683" actId="478"/>
          <ac:spMkLst>
            <pc:docMk/>
            <pc:sldMk cId="2361860243" sldId="2147483625"/>
            <ac:spMk id="10" creationId="{6BB9ED64-A5DA-1A8F-9811-FF6B9B7959D3}"/>
          </ac:spMkLst>
        </pc:spChg>
        <pc:graphicFrameChg chg="mod">
          <ac:chgData name="Vittoria Mascioli" userId="593af5fa-a62b-4903-9e0b-08fb2734b963" providerId="ADAL" clId="{E5427556-ED37-4EC3-86B2-46664A0DFBB3}" dt="2026-09-18T10:45:16.023" v="2536"/>
          <ac:graphicFrameMkLst>
            <pc:docMk/>
            <pc:sldMk cId="2361860243" sldId="2147483625"/>
            <ac:graphicFrameMk id="6" creationId="{58F8A36B-9507-A750-C041-CA5B72884D6D}"/>
          </ac:graphicFrameMkLst>
        </pc:graphicFrameChg>
      </pc:sldChg>
      <pc:sldChg chg="modSp add mod">
        <pc:chgData name="Vittoria Mascioli" userId="593af5fa-a62b-4903-9e0b-08fb2734b963" providerId="ADAL" clId="{E5427556-ED37-4EC3-86B2-46664A0DFBB3}" dt="2026-09-18T10:23:44.908" v="2146" actId="20577"/>
        <pc:sldMkLst>
          <pc:docMk/>
          <pc:sldMk cId="1559532107" sldId="2147483626"/>
        </pc:sldMkLst>
        <pc:spChg chg="mod">
          <ac:chgData name="Vittoria Mascioli" userId="593af5fa-a62b-4903-9e0b-08fb2734b963" providerId="ADAL" clId="{E5427556-ED37-4EC3-86B2-46664A0DFBB3}" dt="2026-09-18T10:21:12.414" v="2038"/>
          <ac:spMkLst>
            <pc:docMk/>
            <pc:sldMk cId="1559532107" sldId="2147483626"/>
            <ac:spMk id="2" creationId="{C34422BB-C9E9-D74D-378D-0FD614FAEAF6}"/>
          </ac:spMkLst>
        </pc:spChg>
        <pc:spChg chg="mod">
          <ac:chgData name="Vittoria Mascioli" userId="593af5fa-a62b-4903-9e0b-08fb2734b963" providerId="ADAL" clId="{E5427556-ED37-4EC3-86B2-46664A0DFBB3}" dt="2026-09-18T10:21:12.415" v="2039"/>
          <ac:spMkLst>
            <pc:docMk/>
            <pc:sldMk cId="1559532107" sldId="2147483626"/>
            <ac:spMk id="3" creationId="{67468B6C-E7EB-7127-C992-12A337723ECE}"/>
          </ac:spMkLst>
        </pc:spChg>
        <pc:spChg chg="mod">
          <ac:chgData name="Vittoria Mascioli" userId="593af5fa-a62b-4903-9e0b-08fb2734b963" providerId="ADAL" clId="{E5427556-ED37-4EC3-86B2-46664A0DFBB3}" dt="2026-09-18T10:21:12.416" v="2040"/>
          <ac:spMkLst>
            <pc:docMk/>
            <pc:sldMk cId="1559532107" sldId="2147483626"/>
            <ac:spMk id="4" creationId="{7A5226C4-EAB5-31EC-9E6E-3F74B2B6BA1D}"/>
          </ac:spMkLst>
        </pc:spChg>
        <pc:spChg chg="mod">
          <ac:chgData name="Vittoria Mascioli" userId="593af5fa-a62b-4903-9e0b-08fb2734b963" providerId="ADAL" clId="{E5427556-ED37-4EC3-86B2-46664A0DFBB3}" dt="2026-09-18T10:23:44.908" v="2146" actId="20577"/>
          <ac:spMkLst>
            <pc:docMk/>
            <pc:sldMk cId="1559532107" sldId="2147483626"/>
            <ac:spMk id="6" creationId="{6C78DAB3-C1CA-CA2F-EBB8-D3A7B13466C6}"/>
          </ac:spMkLst>
        </pc:spChg>
        <pc:graphicFrameChg chg="mod">
          <ac:chgData name="Vittoria Mascioli" userId="593af5fa-a62b-4903-9e0b-08fb2734b963" providerId="ADAL" clId="{E5427556-ED37-4EC3-86B2-46664A0DFBB3}" dt="2026-09-18T10:21:12.926" v="2042"/>
          <ac:graphicFrameMkLst>
            <pc:docMk/>
            <pc:sldMk cId="1559532107" sldId="2147483626"/>
            <ac:graphicFrameMk id="5" creationId="{53087E1F-CFC1-447B-816D-CD7B6343B12F}"/>
          </ac:graphicFrameMkLst>
        </pc:graphicFrameChg>
      </pc:sldChg>
      <pc:sldChg chg="modSp">
        <pc:chgData name="Vittoria Mascioli" userId="593af5fa-a62b-4903-9e0b-08fb2734b963" providerId="ADAL" clId="{E5427556-ED37-4EC3-86B2-46664A0DFBB3}" dt="2026-09-18T12:22:12.288" v="4223"/>
        <pc:sldMkLst>
          <pc:docMk/>
          <pc:sldMk cId="3902217926" sldId="2147483627"/>
        </pc:sldMkLst>
        <pc:spChg chg="mod">
          <ac:chgData name="Vittoria Mascioli" userId="593af5fa-a62b-4903-9e0b-08fb2734b963" providerId="ADAL" clId="{E5427556-ED37-4EC3-86B2-46664A0DFBB3}" dt="2026-09-18T12:22:12.288" v="4223"/>
          <ac:spMkLst>
            <pc:docMk/>
            <pc:sldMk cId="3902217926" sldId="2147483627"/>
            <ac:spMk id="4" creationId="{97D0C08E-FE00-101A-EA57-D2E228B2F406}"/>
          </ac:spMkLst>
        </pc:spChg>
        <pc:graphicFrameChg chg="mod">
          <ac:chgData name="Vittoria Mascioli" userId="593af5fa-a62b-4903-9e0b-08fb2734b963" providerId="ADAL" clId="{E5427556-ED37-4EC3-86B2-46664A0DFBB3}" dt="2026-09-18T12:22:12.287" v="4222"/>
          <ac:graphicFrameMkLst>
            <pc:docMk/>
            <pc:sldMk cId="3902217926" sldId="2147483627"/>
            <ac:graphicFrameMk id="5" creationId="{6A83831E-C591-877C-538A-75C534FA157F}"/>
          </ac:graphicFrameMkLst>
        </pc:graphicFrameChg>
      </pc:sldChg>
      <pc:sldChg chg="addSp delSp modSp mod">
        <pc:chgData name="Vittoria Mascioli" userId="593af5fa-a62b-4903-9e0b-08fb2734b963" providerId="ADAL" clId="{E5427556-ED37-4EC3-86B2-46664A0DFBB3}" dt="2026-09-18T12:51:06.982" v="5057" actId="478"/>
        <pc:sldMkLst>
          <pc:docMk/>
          <pc:sldMk cId="975946627" sldId="2147483628"/>
        </pc:sldMkLst>
        <pc:spChg chg="mod">
          <ac:chgData name="Vittoria Mascioli" userId="593af5fa-a62b-4903-9e0b-08fb2734b963" providerId="ADAL" clId="{E5427556-ED37-4EC3-86B2-46664A0DFBB3}" dt="2026-09-18T12:13:42.919" v="3956" actId="948"/>
          <ac:spMkLst>
            <pc:docMk/>
            <pc:sldMk cId="975946627" sldId="2147483628"/>
            <ac:spMk id="2" creationId="{7250D9C0-77B7-98C5-EA8E-7B0F0B867FF9}"/>
          </ac:spMkLst>
        </pc:spChg>
        <pc:spChg chg="add mod">
          <ac:chgData name="Vittoria Mascioli" userId="593af5fa-a62b-4903-9e0b-08fb2734b963" providerId="ADAL" clId="{E5427556-ED37-4EC3-86B2-46664A0DFBB3}" dt="2026-09-18T12:15:26.787" v="4047" actId="1076"/>
          <ac:spMkLst>
            <pc:docMk/>
            <pc:sldMk cId="975946627" sldId="2147483628"/>
            <ac:spMk id="9" creationId="{7A3617E9-C194-0B1D-C8BA-F2D4882BB22D}"/>
          </ac:spMkLst>
        </pc:spChg>
        <pc:spChg chg="add del mod">
          <ac:chgData name="Vittoria Mascioli" userId="593af5fa-a62b-4903-9e0b-08fb2734b963" providerId="ADAL" clId="{E5427556-ED37-4EC3-86B2-46664A0DFBB3}" dt="2026-09-18T12:51:06.982" v="5057" actId="478"/>
          <ac:spMkLst>
            <pc:docMk/>
            <pc:sldMk cId="975946627" sldId="2147483628"/>
            <ac:spMk id="15" creationId="{E3D274D5-AF83-9AE2-554E-6FCD04B0E13F}"/>
          </ac:spMkLst>
        </pc:spChg>
        <pc:spChg chg="add del mod">
          <ac:chgData name="Vittoria Mascioli" userId="593af5fa-a62b-4903-9e0b-08fb2734b963" providerId="ADAL" clId="{E5427556-ED37-4EC3-86B2-46664A0DFBB3}" dt="2026-09-18T12:51:06.982" v="5057" actId="478"/>
          <ac:spMkLst>
            <pc:docMk/>
            <pc:sldMk cId="975946627" sldId="2147483628"/>
            <ac:spMk id="16" creationId="{86E812FB-78A9-AC79-FE50-155F055A5DD6}"/>
          </ac:spMkLst>
        </pc:spChg>
        <pc:spChg chg="add del mod modVis">
          <ac:chgData name="Vittoria Mascioli" userId="593af5fa-a62b-4903-9e0b-08fb2734b963" providerId="ADAL" clId="{E5427556-ED37-4EC3-86B2-46664A0DFBB3}" dt="2026-09-18T12:13:42.946" v="3979"/>
          <ac:spMkLst>
            <pc:docMk/>
            <pc:sldMk cId="975946627" sldId="2147483628"/>
            <ac:spMk id="77" creationId="{C0C23402-F7C7-80B9-82C8-B9B7A48C01DA}"/>
          </ac:spMkLst>
        </pc:spChg>
        <pc:graphicFrameChg chg="mod">
          <ac:chgData name="Vittoria Mascioli" userId="593af5fa-a62b-4903-9e0b-08fb2734b963" providerId="ADAL" clId="{E5427556-ED37-4EC3-86B2-46664A0DFBB3}" dt="2026-09-18T12:13:42.948" v="3981"/>
          <ac:graphicFrameMkLst>
            <pc:docMk/>
            <pc:sldMk cId="975946627" sldId="2147483628"/>
            <ac:graphicFrameMk id="8" creationId="{392A8E3D-62AB-F1CF-BC54-6E15CCCFA78A}"/>
          </ac:graphicFrameMkLst>
        </pc:graphicFrameChg>
      </pc:sldChg>
      <pc:sldChg chg="addSp delSp modSp mod">
        <pc:chgData name="Vittoria Mascioli" userId="593af5fa-a62b-4903-9e0b-08fb2734b963" providerId="ADAL" clId="{E5427556-ED37-4EC3-86B2-46664A0DFBB3}" dt="2026-09-18T13:00:07.157" v="5352"/>
        <pc:sldMkLst>
          <pc:docMk/>
          <pc:sldMk cId="3374258164" sldId="2147483629"/>
        </pc:sldMkLst>
        <pc:spChg chg="mod">
          <ac:chgData name="Vittoria Mascioli" userId="593af5fa-a62b-4903-9e0b-08fb2734b963" providerId="ADAL" clId="{E5427556-ED37-4EC3-86B2-46664A0DFBB3}" dt="2026-09-18T11:55:00.304" v="3121" actId="948"/>
          <ac:spMkLst>
            <pc:docMk/>
            <pc:sldMk cId="3374258164" sldId="2147483629"/>
            <ac:spMk id="2" creationId="{17282CC5-A67E-8E29-C224-BE15956791F3}"/>
          </ac:spMkLst>
        </pc:spChg>
        <pc:spChg chg="add del mod modVis">
          <ac:chgData name="Vittoria Mascioli" userId="593af5fa-a62b-4903-9e0b-08fb2734b963" providerId="ADAL" clId="{E5427556-ED37-4EC3-86B2-46664A0DFBB3}" dt="2026-09-18T11:55:00.333" v="3155"/>
          <ac:spMkLst>
            <pc:docMk/>
            <pc:sldMk cId="3374258164" sldId="2147483629"/>
            <ac:spMk id="3" creationId="{971B5786-5205-515F-F705-621544079D86}"/>
          </ac:spMkLst>
        </pc:spChg>
        <pc:graphicFrameChg chg="mod">
          <ac:chgData name="Vittoria Mascioli" userId="593af5fa-a62b-4903-9e0b-08fb2734b963" providerId="ADAL" clId="{E5427556-ED37-4EC3-86B2-46664A0DFBB3}" dt="2026-09-18T13:00:07.157" v="5352"/>
          <ac:graphicFrameMkLst>
            <pc:docMk/>
            <pc:sldMk cId="3374258164" sldId="2147483629"/>
            <ac:graphicFrameMk id="7" creationId="{CA6D31CB-315F-31E5-E7A0-676366C12FF2}"/>
          </ac:graphicFrameMkLst>
        </pc:graphicFrameChg>
      </pc:sldChg>
      <pc:sldChg chg="addSp delSp modSp mod">
        <pc:chgData name="Vittoria Mascioli" userId="593af5fa-a62b-4903-9e0b-08fb2734b963" providerId="ADAL" clId="{E5427556-ED37-4EC3-86B2-46664A0DFBB3}" dt="2026-09-18T13:00:41.169" v="5410"/>
        <pc:sldMkLst>
          <pc:docMk/>
          <pc:sldMk cId="2795321180" sldId="2147483630"/>
        </pc:sldMkLst>
        <pc:spChg chg="mod">
          <ac:chgData name="Vittoria Mascioli" userId="593af5fa-a62b-4903-9e0b-08fb2734b963" providerId="ADAL" clId="{E5427556-ED37-4EC3-86B2-46664A0DFBB3}" dt="2026-09-18T13:00:41.103" v="5408" actId="1076"/>
          <ac:spMkLst>
            <pc:docMk/>
            <pc:sldMk cId="2795321180" sldId="2147483630"/>
            <ac:spMk id="2" creationId="{534FFA16-C708-12EC-1C19-B81EBFC45FFC}"/>
          </ac:spMkLst>
        </pc:spChg>
        <pc:spChg chg="add del mod modVis">
          <ac:chgData name="Vittoria Mascioli" userId="593af5fa-a62b-4903-9e0b-08fb2734b963" providerId="ADAL" clId="{E5427556-ED37-4EC3-86B2-46664A0DFBB3}" dt="2026-09-18T13:00:41.103" v="5406" actId="962"/>
          <ac:spMkLst>
            <pc:docMk/>
            <pc:sldMk cId="2795321180" sldId="2147483630"/>
            <ac:spMk id="3" creationId="{0D54C382-E89C-2330-7EE2-5FCD8A40B181}"/>
          </ac:spMkLst>
        </pc:spChg>
        <pc:spChg chg="add del mod modVis">
          <ac:chgData name="Vittoria Mascioli" userId="593af5fa-a62b-4903-9e0b-08fb2734b963" providerId="ADAL" clId="{E5427556-ED37-4EC3-86B2-46664A0DFBB3}" dt="2026-09-18T11:55:00.329" v="3151"/>
          <ac:spMkLst>
            <pc:docMk/>
            <pc:sldMk cId="2795321180" sldId="2147483630"/>
            <ac:spMk id="3" creationId="{A21CFECE-BC38-578A-4818-7DAF5609E2EE}"/>
          </ac:spMkLst>
        </pc:spChg>
        <pc:graphicFrameChg chg="mod">
          <ac:chgData name="Vittoria Mascioli" userId="593af5fa-a62b-4903-9e0b-08fb2734b963" providerId="ADAL" clId="{E5427556-ED37-4EC3-86B2-46664A0DFBB3}" dt="2026-09-18T13:00:41.169" v="5410"/>
          <ac:graphicFrameMkLst>
            <pc:docMk/>
            <pc:sldMk cId="2795321180" sldId="2147483630"/>
            <ac:graphicFrameMk id="7" creationId="{4EDBD29A-126A-0679-6011-31C066B39EEA}"/>
          </ac:graphicFrameMkLst>
        </pc:graphicFrameChg>
      </pc:sldChg>
      <pc:sldChg chg="delSp modSp mod modNotesTx">
        <pc:chgData name="Vittoria Mascioli" userId="593af5fa-a62b-4903-9e0b-08fb2734b963" providerId="ADAL" clId="{E5427556-ED37-4EC3-86B2-46664A0DFBB3}" dt="2026-09-18T13:29:55.619" v="5415" actId="20577"/>
        <pc:sldMkLst>
          <pc:docMk/>
          <pc:sldMk cId="277955381" sldId="2147483631"/>
        </pc:sldMkLst>
        <pc:spChg chg="mod">
          <ac:chgData name="Vittoria Mascioli" userId="593af5fa-a62b-4903-9e0b-08fb2734b963" providerId="ADAL" clId="{E5427556-ED37-4EC3-86B2-46664A0DFBB3}" dt="2026-09-18T12:59:57.686" v="5349"/>
          <ac:spMkLst>
            <pc:docMk/>
            <pc:sldMk cId="277955381" sldId="2147483631"/>
            <ac:spMk id="3" creationId="{497212E5-7611-E0D6-B44E-3FFE6DAC4253}"/>
          </ac:spMkLst>
        </pc:spChg>
        <pc:spChg chg="mod">
          <ac:chgData name="Vittoria Mascioli" userId="593af5fa-a62b-4903-9e0b-08fb2734b963" providerId="ADAL" clId="{E5427556-ED37-4EC3-86B2-46664A0DFBB3}" dt="2026-09-18T13:00:02.676" v="5351" actId="20577"/>
          <ac:spMkLst>
            <pc:docMk/>
            <pc:sldMk cId="277955381" sldId="2147483631"/>
            <ac:spMk id="4" creationId="{0C276D8F-3C72-D163-39B4-1A3DB936579E}"/>
          </ac:spMkLst>
        </pc:spChg>
        <pc:spChg chg="mod">
          <ac:chgData name="Vittoria Mascioli" userId="593af5fa-a62b-4903-9e0b-08fb2734b963" providerId="ADAL" clId="{E5427556-ED37-4EC3-86B2-46664A0DFBB3}" dt="2026-09-18T12:37:57.972" v="4602" actId="20577"/>
          <ac:spMkLst>
            <pc:docMk/>
            <pc:sldMk cId="277955381" sldId="2147483631"/>
            <ac:spMk id="246" creationId="{3D2D6937-A760-4F3C-D63C-1A425F14E7DF}"/>
          </ac:spMkLst>
        </pc:spChg>
        <pc:spChg chg="del mod">
          <ac:chgData name="Vittoria Mascioli" userId="593af5fa-a62b-4903-9e0b-08fb2734b963" providerId="ADAL" clId="{E5427556-ED37-4EC3-86B2-46664A0DFBB3}" dt="2026-09-18T12:38:10.795" v="4610" actId="478"/>
          <ac:spMkLst>
            <pc:docMk/>
            <pc:sldMk cId="277955381" sldId="2147483631"/>
            <ac:spMk id="247" creationId="{86102836-CC34-2170-B013-5CCF5690DC32}"/>
          </ac:spMkLst>
        </pc:spChg>
        <pc:spChg chg="mod">
          <ac:chgData name="Vittoria Mascioli" userId="593af5fa-a62b-4903-9e0b-08fb2734b963" providerId="ADAL" clId="{E5427556-ED37-4EC3-86B2-46664A0DFBB3}" dt="2026-09-18T12:37:41.811" v="4591" actId="20577"/>
          <ac:spMkLst>
            <pc:docMk/>
            <pc:sldMk cId="277955381" sldId="2147483631"/>
            <ac:spMk id="254" creationId="{A014305A-0089-C3F0-FD92-4D28F99A0BD0}"/>
          </ac:spMkLst>
        </pc:spChg>
        <pc:spChg chg="mod">
          <ac:chgData name="Vittoria Mascioli" userId="593af5fa-a62b-4903-9e0b-08fb2734b963" providerId="ADAL" clId="{E5427556-ED37-4EC3-86B2-46664A0DFBB3}" dt="2026-09-18T12:37:32.053" v="4576" actId="20577"/>
          <ac:spMkLst>
            <pc:docMk/>
            <pc:sldMk cId="277955381" sldId="2147483631"/>
            <ac:spMk id="255" creationId="{762B5FF4-B94B-E20B-8E27-231866AA0A08}"/>
          </ac:spMkLst>
        </pc:spChg>
        <pc:spChg chg="mod">
          <ac:chgData name="Vittoria Mascioli" userId="593af5fa-a62b-4903-9e0b-08fb2734b963" providerId="ADAL" clId="{E5427556-ED37-4EC3-86B2-46664A0DFBB3}" dt="2026-09-18T12:37:53.906" v="4599" actId="20577"/>
          <ac:spMkLst>
            <pc:docMk/>
            <pc:sldMk cId="277955381" sldId="2147483631"/>
            <ac:spMk id="275" creationId="{E45D8919-D6B3-B7E2-DCE2-95183B6B299F}"/>
          </ac:spMkLst>
        </pc:spChg>
        <pc:spChg chg="del mod">
          <ac:chgData name="Vittoria Mascioli" userId="593af5fa-a62b-4903-9e0b-08fb2734b963" providerId="ADAL" clId="{E5427556-ED37-4EC3-86B2-46664A0DFBB3}" dt="2026-09-18T12:38:10.795" v="4610" actId="478"/>
          <ac:spMkLst>
            <pc:docMk/>
            <pc:sldMk cId="277955381" sldId="2147483631"/>
            <ac:spMk id="276" creationId="{6EE8F88C-9F0D-B30B-03B4-AFB7A5163E3E}"/>
          </ac:spMkLst>
        </pc:spChg>
        <pc:spChg chg="mod">
          <ac:chgData name="Vittoria Mascioli" userId="593af5fa-a62b-4903-9e0b-08fb2734b963" providerId="ADAL" clId="{E5427556-ED37-4EC3-86B2-46664A0DFBB3}" dt="2026-09-18T12:38:23.944" v="4615" actId="555"/>
          <ac:spMkLst>
            <pc:docMk/>
            <pc:sldMk cId="277955381" sldId="2147483631"/>
            <ac:spMk id="281" creationId="{4725A9B7-0233-CA0C-8DA7-3D111FC78B97}"/>
          </ac:spMkLst>
        </pc:spChg>
        <pc:spChg chg="mod">
          <ac:chgData name="Vittoria Mascioli" userId="593af5fa-a62b-4903-9e0b-08fb2734b963" providerId="ADAL" clId="{E5427556-ED37-4EC3-86B2-46664A0DFBB3}" dt="2026-09-18T12:38:23.944" v="4615" actId="555"/>
          <ac:spMkLst>
            <pc:docMk/>
            <pc:sldMk cId="277955381" sldId="2147483631"/>
            <ac:spMk id="286" creationId="{30A201D5-0CA7-CF67-C946-9CB5E9DE758D}"/>
          </ac:spMkLst>
        </pc:spChg>
        <pc:spChg chg="del">
          <ac:chgData name="Vittoria Mascioli" userId="593af5fa-a62b-4903-9e0b-08fb2734b963" providerId="ADAL" clId="{E5427556-ED37-4EC3-86B2-46664A0DFBB3}" dt="2026-09-18T12:38:19.225" v="4614" actId="478"/>
          <ac:spMkLst>
            <pc:docMk/>
            <pc:sldMk cId="277955381" sldId="2147483631"/>
            <ac:spMk id="287" creationId="{10500CF0-E247-9E83-C3EC-CA9B6248025D}"/>
          </ac:spMkLst>
        </pc:spChg>
      </pc:sldChg>
      <pc:sldChg chg="addSp delSp modSp new del mod ord">
        <pc:chgData name="Vittoria Mascioli" userId="593af5fa-a62b-4903-9e0b-08fb2734b963" providerId="ADAL" clId="{E5427556-ED37-4EC3-86B2-46664A0DFBB3}" dt="2026-09-18T12:58:10.140" v="5316" actId="47"/>
        <pc:sldMkLst>
          <pc:docMk/>
          <pc:sldMk cId="1708456796" sldId="2147483636"/>
        </pc:sldMkLst>
        <pc:spChg chg="mod">
          <ac:chgData name="Vittoria Mascioli" userId="593af5fa-a62b-4903-9e0b-08fb2734b963" providerId="ADAL" clId="{E5427556-ED37-4EC3-86B2-46664A0DFBB3}" dt="2026-09-18T12:23:22.749" v="4316" actId="948"/>
          <ac:spMkLst>
            <pc:docMk/>
            <pc:sldMk cId="1708456796" sldId="2147483636"/>
            <ac:spMk id="2" creationId="{824997F4-8753-16CF-18E5-8EAC39F10513}"/>
          </ac:spMkLst>
        </pc:spChg>
        <pc:spChg chg="mod">
          <ac:chgData name="Vittoria Mascioli" userId="593af5fa-a62b-4903-9e0b-08fb2734b963" providerId="ADAL" clId="{E5427556-ED37-4EC3-86B2-46664A0DFBB3}" dt="2026-09-18T12:23:10.458" v="4229"/>
          <ac:spMkLst>
            <pc:docMk/>
            <pc:sldMk cId="1708456796" sldId="2147483636"/>
            <ac:spMk id="3" creationId="{08070B56-B0D3-D85F-4C52-119507426DE1}"/>
          </ac:spMkLst>
        </pc:spChg>
        <pc:spChg chg="mod">
          <ac:chgData name="Vittoria Mascioli" userId="593af5fa-a62b-4903-9e0b-08fb2734b963" providerId="ADAL" clId="{E5427556-ED37-4EC3-86B2-46664A0DFBB3}" dt="2026-09-18T12:23:10.459" v="4230"/>
          <ac:spMkLst>
            <pc:docMk/>
            <pc:sldMk cId="1708456796" sldId="2147483636"/>
            <ac:spMk id="4" creationId="{CAE419C6-C276-070F-7EBC-8D47D17912CA}"/>
          </ac:spMkLst>
        </pc:spChg>
        <pc:spChg chg="add del mod modVis">
          <ac:chgData name="Vittoria Mascioli" userId="593af5fa-a62b-4903-9e0b-08fb2734b963" providerId="ADAL" clId="{E5427556-ED37-4EC3-86B2-46664A0DFBB3}" dt="2026-09-18T12:23:21.814" v="4309"/>
          <ac:spMkLst>
            <pc:docMk/>
            <pc:sldMk cId="1708456796" sldId="2147483636"/>
            <ac:spMk id="6" creationId="{B20A95D1-DB77-1E1F-8395-59AFB2D355EE}"/>
          </ac:spMkLst>
        </pc:spChg>
        <pc:spChg chg="add del mod modVis">
          <ac:chgData name="Vittoria Mascioli" userId="593af5fa-a62b-4903-9e0b-08fb2734b963" providerId="ADAL" clId="{E5427556-ED37-4EC3-86B2-46664A0DFBB3}" dt="2026-09-18T12:23:22.777" v="4339"/>
          <ac:spMkLst>
            <pc:docMk/>
            <pc:sldMk cId="1708456796" sldId="2147483636"/>
            <ac:spMk id="7" creationId="{0BC1E72F-2241-141E-6FF3-9D86FD779515}"/>
          </ac:spMkLst>
        </pc:spChg>
        <pc:spChg chg="add mod">
          <ac:chgData name="Vittoria Mascioli" userId="593af5fa-a62b-4903-9e0b-08fb2734b963" providerId="ADAL" clId="{E5427556-ED37-4EC3-86B2-46664A0DFBB3}" dt="2026-09-18T12:49:43.660" v="4941" actId="20577"/>
          <ac:spMkLst>
            <pc:docMk/>
            <pc:sldMk cId="1708456796" sldId="2147483636"/>
            <ac:spMk id="8" creationId="{FF7803D5-6914-C5F9-12B2-C065CBE97B8A}"/>
          </ac:spMkLst>
        </pc:spChg>
        <pc:spChg chg="add mod">
          <ac:chgData name="Vittoria Mascioli" userId="593af5fa-a62b-4903-9e0b-08fb2734b963" providerId="ADAL" clId="{E5427556-ED37-4EC3-86B2-46664A0DFBB3}" dt="2026-09-18T12:43:33.603" v="4658"/>
          <ac:spMkLst>
            <pc:docMk/>
            <pc:sldMk cId="1708456796" sldId="2147483636"/>
            <ac:spMk id="9" creationId="{5C65287E-CD9C-2263-662C-91635D492192}"/>
          </ac:spMkLst>
        </pc:spChg>
        <pc:spChg chg="add del">
          <ac:chgData name="Vittoria Mascioli" userId="593af5fa-a62b-4903-9e0b-08fb2734b963" providerId="ADAL" clId="{E5427556-ED37-4EC3-86B2-46664A0DFBB3}" dt="2026-09-18T12:43:33.608" v="4662"/>
          <ac:spMkLst>
            <pc:docMk/>
            <pc:sldMk cId="1708456796" sldId="2147483636"/>
            <ac:spMk id="13" creationId="{BA63D442-5482-66DC-CC13-4D32237252E2}"/>
          </ac:spMkLst>
        </pc:spChg>
        <pc:spChg chg="mod">
          <ac:chgData name="Vittoria Mascioli" userId="593af5fa-a62b-4903-9e0b-08fb2734b963" providerId="ADAL" clId="{E5427556-ED37-4EC3-86B2-46664A0DFBB3}" dt="2026-09-18T12:43:38.780" v="4665" actId="571"/>
          <ac:spMkLst>
            <pc:docMk/>
            <pc:sldMk cId="1708456796" sldId="2147483636"/>
            <ac:spMk id="15" creationId="{87F932BD-F7C4-3E4F-FC1D-29E46B423B96}"/>
          </ac:spMkLst>
        </pc:spChg>
        <pc:spChg chg="mod">
          <ac:chgData name="Vittoria Mascioli" userId="593af5fa-a62b-4903-9e0b-08fb2734b963" providerId="ADAL" clId="{E5427556-ED37-4EC3-86B2-46664A0DFBB3}" dt="2026-09-18T12:43:40.959" v="4666" actId="571"/>
          <ac:spMkLst>
            <pc:docMk/>
            <pc:sldMk cId="1708456796" sldId="2147483636"/>
            <ac:spMk id="18" creationId="{85B01263-937A-F07E-07B5-537754B12C61}"/>
          </ac:spMkLst>
        </pc:spChg>
        <pc:spChg chg="mod">
          <ac:chgData name="Vittoria Mascioli" userId="593af5fa-a62b-4903-9e0b-08fb2734b963" providerId="ADAL" clId="{E5427556-ED37-4EC3-86B2-46664A0DFBB3}" dt="2026-09-18T12:43:50.330" v="4667" actId="571"/>
          <ac:spMkLst>
            <pc:docMk/>
            <pc:sldMk cId="1708456796" sldId="2147483636"/>
            <ac:spMk id="21" creationId="{349C53C8-2E94-5DFD-00C5-968F9EAE6320}"/>
          </ac:spMkLst>
        </pc:spChg>
        <pc:spChg chg="mod">
          <ac:chgData name="Vittoria Mascioli" userId="593af5fa-a62b-4903-9e0b-08fb2734b963" providerId="ADAL" clId="{E5427556-ED37-4EC3-86B2-46664A0DFBB3}" dt="2026-09-18T12:43:50.330" v="4667" actId="571"/>
          <ac:spMkLst>
            <pc:docMk/>
            <pc:sldMk cId="1708456796" sldId="2147483636"/>
            <ac:spMk id="24" creationId="{85AF31D4-3F1F-7FCF-7915-39CF92DF5099}"/>
          </ac:spMkLst>
        </pc:spChg>
        <pc:grpChg chg="add mod">
          <ac:chgData name="Vittoria Mascioli" userId="593af5fa-a62b-4903-9e0b-08fb2734b963" providerId="ADAL" clId="{E5427556-ED37-4EC3-86B2-46664A0DFBB3}" dt="2026-09-18T12:43:35.610" v="4664" actId="1076"/>
          <ac:grpSpMkLst>
            <pc:docMk/>
            <pc:sldMk cId="1708456796" sldId="2147483636"/>
            <ac:grpSpMk id="12" creationId="{C285EE98-E5C7-77CF-E371-DFDE511867DB}"/>
          </ac:grpSpMkLst>
        </pc:grpChg>
        <pc:grpChg chg="add mod">
          <ac:chgData name="Vittoria Mascioli" userId="593af5fa-a62b-4903-9e0b-08fb2734b963" providerId="ADAL" clId="{E5427556-ED37-4EC3-86B2-46664A0DFBB3}" dt="2026-09-18T12:43:38.780" v="4665" actId="571"/>
          <ac:grpSpMkLst>
            <pc:docMk/>
            <pc:sldMk cId="1708456796" sldId="2147483636"/>
            <ac:grpSpMk id="14" creationId="{152ACD3A-B5FC-0F7D-5D25-4BFE6CD72364}"/>
          </ac:grpSpMkLst>
        </pc:grpChg>
        <pc:grpChg chg="add mod">
          <ac:chgData name="Vittoria Mascioli" userId="593af5fa-a62b-4903-9e0b-08fb2734b963" providerId="ADAL" clId="{E5427556-ED37-4EC3-86B2-46664A0DFBB3}" dt="2026-09-18T12:43:40.959" v="4666" actId="571"/>
          <ac:grpSpMkLst>
            <pc:docMk/>
            <pc:sldMk cId="1708456796" sldId="2147483636"/>
            <ac:grpSpMk id="17" creationId="{AFE93028-FB36-74F5-3E74-EB1BBE2A4FB4}"/>
          </ac:grpSpMkLst>
        </pc:grpChg>
        <pc:grpChg chg="add mod">
          <ac:chgData name="Vittoria Mascioli" userId="593af5fa-a62b-4903-9e0b-08fb2734b963" providerId="ADAL" clId="{E5427556-ED37-4EC3-86B2-46664A0DFBB3}" dt="2026-09-18T12:43:57.868" v="4669" actId="1076"/>
          <ac:grpSpMkLst>
            <pc:docMk/>
            <pc:sldMk cId="1708456796" sldId="2147483636"/>
            <ac:grpSpMk id="20" creationId="{C62345DA-36EC-0CBD-A3DF-5F78F21C0568}"/>
          </ac:grpSpMkLst>
        </pc:grpChg>
        <pc:grpChg chg="add mod">
          <ac:chgData name="Vittoria Mascioli" userId="593af5fa-a62b-4903-9e0b-08fb2734b963" providerId="ADAL" clId="{E5427556-ED37-4EC3-86B2-46664A0DFBB3}" dt="2026-09-18T12:43:57.868" v="4669" actId="1076"/>
          <ac:grpSpMkLst>
            <pc:docMk/>
            <pc:sldMk cId="1708456796" sldId="2147483636"/>
            <ac:grpSpMk id="23" creationId="{C67FA65D-D6B7-735B-4C9B-5C05A54A560E}"/>
          </ac:grpSpMkLst>
        </pc:grpChg>
        <pc:graphicFrameChg chg="add mod ord modVis">
          <ac:chgData name="Vittoria Mascioli" userId="593af5fa-a62b-4903-9e0b-08fb2734b963" providerId="ADAL" clId="{E5427556-ED37-4EC3-86B2-46664A0DFBB3}" dt="2026-09-18T12:23:22.778" v="4341"/>
          <ac:graphicFrameMkLst>
            <pc:docMk/>
            <pc:sldMk cId="1708456796" sldId="2147483636"/>
            <ac:graphicFrameMk id="5" creationId="{6B4E2822-14A4-F667-3B45-BAA115F27608}"/>
          </ac:graphicFrameMkLst>
        </pc:graphicFrameChg>
        <pc:picChg chg="add mod">
          <ac:chgData name="Vittoria Mascioli" userId="593af5fa-a62b-4903-9e0b-08fb2734b963" providerId="ADAL" clId="{E5427556-ED37-4EC3-86B2-46664A0DFBB3}" dt="2026-09-18T12:43:33.603" v="4658"/>
          <ac:picMkLst>
            <pc:docMk/>
            <pc:sldMk cId="1708456796" sldId="2147483636"/>
            <ac:picMk id="11" creationId="{5D0952BF-5D92-946C-6323-500D4C9D6A40}"/>
          </ac:picMkLst>
        </pc:picChg>
        <pc:picChg chg="mod">
          <ac:chgData name="Vittoria Mascioli" userId="593af5fa-a62b-4903-9e0b-08fb2734b963" providerId="ADAL" clId="{E5427556-ED37-4EC3-86B2-46664A0DFBB3}" dt="2026-09-18T12:43:38.780" v="4665" actId="571"/>
          <ac:picMkLst>
            <pc:docMk/>
            <pc:sldMk cId="1708456796" sldId="2147483636"/>
            <ac:picMk id="16" creationId="{46DC42EE-F752-1DEB-8273-C543DE8610CB}"/>
          </ac:picMkLst>
        </pc:picChg>
        <pc:picChg chg="mod">
          <ac:chgData name="Vittoria Mascioli" userId="593af5fa-a62b-4903-9e0b-08fb2734b963" providerId="ADAL" clId="{E5427556-ED37-4EC3-86B2-46664A0DFBB3}" dt="2026-09-18T12:43:40.959" v="4666" actId="571"/>
          <ac:picMkLst>
            <pc:docMk/>
            <pc:sldMk cId="1708456796" sldId="2147483636"/>
            <ac:picMk id="19" creationId="{6870BAB9-EFE4-D991-BE36-1D51AB9EBD1A}"/>
          </ac:picMkLst>
        </pc:picChg>
        <pc:picChg chg="mod">
          <ac:chgData name="Vittoria Mascioli" userId="593af5fa-a62b-4903-9e0b-08fb2734b963" providerId="ADAL" clId="{E5427556-ED37-4EC3-86B2-46664A0DFBB3}" dt="2026-09-18T12:43:50.330" v="4667" actId="571"/>
          <ac:picMkLst>
            <pc:docMk/>
            <pc:sldMk cId="1708456796" sldId="2147483636"/>
            <ac:picMk id="22" creationId="{9FAC838B-0F5A-1796-22D9-02BDC7DED590}"/>
          </ac:picMkLst>
        </pc:picChg>
        <pc:picChg chg="mod">
          <ac:chgData name="Vittoria Mascioli" userId="593af5fa-a62b-4903-9e0b-08fb2734b963" providerId="ADAL" clId="{E5427556-ED37-4EC3-86B2-46664A0DFBB3}" dt="2026-09-18T12:43:50.330" v="4667" actId="571"/>
          <ac:picMkLst>
            <pc:docMk/>
            <pc:sldMk cId="1708456796" sldId="2147483636"/>
            <ac:picMk id="25" creationId="{C9969E4D-FE61-7F71-5BA6-98267F2FBE2A}"/>
          </ac:picMkLst>
        </pc:picChg>
      </pc:sldChg>
      <pc:sldChg chg="modSp mod">
        <pc:chgData name="Vittoria Mascioli" userId="593af5fa-a62b-4903-9e0b-08fb2734b963" providerId="ADAL" clId="{E5427556-ED37-4EC3-86B2-46664A0DFBB3}" dt="2026-09-18T12:56:14.557" v="5315" actId="207"/>
        <pc:sldMkLst>
          <pc:docMk/>
          <pc:sldMk cId="3606634022" sldId="2147483637"/>
        </pc:sldMkLst>
        <pc:spChg chg="mod">
          <ac:chgData name="Vittoria Mascioli" userId="593af5fa-a62b-4903-9e0b-08fb2734b963" providerId="ADAL" clId="{E5427556-ED37-4EC3-86B2-46664A0DFBB3}" dt="2026-09-18T12:55:29.468" v="5191" actId="14100"/>
          <ac:spMkLst>
            <pc:docMk/>
            <pc:sldMk cId="3606634022" sldId="2147483637"/>
            <ac:spMk id="10" creationId="{25AA682C-88EE-7B73-94E2-3FEE1D1484EF}"/>
          </ac:spMkLst>
        </pc:spChg>
        <pc:spChg chg="mod">
          <ac:chgData name="Vittoria Mascioli" userId="593af5fa-a62b-4903-9e0b-08fb2734b963" providerId="ADAL" clId="{E5427556-ED37-4EC3-86B2-46664A0DFBB3}" dt="2026-09-18T12:48:16.643" v="4872"/>
          <ac:spMkLst>
            <pc:docMk/>
            <pc:sldMk cId="3606634022" sldId="2147483637"/>
            <ac:spMk id="21" creationId="{213A04FF-1276-9006-CC8E-38B3DA842004}"/>
          </ac:spMkLst>
        </pc:spChg>
        <pc:spChg chg="mod">
          <ac:chgData name="Vittoria Mascioli" userId="593af5fa-a62b-4903-9e0b-08fb2734b963" providerId="ADAL" clId="{E5427556-ED37-4EC3-86B2-46664A0DFBB3}" dt="2026-09-18T12:55:25.418" v="5190" actId="1076"/>
          <ac:spMkLst>
            <pc:docMk/>
            <pc:sldMk cId="3606634022" sldId="2147483637"/>
            <ac:spMk id="22" creationId="{B2B2721E-C483-484E-A579-68F1A030180F}"/>
          </ac:spMkLst>
        </pc:spChg>
        <pc:spChg chg="mod">
          <ac:chgData name="Vittoria Mascioli" userId="593af5fa-a62b-4903-9e0b-08fb2734b963" providerId="ADAL" clId="{E5427556-ED37-4EC3-86B2-46664A0DFBB3}" dt="2026-09-18T12:55:25.418" v="5190" actId="1076"/>
          <ac:spMkLst>
            <pc:docMk/>
            <pc:sldMk cId="3606634022" sldId="2147483637"/>
            <ac:spMk id="23" creationId="{C5B011CA-1CFB-64AB-2B9D-4B8DE625D06F}"/>
          </ac:spMkLst>
        </pc:spChg>
        <pc:spChg chg="mod">
          <ac:chgData name="Vittoria Mascioli" userId="593af5fa-a62b-4903-9e0b-08fb2734b963" providerId="ADAL" clId="{E5427556-ED37-4EC3-86B2-46664A0DFBB3}" dt="2026-09-18T12:55:25.418" v="5190" actId="1076"/>
          <ac:spMkLst>
            <pc:docMk/>
            <pc:sldMk cId="3606634022" sldId="2147483637"/>
            <ac:spMk id="24" creationId="{0BC79EFD-8882-6996-F009-12BE497C49AC}"/>
          </ac:spMkLst>
        </pc:spChg>
        <pc:spChg chg="mod">
          <ac:chgData name="Vittoria Mascioli" userId="593af5fa-a62b-4903-9e0b-08fb2734b963" providerId="ADAL" clId="{E5427556-ED37-4EC3-86B2-46664A0DFBB3}" dt="2026-09-18T12:55:25.418" v="5190" actId="1076"/>
          <ac:spMkLst>
            <pc:docMk/>
            <pc:sldMk cId="3606634022" sldId="2147483637"/>
            <ac:spMk id="25" creationId="{393E0FE0-644C-3B0D-3322-5DB646432167}"/>
          </ac:spMkLst>
        </pc:spChg>
        <pc:spChg chg="mod">
          <ac:chgData name="Vittoria Mascioli" userId="593af5fa-a62b-4903-9e0b-08fb2734b963" providerId="ADAL" clId="{E5427556-ED37-4EC3-86B2-46664A0DFBB3}" dt="2026-09-18T12:55:25.418" v="5190" actId="1076"/>
          <ac:spMkLst>
            <pc:docMk/>
            <pc:sldMk cId="3606634022" sldId="2147483637"/>
            <ac:spMk id="26" creationId="{19AEAD62-BF5A-0230-25F7-CF4699155561}"/>
          </ac:spMkLst>
        </pc:spChg>
        <pc:spChg chg="mod">
          <ac:chgData name="Vittoria Mascioli" userId="593af5fa-a62b-4903-9e0b-08fb2734b963" providerId="ADAL" clId="{E5427556-ED37-4EC3-86B2-46664A0DFBB3}" dt="2026-09-18T12:55:25.418" v="5190" actId="1076"/>
          <ac:spMkLst>
            <pc:docMk/>
            <pc:sldMk cId="3606634022" sldId="2147483637"/>
            <ac:spMk id="27" creationId="{CB99CE25-4A5A-660D-B51C-53894DE1EB01}"/>
          </ac:spMkLst>
        </pc:spChg>
        <pc:spChg chg="mod">
          <ac:chgData name="Vittoria Mascioli" userId="593af5fa-a62b-4903-9e0b-08fb2734b963" providerId="ADAL" clId="{E5427556-ED37-4EC3-86B2-46664A0DFBB3}" dt="2026-09-18T12:55:25.418" v="5190" actId="1076"/>
          <ac:spMkLst>
            <pc:docMk/>
            <pc:sldMk cId="3606634022" sldId="2147483637"/>
            <ac:spMk id="28" creationId="{AEBD62B2-6707-7A9C-067A-CAD6187BDF50}"/>
          </ac:spMkLst>
        </pc:spChg>
        <pc:spChg chg="mod">
          <ac:chgData name="Vittoria Mascioli" userId="593af5fa-a62b-4903-9e0b-08fb2734b963" providerId="ADAL" clId="{E5427556-ED37-4EC3-86B2-46664A0DFBB3}" dt="2026-09-18T12:56:14.557" v="5315" actId="207"/>
          <ac:spMkLst>
            <pc:docMk/>
            <pc:sldMk cId="3606634022" sldId="2147483637"/>
            <ac:spMk id="29" creationId="{F64A12D6-56F9-6F32-F00C-D50157F000E4}"/>
          </ac:spMkLst>
        </pc:spChg>
        <pc:grpChg chg="mod">
          <ac:chgData name="Vittoria Mascioli" userId="593af5fa-a62b-4903-9e0b-08fb2734b963" providerId="ADAL" clId="{E5427556-ED37-4EC3-86B2-46664A0DFBB3}" dt="2026-09-18T12:55:25.418" v="5190" actId="1076"/>
          <ac:grpSpMkLst>
            <pc:docMk/>
            <pc:sldMk cId="3606634022" sldId="2147483637"/>
            <ac:grpSpMk id="14" creationId="{17C41221-F0B5-EFB8-061F-833E0A03493D}"/>
          </ac:grpSpMkLst>
        </pc:grpChg>
      </pc:sldChg>
      <pc:sldChg chg="addSp delSp modSp add del mod modShow">
        <pc:chgData name="Vittoria Mascioli" userId="593af5fa-a62b-4903-9e0b-08fb2734b963" providerId="ADAL" clId="{E5427556-ED37-4EC3-86B2-46664A0DFBB3}" dt="2026-09-18T12:58:13.549" v="5317" actId="47"/>
        <pc:sldMkLst>
          <pc:docMk/>
          <pc:sldMk cId="3746422328" sldId="2147483638"/>
        </pc:sldMkLst>
        <pc:spChg chg="mod">
          <ac:chgData name="Vittoria Mascioli" userId="593af5fa-a62b-4903-9e0b-08fb2734b963" providerId="ADAL" clId="{E5427556-ED37-4EC3-86B2-46664A0DFBB3}" dt="2026-09-18T12:50:07.982" v="4948" actId="948"/>
          <ac:spMkLst>
            <pc:docMk/>
            <pc:sldMk cId="3746422328" sldId="2147483638"/>
            <ac:spMk id="2" creationId="{EBC8DD10-E90B-AC83-D626-2530DD81D389}"/>
          </ac:spMkLst>
        </pc:spChg>
        <pc:spChg chg="add del mod modVis">
          <ac:chgData name="Vittoria Mascioli" userId="593af5fa-a62b-4903-9e0b-08fb2734b963" providerId="ADAL" clId="{E5427556-ED37-4EC3-86B2-46664A0DFBB3}" dt="2026-09-18T12:50:08.017" v="4971"/>
          <ac:spMkLst>
            <pc:docMk/>
            <pc:sldMk cId="3746422328" sldId="2147483638"/>
            <ac:spMk id="23" creationId="{BC5C27B6-C64D-7B7F-BF38-F5F473DFF199}"/>
          </ac:spMkLst>
        </pc:spChg>
        <pc:spChg chg="mod">
          <ac:chgData name="Vittoria Mascioli" userId="593af5fa-a62b-4903-9e0b-08fb2734b963" providerId="ADAL" clId="{E5427556-ED37-4EC3-86B2-46664A0DFBB3}" dt="2026-09-18T12:50:07.468" v="4947"/>
          <ac:spMkLst>
            <pc:docMk/>
            <pc:sldMk cId="3746422328" sldId="2147483638"/>
            <ac:spMk id="71" creationId="{A87EC10B-C63C-9488-A804-A17D72EE88AC}"/>
          </ac:spMkLst>
        </pc:spChg>
        <pc:graphicFrameChg chg="mod">
          <ac:chgData name="Vittoria Mascioli" userId="593af5fa-a62b-4903-9e0b-08fb2734b963" providerId="ADAL" clId="{E5427556-ED37-4EC3-86B2-46664A0DFBB3}" dt="2026-09-18T12:50:08.018" v="4973"/>
          <ac:graphicFrameMkLst>
            <pc:docMk/>
            <pc:sldMk cId="3746422328" sldId="2147483638"/>
            <ac:graphicFrameMk id="5" creationId="{15BDFF86-F566-3968-43A9-AEE808D18908}"/>
          </ac:graphicFrameMkLst>
        </pc:graphicFrameChg>
      </pc:sldChg>
      <pc:sldMasterChg chg="delSldLayout">
        <pc:chgData name="Vittoria Mascioli" userId="593af5fa-a62b-4903-9e0b-08fb2734b963" providerId="ADAL" clId="{E5427556-ED37-4EC3-86B2-46664A0DFBB3}" dt="2026-09-18T10:11:15.675" v="1737" actId="47"/>
        <pc:sldMasterMkLst>
          <pc:docMk/>
          <pc:sldMasterMk cId="4078916424" sldId="2147483660"/>
        </pc:sldMasterMkLst>
        <pc:sldLayoutChg chg="del">
          <pc:chgData name="Vittoria Mascioli" userId="593af5fa-a62b-4903-9e0b-08fb2734b963" providerId="ADAL" clId="{E5427556-ED37-4EC3-86B2-46664A0DFBB3}" dt="2026-09-18T10:11:15.675" v="1737" actId="47"/>
          <pc:sldLayoutMkLst>
            <pc:docMk/>
            <pc:sldMasterMk cId="4078916424" sldId="2147483660"/>
            <pc:sldLayoutMk cId="1132099475" sldId="2147483864"/>
          </pc:sldLayoutMkLst>
        </pc:sldLayoutChg>
      </pc:sldMasterChg>
    </pc:docChg>
  </pc:docChgLst>
  <pc:docChgLst>
    <pc:chgData name="Brusasco, Alessandro" userId="77271c52-d63c-4435-a80e-1f6a95cf06c4" providerId="ADAL" clId="{79F69BB0-F6C6-46EB-8D92-AB4635E95420}"/>
    <pc:docChg chg="addSld modSld">
      <pc:chgData name="Brusasco, Alessandro" userId="77271c52-d63c-4435-a80e-1f6a95cf06c4" providerId="ADAL" clId="{79F69BB0-F6C6-46EB-8D92-AB4635E95420}" dt="2026-09-18T13:48:43.698" v="44" actId="20577"/>
      <pc:docMkLst>
        <pc:docMk/>
      </pc:docMkLst>
      <pc:sldChg chg="modSp mod">
        <pc:chgData name="Brusasco, Alessandro" userId="77271c52-d63c-4435-a80e-1f6a95cf06c4" providerId="ADAL" clId="{79F69BB0-F6C6-46EB-8D92-AB4635E95420}" dt="2026-09-18T13:48:43.698" v="44" actId="20577"/>
        <pc:sldMkLst>
          <pc:docMk/>
          <pc:sldMk cId="707732017" sldId="2147483570"/>
        </pc:sldMkLst>
        <pc:spChg chg="mod">
          <ac:chgData name="Brusasco, Alessandro" userId="77271c52-d63c-4435-a80e-1f6a95cf06c4" providerId="ADAL" clId="{79F69BB0-F6C6-46EB-8D92-AB4635E95420}" dt="2026-09-18T13:48:35.680" v="36" actId="20577"/>
          <ac:spMkLst>
            <pc:docMk/>
            <pc:sldMk cId="707732017" sldId="2147483570"/>
            <ac:spMk id="162" creationId="{9F14E16C-069D-693F-49FF-D1A686956A82}"/>
          </ac:spMkLst>
        </pc:spChg>
        <pc:spChg chg="mod">
          <ac:chgData name="Brusasco, Alessandro" userId="77271c52-d63c-4435-a80e-1f6a95cf06c4" providerId="ADAL" clId="{79F69BB0-F6C6-46EB-8D92-AB4635E95420}" dt="2026-09-18T13:48:43.698" v="44" actId="20577"/>
          <ac:spMkLst>
            <pc:docMk/>
            <pc:sldMk cId="707732017" sldId="2147483570"/>
            <ac:spMk id="188" creationId="{D3B15529-6065-CAF8-117E-F1EA882CF60F}"/>
          </ac:spMkLst>
        </pc:spChg>
      </pc:sldChg>
      <pc:sldChg chg="addSp modSp new mod modShow">
        <pc:chgData name="Brusasco, Alessandro" userId="77271c52-d63c-4435-a80e-1f6a95cf06c4" providerId="ADAL" clId="{79F69BB0-F6C6-46EB-8D92-AB4635E95420}" dt="2026-09-18T13:47:57.276" v="31" actId="729"/>
        <pc:sldMkLst>
          <pc:docMk/>
          <pc:sldMk cId="2048991689" sldId="2147483639"/>
        </pc:sldMkLst>
        <pc:spChg chg="add mod">
          <ac:chgData name="Brusasco, Alessandro" userId="77271c52-d63c-4435-a80e-1f6a95cf06c4" providerId="ADAL" clId="{79F69BB0-F6C6-46EB-8D92-AB4635E95420}" dt="2026-09-18T13:21:57.655" v="30" actId="20577"/>
          <ac:spMkLst>
            <pc:docMk/>
            <pc:sldMk cId="2048991689" sldId="2147483639"/>
            <ac:spMk id="8" creationId="{A33F08A2-83F2-44AB-D25B-F2771AAE9090}"/>
          </ac:spMkLst>
        </pc:spChg>
        <pc:picChg chg="add mod modCrop">
          <ac:chgData name="Brusasco, Alessandro" userId="77271c52-d63c-4435-a80e-1f6a95cf06c4" providerId="ADAL" clId="{79F69BB0-F6C6-46EB-8D92-AB4635E95420}" dt="2026-09-18T13:21:05.205" v="4" actId="732"/>
          <ac:picMkLst>
            <pc:docMk/>
            <pc:sldMk cId="2048991689" sldId="2147483639"/>
            <ac:picMk id="6" creationId="{7D15488A-617E-75E1-EEA9-381851AD8BB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18830" cy="495029"/>
          </a:xfrm>
          <a:prstGeom prst="rect">
            <a:avLst/>
          </a:prstGeom>
        </p:spPr>
        <p:txBody>
          <a:bodyPr vert="horz" lIns="91065" tIns="45533" rIns="91065" bIns="45533" rtlCol="0"/>
          <a:lstStyle>
            <a:lvl1pPr algn="l" rtl="0">
              <a:defRPr sz="1200"/>
            </a:lvl1pPr>
          </a:lstStyle>
          <a:p>
            <a:endParaRPr lang="it-IT"/>
          </a:p>
        </p:txBody>
      </p:sp>
      <p:sp>
        <p:nvSpPr>
          <p:cNvPr id="3" name="Date Placeholder 2"/>
          <p:cNvSpPr>
            <a:spLocks noGrp="1"/>
          </p:cNvSpPr>
          <p:nvPr>
            <p:ph type="dt" idx="1"/>
          </p:nvPr>
        </p:nvSpPr>
        <p:spPr>
          <a:xfrm>
            <a:off x="3815375" y="0"/>
            <a:ext cx="2918830" cy="495029"/>
          </a:xfrm>
          <a:prstGeom prst="rect">
            <a:avLst/>
          </a:prstGeom>
        </p:spPr>
        <p:txBody>
          <a:bodyPr vert="horz" lIns="91065" tIns="45533" rIns="91065" bIns="45533" rtlCol="0"/>
          <a:lstStyle>
            <a:lvl1pPr algn="r" rtl="0">
              <a:defRPr sz="1200"/>
            </a:lvl1pPr>
          </a:lstStyle>
          <a:p>
            <a:fld id="{BFC6E7F5-A62A-4EA7-AD02-A9E2603824DC}" type="datetimeFigureOut">
              <a:rPr lang="it-IT" smtClean="0"/>
              <a:pPr/>
              <a:t>18/09/2026</a:t>
            </a:fld>
            <a:endParaRPr lang="it-IT"/>
          </a:p>
        </p:txBody>
      </p:sp>
      <p:sp>
        <p:nvSpPr>
          <p:cNvPr id="4" name="Slide Image Placeholder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065" tIns="45533" rIns="91065" bIns="45533" rtlCol="0" anchor="ctr"/>
          <a:lstStyle/>
          <a:p>
            <a:endParaRPr lang="fr-FR"/>
          </a:p>
        </p:txBody>
      </p:sp>
      <p:sp>
        <p:nvSpPr>
          <p:cNvPr id="5" name="Notes Placeholder 4"/>
          <p:cNvSpPr>
            <a:spLocks noGrp="1"/>
          </p:cNvSpPr>
          <p:nvPr>
            <p:ph type="body" sz="quarter" idx="3"/>
          </p:nvPr>
        </p:nvSpPr>
        <p:spPr>
          <a:xfrm>
            <a:off x="673577" y="4748163"/>
            <a:ext cx="5388610" cy="3884861"/>
          </a:xfrm>
          <a:prstGeom prst="rect">
            <a:avLst/>
          </a:prstGeom>
        </p:spPr>
        <p:txBody>
          <a:bodyPr vert="horz" lIns="91065" tIns="45533" rIns="91065" bIns="45533" rtlCol="0"/>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p>
        </p:txBody>
      </p:sp>
      <p:sp>
        <p:nvSpPr>
          <p:cNvPr id="6" name="Footer Placeholder 5"/>
          <p:cNvSpPr>
            <a:spLocks noGrp="1"/>
          </p:cNvSpPr>
          <p:nvPr>
            <p:ph type="ftr" sz="quarter" idx="4"/>
          </p:nvPr>
        </p:nvSpPr>
        <p:spPr>
          <a:xfrm>
            <a:off x="1" y="9371286"/>
            <a:ext cx="2918830" cy="495028"/>
          </a:xfrm>
          <a:prstGeom prst="rect">
            <a:avLst/>
          </a:prstGeom>
        </p:spPr>
        <p:txBody>
          <a:bodyPr vert="horz" lIns="91065" tIns="45533" rIns="91065" bIns="45533" rtlCol="0" anchor="b"/>
          <a:lstStyle>
            <a:lvl1pPr algn="l" rtl="0">
              <a:defRPr sz="1200"/>
            </a:lvl1pPr>
          </a:lstStyle>
          <a:p>
            <a:endParaRPr lang="it-IT"/>
          </a:p>
        </p:txBody>
      </p:sp>
      <p:sp>
        <p:nvSpPr>
          <p:cNvPr id="7" name="Slide Number Placeholder 6"/>
          <p:cNvSpPr>
            <a:spLocks noGrp="1"/>
          </p:cNvSpPr>
          <p:nvPr>
            <p:ph type="sldNum" sz="quarter" idx="5"/>
          </p:nvPr>
        </p:nvSpPr>
        <p:spPr>
          <a:xfrm>
            <a:off x="3815375" y="9371286"/>
            <a:ext cx="2918830" cy="495028"/>
          </a:xfrm>
          <a:prstGeom prst="rect">
            <a:avLst/>
          </a:prstGeom>
        </p:spPr>
        <p:txBody>
          <a:bodyPr vert="horz" lIns="91065" tIns="45533" rIns="91065" bIns="45533" rtlCol="0" anchor="b"/>
          <a:lstStyle>
            <a:lvl1pPr algn="r" rtl="0">
              <a:defRPr sz="1200"/>
            </a:lvl1pPr>
          </a:lstStyle>
          <a:p>
            <a:fld id="{EC90AFF2-3960-4D40-BB8B-9B6771EDDAF1}" type="slidenum">
              <a:rPr lang="it-IT" smtClean="0"/>
              <a:pPr/>
              <a:t>‹#›</a:t>
            </a:fld>
            <a:endParaRPr lang="it-IT"/>
          </a:p>
        </p:txBody>
      </p:sp>
    </p:spTree>
    <p:extLst>
      <p:ext uri="{BB962C8B-B14F-4D97-AF65-F5344CB8AC3E}">
        <p14:creationId xmlns:p14="http://schemas.microsoft.com/office/powerpoint/2010/main" val="2969179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it-IT"/>
          </a:p>
        </p:txBody>
      </p:sp>
      <p:sp>
        <p:nvSpPr>
          <p:cNvPr id="4" name="Slide Number Placeholder 3"/>
          <p:cNvSpPr>
            <a:spLocks noGrp="1"/>
          </p:cNvSpPr>
          <p:nvPr>
            <p:ph type="sldNum" sz="quarter" idx="5"/>
          </p:nvPr>
        </p:nvSpPr>
        <p:spPr/>
        <p:txBody>
          <a:bodyPr/>
          <a:lstStyle/>
          <a:p>
            <a:fld id="{EC90AFF2-3960-4D40-BB8B-9B6771EDDAF1}" type="slidenum">
              <a:rPr lang="it-IT" smtClean="0"/>
              <a:pPr/>
              <a:t>0</a:t>
            </a:fld>
            <a:endParaRPr lang="it-IT"/>
          </a:p>
        </p:txBody>
      </p:sp>
    </p:spTree>
    <p:extLst>
      <p:ext uri="{BB962C8B-B14F-4D97-AF65-F5344CB8AC3E}">
        <p14:creationId xmlns:p14="http://schemas.microsoft.com/office/powerpoint/2010/main" val="39754661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98EE6-78FF-66D6-C2FF-7BE512FF96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F2DC02-D4BD-6225-631B-0222F6407C6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84EF3AC-39C2-C6A9-4A2A-3733DB18BF6C}"/>
              </a:ext>
            </a:extLst>
          </p:cNvPr>
          <p:cNvSpPr>
            <a:spLocks noGrp="1"/>
          </p:cNvSpPr>
          <p:nvPr>
            <p:ph type="body" idx="1"/>
          </p:nvPr>
        </p:nvSpPr>
        <p:spPr/>
        <p:txBody>
          <a:bodyPr/>
          <a:lstStyle/>
          <a:p>
            <a:endParaRPr lang="it-IT"/>
          </a:p>
        </p:txBody>
      </p:sp>
      <p:sp>
        <p:nvSpPr>
          <p:cNvPr id="4" name="Slide Number Placeholder 3">
            <a:extLst>
              <a:ext uri="{FF2B5EF4-FFF2-40B4-BE49-F238E27FC236}">
                <a16:creationId xmlns:a16="http://schemas.microsoft.com/office/drawing/2014/main" id="{3EB9C368-91EB-7129-1848-F5F40D61724E}"/>
              </a:ext>
            </a:extLst>
          </p:cNvPr>
          <p:cNvSpPr>
            <a:spLocks noGrp="1"/>
          </p:cNvSpPr>
          <p:nvPr>
            <p:ph type="sldNum" sz="quarter" idx="5"/>
          </p:nvPr>
        </p:nvSpPr>
        <p:spPr/>
        <p:txBody>
          <a:bodyPr/>
          <a:lstStyle/>
          <a:p>
            <a:fld id="{8B298DF9-3915-4B71-8786-5ACAF82AE762}" type="slidenum">
              <a:rPr lang="it-IT" smtClean="0"/>
              <a:t>7</a:t>
            </a:fld>
            <a:endParaRPr lang="it-IT"/>
          </a:p>
        </p:txBody>
      </p:sp>
    </p:spTree>
    <p:extLst>
      <p:ext uri="{BB962C8B-B14F-4D97-AF65-F5344CB8AC3E}">
        <p14:creationId xmlns:p14="http://schemas.microsoft.com/office/powerpoint/2010/main" val="2588780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49E01-ECB3-509B-3220-5EAFE56E5C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3E80A0-22AA-B6EA-C8FD-6125CD23BC9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1CC441F-31A1-16D6-4C91-1A2F2E9907F4}"/>
              </a:ext>
            </a:extLst>
          </p:cNvPr>
          <p:cNvSpPr>
            <a:spLocks noGrp="1"/>
          </p:cNvSpPr>
          <p:nvPr>
            <p:ph type="body" idx="1"/>
          </p:nvPr>
        </p:nvSpPr>
        <p:spPr/>
        <p:txBody>
          <a:bodyPr/>
          <a:lstStyle/>
          <a:p>
            <a:endParaRPr lang="it-IT"/>
          </a:p>
        </p:txBody>
      </p:sp>
      <p:sp>
        <p:nvSpPr>
          <p:cNvPr id="4" name="Slide Number Placeholder 3">
            <a:extLst>
              <a:ext uri="{FF2B5EF4-FFF2-40B4-BE49-F238E27FC236}">
                <a16:creationId xmlns:a16="http://schemas.microsoft.com/office/drawing/2014/main" id="{53F6B328-69C0-1A75-9551-9D0FF9B6624D}"/>
              </a:ext>
            </a:extLst>
          </p:cNvPr>
          <p:cNvSpPr>
            <a:spLocks noGrp="1"/>
          </p:cNvSpPr>
          <p:nvPr>
            <p:ph type="sldNum" sz="quarter" idx="5"/>
          </p:nvPr>
        </p:nvSpPr>
        <p:spPr/>
        <p:txBody>
          <a:bodyPr/>
          <a:lstStyle/>
          <a:p>
            <a:fld id="{C0F4A2C8-6C88-4E71-83EE-698B9D4FE22F}" type="slidenum">
              <a:rPr lang="it-IT" smtClean="0"/>
              <a:pPr/>
              <a:t>11</a:t>
            </a:fld>
            <a:endParaRPr lang="it-IT"/>
          </a:p>
        </p:txBody>
      </p:sp>
    </p:spTree>
    <p:extLst>
      <p:ext uri="{BB962C8B-B14F-4D97-AF65-F5344CB8AC3E}">
        <p14:creationId xmlns:p14="http://schemas.microsoft.com/office/powerpoint/2010/main" val="10855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0A3AE-440E-E06A-7256-DC6AE2020B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5DF3D9-5622-2B8B-FD2D-3F3DA246B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DA2CC8-5456-536A-04FF-59741DD477F8}"/>
              </a:ext>
            </a:extLst>
          </p:cNvPr>
          <p:cNvSpPr>
            <a:spLocks noGrp="1"/>
          </p:cNvSpPr>
          <p:nvPr>
            <p:ph type="body" idx="1"/>
          </p:nvPr>
        </p:nvSpPr>
        <p:spPr/>
        <p:txBody>
          <a:bodyPr/>
          <a:lstStyle/>
          <a:p>
            <a:r>
              <a:rPr lang="en-US"/>
              <a:t>
Il template </a:t>
            </a:r>
            <a:r>
              <a:rPr lang="en-US" err="1"/>
              <a:t>fornito</a:t>
            </a:r>
            <a:r>
              <a:rPr lang="en-US"/>
              <a:t> </a:t>
            </a:r>
            <a:r>
              <a:rPr lang="en-US" err="1"/>
              <a:t>descrive</a:t>
            </a:r>
            <a:r>
              <a:rPr lang="en-US"/>
              <a:t> il </a:t>
            </a:r>
            <a:r>
              <a:rPr lang="en-US" err="1"/>
              <a:t>transitorio</a:t>
            </a:r>
            <a:r>
              <a:rPr lang="en-US"/>
              <a:t> come </a:t>
            </a:r>
            <a:r>
              <a:rPr lang="en-US" err="1"/>
              <a:t>gestione</a:t>
            </a:r>
            <a:r>
              <a:rPr lang="en-US"/>
              <a:t> degli asset della target in </a:t>
            </a:r>
            <a:r>
              <a:rPr lang="en-US" err="1"/>
              <a:t>preparazione</a:t>
            </a:r>
            <a:r>
              <a:rPr lang="en-US"/>
              <a:t> del carve-out. La slide 4 distingue il </a:t>
            </a:r>
            <a:r>
              <a:rPr lang="en-US" err="1"/>
              <a:t>perimetro</a:t>
            </a:r>
            <a:r>
              <a:rPr lang="en-US"/>
              <a:t> </a:t>
            </a:r>
            <a:r>
              <a:rPr lang="en-US" err="1"/>
              <a:t>bancario</a:t>
            </a:r>
            <a:r>
              <a:rPr lang="en-US"/>
              <a:t> MPS, Mediobanca e il polo </a:t>
            </a:r>
            <a:r>
              <a:rPr lang="en-US" err="1"/>
              <a:t>Widiba</a:t>
            </a:r>
            <a:r>
              <a:rPr lang="en-US"/>
              <a:t>/Premier. La </a:t>
            </a:r>
            <a:r>
              <a:rPr lang="en-US" err="1"/>
              <a:t>presente</a:t>
            </a:r>
            <a:r>
              <a:rPr lang="en-US"/>
              <a:t> slide </a:t>
            </a:r>
            <a:r>
              <a:rPr lang="en-US" err="1"/>
              <a:t>riprende</a:t>
            </a:r>
            <a:r>
              <a:rPr lang="en-US"/>
              <a:t> tale </a:t>
            </a:r>
            <a:r>
              <a:rPr lang="en-US" err="1"/>
              <a:t>impostazione</a:t>
            </a:r>
            <a:r>
              <a:rPr lang="en-US"/>
              <a:t> </a:t>
            </a:r>
            <a:r>
              <a:rPr lang="en-US" err="1"/>
              <a:t>distinguendo</a:t>
            </a:r>
            <a:r>
              <a:rPr lang="en-US"/>
              <a:t> Banking MPS, Mediobanca/CIB e Wealth/Private Banking, senza </a:t>
            </a:r>
            <a:r>
              <a:rPr lang="en-US" err="1"/>
              <a:t>confermare</a:t>
            </a:r>
            <a:r>
              <a:rPr lang="en-US"/>
              <a:t> </a:t>
            </a:r>
            <a:r>
              <a:rPr lang="en-US" err="1"/>
              <a:t>i</a:t>
            </a:r>
            <a:r>
              <a:rPr lang="en-US"/>
              <a:t> </a:t>
            </a:r>
            <a:r>
              <a:rPr lang="en-US" err="1"/>
              <a:t>nominativi</a:t>
            </a:r>
            <a:r>
              <a:rPr lang="en-US"/>
              <a:t> </a:t>
            </a:r>
            <a:r>
              <a:rPr lang="en-US" err="1"/>
              <a:t>indicati</a:t>
            </a:r>
            <a:r>
              <a:rPr lang="en-US"/>
              <a:t> </a:t>
            </a:r>
            <a:r>
              <a:rPr lang="en-US" err="1"/>
              <a:t>nel</a:t>
            </a:r>
            <a:r>
              <a:rPr lang="en-US"/>
              <a:t> template. Tutti </a:t>
            </a:r>
            <a:r>
              <a:rPr lang="en-US" err="1"/>
              <a:t>i</a:t>
            </a:r>
            <a:r>
              <a:rPr lang="en-US"/>
              <a:t> </a:t>
            </a:r>
            <a:r>
              <a:rPr lang="en-US" err="1"/>
              <a:t>campi</a:t>
            </a:r>
            <a:r>
              <a:rPr lang="en-US"/>
              <a:t> [Nome] </a:t>
            </a:r>
            <a:r>
              <a:rPr lang="en-US" err="1"/>
              <a:t>sono</a:t>
            </a:r>
            <a:r>
              <a:rPr lang="en-US"/>
              <a:t> da </a:t>
            </a:r>
            <a:r>
              <a:rPr lang="en-US" err="1"/>
              <a:t>assegnare</a:t>
            </a:r>
            <a:r>
              <a:rPr lang="en-US"/>
              <a:t>.
PERIMETRO E DATA
52 </a:t>
            </a:r>
            <a:r>
              <a:rPr lang="en-US" err="1"/>
              <a:t>soggetti</a:t>
            </a:r>
            <a:r>
              <a:rPr lang="en-US"/>
              <a:t>: Banca MPS, 10 </a:t>
            </a:r>
            <a:r>
              <a:rPr lang="en-US" err="1"/>
              <a:t>altre</a:t>
            </a:r>
            <a:r>
              <a:rPr lang="en-US"/>
              <a:t> </a:t>
            </a:r>
            <a:r>
              <a:rPr lang="en-US" err="1"/>
              <a:t>societa</a:t>
            </a:r>
            <a:r>
              <a:rPr lang="en-US"/>
              <a:t> del </a:t>
            </a:r>
            <a:r>
              <a:rPr lang="en-US" err="1"/>
              <a:t>perimetro</a:t>
            </a:r>
            <a:r>
              <a:rPr lang="en-US"/>
              <a:t> MPS e 41 del </a:t>
            </a:r>
            <a:r>
              <a:rPr lang="en-US" err="1"/>
              <a:t>perimetro</a:t>
            </a:r>
            <a:r>
              <a:rPr lang="en-US"/>
              <a:t> Mediobanca, </a:t>
            </a:r>
            <a:r>
              <a:rPr lang="en-US" err="1"/>
              <a:t>inclusa</a:t>
            </a:r>
            <a:r>
              <a:rPr lang="en-US"/>
              <a:t> Mediobanca </a:t>
            </a:r>
            <a:r>
              <a:rPr lang="en-US" err="1"/>
              <a:t>stessa</a:t>
            </a:r>
            <a:r>
              <a:rPr lang="en-US"/>
              <a:t>, secondo </a:t>
            </a:r>
            <a:r>
              <a:rPr lang="en-US" err="1"/>
              <a:t>l'elenco</a:t>
            </a:r>
            <a:r>
              <a:rPr lang="en-US"/>
              <a:t> di </a:t>
            </a:r>
            <a:r>
              <a:rPr lang="en-US" err="1"/>
              <a:t>consolidamento</a:t>
            </a:r>
            <a:r>
              <a:rPr lang="en-US"/>
              <a:t> </a:t>
            </a:r>
            <a:r>
              <a:rPr lang="en-US" err="1"/>
              <a:t>integrale</a:t>
            </a:r>
            <a:r>
              <a:rPr lang="en-US"/>
              <a:t> MPS al 30 </a:t>
            </a:r>
            <a:r>
              <a:rPr lang="en-US" err="1"/>
              <a:t>giugno</a:t>
            </a:r>
            <a:r>
              <a:rPr lang="en-US"/>
              <a:t> 2026 (52 = 1 + 10 + 41). Il </a:t>
            </a:r>
            <a:r>
              <a:rPr lang="en-US" err="1"/>
              <a:t>termine</a:t>
            </a:r>
            <a:r>
              <a:rPr lang="en-US"/>
              <a:t> LE </a:t>
            </a:r>
            <a:r>
              <a:rPr lang="en-US" err="1"/>
              <a:t>comprende</a:t>
            </a:r>
            <a:r>
              <a:rPr lang="en-US"/>
              <a:t> qui </a:t>
            </a:r>
            <a:r>
              <a:rPr lang="en-US" err="1"/>
              <a:t>anche</a:t>
            </a:r>
            <a:r>
              <a:rPr lang="en-US"/>
              <a:t> </a:t>
            </a:r>
            <a:r>
              <a:rPr lang="en-US" err="1"/>
              <a:t>societa</a:t>
            </a:r>
            <a:r>
              <a:rPr lang="en-US"/>
              <a:t> non operative e SPV consolidate. </a:t>
            </a:r>
            <a:r>
              <a:rPr lang="en-US" err="1"/>
              <a:t>Questo</a:t>
            </a:r>
            <a:r>
              <a:rPr lang="en-US"/>
              <a:t> </a:t>
            </a:r>
            <a:r>
              <a:rPr lang="en-US" err="1"/>
              <a:t>elenco</a:t>
            </a:r>
            <a:r>
              <a:rPr lang="en-US"/>
              <a:t> non e </a:t>
            </a:r>
            <a:r>
              <a:rPr lang="en-US" err="1"/>
              <a:t>l'intero</a:t>
            </a:r>
            <a:r>
              <a:rPr lang="en-US"/>
              <a:t> </a:t>
            </a:r>
            <a:r>
              <a:rPr lang="en-US" err="1"/>
              <a:t>universo</a:t>
            </a:r>
            <a:r>
              <a:rPr lang="en-US"/>
              <a:t> delle </a:t>
            </a:r>
            <a:r>
              <a:rPr lang="en-US" err="1"/>
              <a:t>partecipazioni</a:t>
            </a:r>
            <a:r>
              <a:rPr lang="en-US"/>
              <a:t> e non coincide con il solo </a:t>
            </a:r>
            <a:r>
              <a:rPr lang="en-US" err="1"/>
              <a:t>gruppo</a:t>
            </a:r>
            <a:r>
              <a:rPr lang="en-US"/>
              <a:t> </a:t>
            </a:r>
            <a:r>
              <a:rPr lang="en-US" err="1"/>
              <a:t>bancario</a:t>
            </a:r>
            <a:r>
              <a:rPr lang="en-US"/>
              <a:t> </a:t>
            </a:r>
            <a:r>
              <a:rPr lang="en-US" err="1"/>
              <a:t>regolamentare</a:t>
            </a:r>
            <a:r>
              <a:rPr lang="en-US"/>
              <a:t>. MB </a:t>
            </a:r>
            <a:r>
              <a:rPr lang="en-US" err="1"/>
              <a:t>SpeedUp</a:t>
            </a:r>
            <a:r>
              <a:rPr lang="en-US"/>
              <a:t> Limited, </a:t>
            </a:r>
            <a:r>
              <a:rPr lang="en-US" err="1"/>
              <a:t>partecipata</a:t>
            </a:r>
            <a:r>
              <a:rPr lang="en-US"/>
              <a:t> al 50% secondo la </a:t>
            </a:r>
            <a:r>
              <a:rPr lang="en-US" err="1"/>
              <a:t>struttura</a:t>
            </a:r>
            <a:r>
              <a:rPr lang="en-US"/>
              <a:t> Mediobanca </a:t>
            </a:r>
            <a:r>
              <a:rPr lang="en-US" err="1"/>
              <a:t>aggiornata</a:t>
            </a:r>
            <a:r>
              <a:rPr lang="en-US"/>
              <a:t> al 6 </a:t>
            </a:r>
            <a:r>
              <a:rPr lang="en-US" err="1"/>
              <a:t>febbraio</a:t>
            </a:r>
            <a:r>
              <a:rPr lang="en-US"/>
              <a:t> 2026, e </a:t>
            </a:r>
            <a:r>
              <a:rPr lang="en-US" err="1"/>
              <a:t>aggiunta</a:t>
            </a:r>
            <a:r>
              <a:rPr lang="en-US"/>
              <a:t> </a:t>
            </a:r>
            <a:r>
              <a:rPr lang="en-US" err="1"/>
              <a:t>separatamente</a:t>
            </a:r>
            <a:r>
              <a:rPr lang="en-US"/>
              <a:t> come 53esima voce, da </a:t>
            </a:r>
            <a:r>
              <a:rPr lang="en-US" err="1"/>
              <a:t>presidiare</a:t>
            </a:r>
            <a:r>
              <a:rPr lang="en-US"/>
              <a:t> per </a:t>
            </a:r>
            <a:r>
              <a:rPr lang="en-US" err="1"/>
              <a:t>i</a:t>
            </a:r>
            <a:r>
              <a:rPr lang="en-US"/>
              <a:t> </a:t>
            </a:r>
            <a:r>
              <a:rPr lang="en-US" err="1"/>
              <a:t>diritti</a:t>
            </a:r>
            <a:r>
              <a:rPr lang="en-US"/>
              <a:t> del socio e non come </a:t>
            </a:r>
            <a:r>
              <a:rPr lang="en-US" err="1"/>
              <a:t>societa</a:t>
            </a:r>
            <a:r>
              <a:rPr lang="en-US"/>
              <a:t> </a:t>
            </a:r>
            <a:r>
              <a:rPr lang="en-US" err="1"/>
              <a:t>controllata</a:t>
            </a:r>
            <a:r>
              <a:rPr lang="en-US"/>
              <a:t>. Le </a:t>
            </a:r>
            <a:r>
              <a:rPr lang="en-US" err="1"/>
              <a:t>altre</a:t>
            </a:r>
            <a:r>
              <a:rPr lang="en-US"/>
              <a:t> </a:t>
            </a:r>
            <a:r>
              <a:rPr lang="en-US" err="1"/>
              <a:t>partecipazioni</a:t>
            </a:r>
            <a:r>
              <a:rPr lang="en-US"/>
              <a:t>/JV (</a:t>
            </a:r>
            <a:r>
              <a:rPr lang="en-US" err="1"/>
              <a:t>incluse</a:t>
            </a:r>
            <a:r>
              <a:rPr lang="en-US"/>
              <a:t>, </a:t>
            </a:r>
            <a:r>
              <a:rPr lang="en-US" err="1"/>
              <a:t>ove</a:t>
            </a:r>
            <a:r>
              <a:rPr lang="en-US"/>
              <a:t> </a:t>
            </a:r>
            <a:r>
              <a:rPr lang="en-US" err="1"/>
              <a:t>rilevanti</a:t>
            </a:r>
            <a:r>
              <a:rPr lang="en-US"/>
              <a:t>, le </a:t>
            </a:r>
            <a:r>
              <a:rPr lang="en-US" err="1"/>
              <a:t>partecipazioni</a:t>
            </a:r>
            <a:r>
              <a:rPr lang="en-US"/>
              <a:t> in Generali e il </a:t>
            </a:r>
            <a:r>
              <a:rPr lang="en-US" err="1"/>
              <a:t>rapporto</a:t>
            </a:r>
            <a:r>
              <a:rPr lang="en-US"/>
              <a:t> </a:t>
            </a:r>
            <a:r>
              <a:rPr lang="en-US" err="1"/>
              <a:t>bancassicurativo</a:t>
            </a:r>
            <a:r>
              <a:rPr lang="en-US"/>
              <a:t> con AXA) </a:t>
            </a:r>
            <a:r>
              <a:rPr lang="en-US" err="1"/>
              <a:t>restano</a:t>
            </a:r>
            <a:r>
              <a:rPr lang="en-US"/>
              <a:t> </a:t>
            </a:r>
            <a:r>
              <a:rPr lang="en-US" err="1"/>
              <a:t>fuori</a:t>
            </a:r>
            <a:r>
              <a:rPr lang="en-US"/>
              <a:t> dal </a:t>
            </a:r>
            <a:r>
              <a:rPr lang="en-US" err="1"/>
              <a:t>perimetro</a:t>
            </a:r>
            <a:r>
              <a:rPr lang="en-US"/>
              <a:t> della slide e </a:t>
            </a:r>
            <a:r>
              <a:rPr lang="en-US" err="1"/>
              <a:t>richiedono</a:t>
            </a:r>
            <a:r>
              <a:rPr lang="en-US"/>
              <a:t> un presidio </a:t>
            </a:r>
            <a:r>
              <a:rPr lang="en-US" err="1"/>
              <a:t>distinto</a:t>
            </a:r>
            <a:r>
              <a:rPr lang="en-US"/>
              <a:t>. Non </a:t>
            </a:r>
            <a:r>
              <a:rPr lang="en-US" err="1"/>
              <a:t>si</a:t>
            </a:r>
            <a:r>
              <a:rPr lang="en-US"/>
              <a:t> </a:t>
            </a:r>
            <a:r>
              <a:rPr lang="en-US" err="1"/>
              <a:t>tratta</a:t>
            </a:r>
            <a:r>
              <a:rPr lang="en-US"/>
              <a:t> di </a:t>
            </a:r>
            <a:r>
              <a:rPr lang="en-US" err="1"/>
              <a:t>una</a:t>
            </a:r>
            <a:r>
              <a:rPr lang="en-US"/>
              <a:t> </a:t>
            </a:r>
            <a:r>
              <a:rPr lang="en-US" err="1"/>
              <a:t>fotografia</a:t>
            </a:r>
            <a:r>
              <a:rPr lang="en-US"/>
              <a:t> </a:t>
            </a:r>
            <a:r>
              <a:rPr lang="en-US" err="1"/>
              <a:t>certificata</a:t>
            </a:r>
            <a:r>
              <a:rPr lang="en-US"/>
              <a:t> del </a:t>
            </a:r>
            <a:r>
              <a:rPr lang="en-US" err="1"/>
              <a:t>futuro</a:t>
            </a:r>
            <a:r>
              <a:rPr lang="en-US"/>
              <a:t> settlement. </a:t>
            </a:r>
            <a:r>
              <a:rPr lang="en-US" err="1"/>
              <a:t>Riconfermare</a:t>
            </a:r>
            <a:r>
              <a:rPr lang="en-US"/>
              <a:t> </a:t>
            </a:r>
            <a:r>
              <a:rPr lang="en-US" err="1"/>
              <a:t>esistenza</a:t>
            </a:r>
            <a:r>
              <a:rPr lang="en-US"/>
              <a:t>, </a:t>
            </a:r>
            <a:r>
              <a:rPr lang="en-US" err="1"/>
              <a:t>controllo</a:t>
            </a:r>
            <a:r>
              <a:rPr lang="en-US"/>
              <a:t>, </a:t>
            </a:r>
            <a:r>
              <a:rPr lang="en-US" err="1"/>
              <a:t>ragione</a:t>
            </a:r>
            <a:r>
              <a:rPr lang="en-US"/>
              <a:t> </a:t>
            </a:r>
            <a:r>
              <a:rPr lang="en-US" err="1"/>
              <a:t>sociale</a:t>
            </a:r>
            <a:r>
              <a:rPr lang="en-US"/>
              <a:t> e </a:t>
            </a:r>
            <a:r>
              <a:rPr lang="en-US" err="1"/>
              <a:t>assetto</a:t>
            </a:r>
            <a:r>
              <a:rPr lang="en-US"/>
              <a:t> a tale data.
RICONCILIAZIONE RISPETTO ALLA LISTA PRECEDENTE
La prima </a:t>
            </a:r>
            <a:r>
              <a:rPr lang="en-US" err="1"/>
              <a:t>lista</a:t>
            </a:r>
            <a:r>
              <a:rPr lang="en-US"/>
              <a:t> non </a:t>
            </a:r>
            <a:r>
              <a:rPr lang="en-US" err="1"/>
              <a:t>costituiva</a:t>
            </a:r>
            <a:r>
              <a:rPr lang="en-US"/>
              <a:t> un </a:t>
            </a:r>
            <a:r>
              <a:rPr lang="en-US" err="1"/>
              <a:t>elenco</a:t>
            </a:r>
            <a:r>
              <a:rPr lang="en-US"/>
              <a:t> </a:t>
            </a:r>
            <a:r>
              <a:rPr lang="en-US" err="1"/>
              <a:t>completo</a:t>
            </a:r>
            <a:r>
              <a:rPr lang="en-US"/>
              <a:t> e </a:t>
            </a:r>
            <a:r>
              <a:rPr lang="en-US" err="1"/>
              <a:t>aggiornato</a:t>
            </a:r>
            <a:r>
              <a:rPr lang="en-US"/>
              <a:t>. Rispetto alle 54 </a:t>
            </a:r>
            <a:r>
              <a:rPr lang="en-US" err="1"/>
              <a:t>voci</a:t>
            </a:r>
            <a:r>
              <a:rPr lang="en-US"/>
              <a:t> </a:t>
            </a:r>
            <a:r>
              <a:rPr lang="en-US" err="1"/>
              <a:t>iniziali</a:t>
            </a:r>
            <a:r>
              <a:rPr lang="en-US"/>
              <a:t>: (a) cinque non </a:t>
            </a:r>
            <a:r>
              <a:rPr lang="en-US" err="1"/>
              <a:t>compaiono</a:t>
            </a:r>
            <a:r>
              <a:rPr lang="en-US"/>
              <a:t> </a:t>
            </a:r>
            <a:r>
              <a:rPr lang="en-US" err="1"/>
              <a:t>nel</a:t>
            </a:r>
            <a:r>
              <a:rPr lang="en-US"/>
              <a:t> </a:t>
            </a:r>
            <a:r>
              <a:rPr lang="en-US" err="1"/>
              <a:t>perimetro</a:t>
            </a:r>
            <a:r>
              <a:rPr lang="en-US"/>
              <a:t> </a:t>
            </a:r>
            <a:r>
              <a:rPr lang="en-US" err="1"/>
              <a:t>consolidato</a:t>
            </a:r>
            <a:r>
              <a:rPr lang="en-US"/>
              <a:t> del 30 </a:t>
            </a:r>
            <a:r>
              <a:rPr lang="en-US" err="1"/>
              <a:t>giugno</a:t>
            </a:r>
            <a:r>
              <a:rPr lang="en-US"/>
              <a:t> 2026 (Monte Paschi Banque; Monte Paschi Conseil France; </a:t>
            </a:r>
            <a:r>
              <a:rPr lang="en-US" err="1"/>
              <a:t>Immobiliere</a:t>
            </a:r>
            <a:r>
              <a:rPr lang="en-US"/>
              <a:t> Victor Hugo; Siena Mortgages 09-6; Siena Mortgages 10-7); (b) quattro </a:t>
            </a:r>
            <a:r>
              <a:rPr lang="en-US" err="1"/>
              <a:t>sono</a:t>
            </a:r>
            <a:r>
              <a:rPr lang="en-US"/>
              <a:t> integrate da tale </a:t>
            </a:r>
            <a:r>
              <a:rPr lang="en-US" err="1"/>
              <a:t>perimetro</a:t>
            </a:r>
            <a:r>
              <a:rPr lang="en-US"/>
              <a:t> (MPS </a:t>
            </a:r>
            <a:r>
              <a:rPr lang="en-US" err="1"/>
              <a:t>Tenimenti</a:t>
            </a:r>
            <a:r>
              <a:rPr lang="en-US"/>
              <a:t> Poggio Bonelli e Chigi </a:t>
            </a:r>
            <a:r>
              <a:rPr lang="en-US" err="1"/>
              <a:t>Saracini</a:t>
            </a:r>
            <a:r>
              <a:rPr lang="en-US"/>
              <a:t> Societa Agricola; Polus Capital Management Investments Limited; Polus Investment Managers Limited; SPV Project 2224); (c) MB </a:t>
            </a:r>
            <a:r>
              <a:rPr lang="en-US" err="1"/>
              <a:t>SpeedUp</a:t>
            </a:r>
            <a:r>
              <a:rPr lang="en-US"/>
              <a:t> </a:t>
            </a:r>
            <a:r>
              <a:rPr lang="en-US" err="1"/>
              <a:t>rimane</a:t>
            </a:r>
            <a:r>
              <a:rPr lang="en-US"/>
              <a:t> </a:t>
            </a:r>
            <a:r>
              <a:rPr lang="en-US" err="1"/>
              <a:t>distinta</a:t>
            </a:r>
            <a:r>
              <a:rPr lang="en-US"/>
              <a:t> </a:t>
            </a:r>
            <a:r>
              <a:rPr lang="en-US" err="1"/>
              <a:t>dalle</a:t>
            </a:r>
            <a:r>
              <a:rPr lang="en-US"/>
              <a:t> </a:t>
            </a:r>
            <a:r>
              <a:rPr lang="en-US" err="1"/>
              <a:t>controllate</a:t>
            </a:r>
            <a:r>
              <a:rPr lang="en-US"/>
              <a:t>. </a:t>
            </a:r>
            <a:r>
              <a:rPr lang="en-US" err="1"/>
              <a:t>Quarzo</a:t>
            </a:r>
            <a:r>
              <a:rPr lang="en-US"/>
              <a:t>, </a:t>
            </a:r>
            <a:r>
              <a:rPr lang="en-US" err="1"/>
              <a:t>presente</a:t>
            </a:r>
            <a:r>
              <a:rPr lang="en-US"/>
              <a:t> </a:t>
            </a:r>
            <a:r>
              <a:rPr lang="en-US" err="1"/>
              <a:t>nella</a:t>
            </a:r>
            <a:r>
              <a:rPr lang="en-US"/>
              <a:t> prima </a:t>
            </a:r>
            <a:r>
              <a:rPr lang="en-US" err="1"/>
              <a:t>lista</a:t>
            </a:r>
            <a:r>
              <a:rPr lang="en-US"/>
              <a:t> ma </a:t>
            </a:r>
            <a:r>
              <a:rPr lang="en-US" err="1"/>
              <a:t>omessa</a:t>
            </a:r>
            <a:r>
              <a:rPr lang="en-US"/>
              <a:t> </a:t>
            </a:r>
            <a:r>
              <a:rPr lang="en-US" err="1"/>
              <a:t>dalla</a:t>
            </a:r>
            <a:r>
              <a:rPr lang="en-US"/>
              <a:t> prima </a:t>
            </a:r>
            <a:r>
              <a:rPr lang="en-US" err="1"/>
              <a:t>clusterizzazione</a:t>
            </a:r>
            <a:r>
              <a:rPr lang="en-US"/>
              <a:t>, e </a:t>
            </a:r>
            <a:r>
              <a:rPr lang="en-US" err="1"/>
              <a:t>inclusa</a:t>
            </a:r>
            <a:r>
              <a:rPr lang="en-US"/>
              <a:t> </a:t>
            </a:r>
            <a:r>
              <a:rPr lang="en-US" err="1"/>
              <a:t>nel</a:t>
            </a:r>
            <a:r>
              <a:rPr lang="en-US"/>
              <a:t> cluster 08. MPS Capital Services e MPS Leasing &amp; Factoring, </a:t>
            </a:r>
            <a:r>
              <a:rPr lang="en-US" err="1"/>
              <a:t>gia</a:t>
            </a:r>
            <a:r>
              <a:rPr lang="en-US"/>
              <a:t> </a:t>
            </a:r>
            <a:r>
              <a:rPr lang="en-US" err="1"/>
              <a:t>richiamate</a:t>
            </a:r>
            <a:r>
              <a:rPr lang="en-US"/>
              <a:t> come legacy, non </a:t>
            </a:r>
            <a:r>
              <a:rPr lang="en-US" err="1"/>
              <a:t>sono</a:t>
            </a:r>
            <a:r>
              <a:rPr lang="en-US"/>
              <a:t> </a:t>
            </a:r>
            <a:r>
              <a:rPr lang="en-US" err="1"/>
              <a:t>incluse</a:t>
            </a:r>
            <a:r>
              <a:rPr lang="en-US"/>
              <a:t> </a:t>
            </a:r>
            <a:r>
              <a:rPr lang="en-US" err="1"/>
              <a:t>tra</a:t>
            </a:r>
            <a:r>
              <a:rPr lang="en-US"/>
              <a:t> le 52. La </a:t>
            </a:r>
            <a:r>
              <a:rPr lang="en-US" err="1"/>
              <a:t>semestrale</a:t>
            </a:r>
            <a:r>
              <a:rPr lang="en-US"/>
              <a:t> </a:t>
            </a:r>
            <a:r>
              <a:rPr lang="en-US" err="1"/>
              <a:t>conferma</a:t>
            </a:r>
            <a:r>
              <a:rPr lang="en-US"/>
              <a:t> </a:t>
            </a:r>
            <a:r>
              <a:rPr lang="en-US" err="1"/>
              <a:t>espressamente</a:t>
            </a:r>
            <a:r>
              <a:rPr lang="en-US"/>
              <a:t> la </a:t>
            </a:r>
            <a:r>
              <a:rPr lang="en-US" err="1"/>
              <a:t>cessione</a:t>
            </a:r>
            <a:r>
              <a:rPr lang="en-US"/>
              <a:t> di Monte Paschi Banque, </a:t>
            </a:r>
            <a:r>
              <a:rPr lang="en-US" err="1"/>
              <a:t>perfezionata</a:t>
            </a:r>
            <a:r>
              <a:rPr lang="en-US"/>
              <a:t> il 29 </a:t>
            </a:r>
            <a:r>
              <a:rPr lang="en-US" err="1"/>
              <a:t>maggio</a:t>
            </a:r>
            <a:r>
              <a:rPr lang="en-US"/>
              <a:t> 2026, p.134. </a:t>
            </a:r>
            <a:r>
              <a:rPr lang="en-US" err="1"/>
              <a:t>L'assenza</a:t>
            </a:r>
            <a:r>
              <a:rPr lang="en-US"/>
              <a:t> delle </a:t>
            </a:r>
            <a:r>
              <a:rPr lang="en-US" err="1"/>
              <a:t>altre</a:t>
            </a:r>
            <a:r>
              <a:rPr lang="en-US"/>
              <a:t> quattro </a:t>
            </a:r>
            <a:r>
              <a:rPr lang="en-US" err="1"/>
              <a:t>dall'elenco</a:t>
            </a:r>
            <a:r>
              <a:rPr lang="en-US"/>
              <a:t> non e </a:t>
            </a:r>
            <a:r>
              <a:rPr lang="en-US" err="1"/>
              <a:t>utilizzata</a:t>
            </a:r>
            <a:r>
              <a:rPr lang="en-US"/>
              <a:t> come </a:t>
            </a:r>
            <a:r>
              <a:rPr lang="en-US" err="1"/>
              <a:t>prova</a:t>
            </a:r>
            <a:r>
              <a:rPr lang="en-US"/>
              <a:t> </a:t>
            </a:r>
            <a:r>
              <a:rPr lang="en-US" err="1"/>
              <a:t>autonoma</a:t>
            </a:r>
            <a:r>
              <a:rPr lang="en-US"/>
              <a:t> di </a:t>
            </a:r>
            <a:r>
              <a:rPr lang="en-US" err="1"/>
              <a:t>liquidazione</a:t>
            </a:r>
            <a:r>
              <a:rPr lang="en-US"/>
              <a:t>: il </a:t>
            </a:r>
            <a:r>
              <a:rPr lang="en-US" err="1"/>
              <a:t>relativo</a:t>
            </a:r>
            <a:r>
              <a:rPr lang="en-US"/>
              <a:t> </a:t>
            </a:r>
            <a:r>
              <a:rPr lang="en-US" err="1"/>
              <a:t>stato</a:t>
            </a:r>
            <a:r>
              <a:rPr lang="en-US"/>
              <a:t> </a:t>
            </a:r>
            <a:r>
              <a:rPr lang="en-US" err="1"/>
              <a:t>va</a:t>
            </a:r>
            <a:r>
              <a:rPr lang="en-US"/>
              <a:t> </a:t>
            </a:r>
            <a:r>
              <a:rPr lang="en-US" err="1"/>
              <a:t>riconciliato</a:t>
            </a:r>
            <a:r>
              <a:rPr lang="en-US"/>
              <a:t> con Legal.
LOGICA DI CLUSTERIZZAZIONE
I cluster </a:t>
            </a:r>
            <a:r>
              <a:rPr lang="en-US" err="1"/>
              <a:t>sono</a:t>
            </a:r>
            <a:r>
              <a:rPr lang="en-US"/>
              <a:t> </a:t>
            </a:r>
            <a:r>
              <a:rPr lang="en-US" err="1"/>
              <a:t>una</a:t>
            </a:r>
            <a:r>
              <a:rPr lang="en-US"/>
              <a:t> </a:t>
            </a:r>
            <a:r>
              <a:rPr lang="en-US" err="1"/>
              <a:t>proposta</a:t>
            </a:r>
            <a:r>
              <a:rPr lang="en-US"/>
              <a:t> di presidio </a:t>
            </a:r>
            <a:r>
              <a:rPr lang="en-US" err="1"/>
              <a:t>operativo</a:t>
            </a:r>
            <a:r>
              <a:rPr lang="en-US"/>
              <a:t>, non </a:t>
            </a:r>
            <a:r>
              <a:rPr lang="en-US" err="1"/>
              <a:t>una</a:t>
            </a:r>
            <a:r>
              <a:rPr lang="en-US"/>
              <a:t> </a:t>
            </a:r>
            <a:r>
              <a:rPr lang="en-US" err="1"/>
              <a:t>classificazione</a:t>
            </a:r>
            <a:r>
              <a:rPr lang="en-US"/>
              <a:t> </a:t>
            </a:r>
            <a:r>
              <a:rPr lang="en-US" err="1"/>
              <a:t>ufficiale</a:t>
            </a:r>
            <a:r>
              <a:rPr lang="en-US"/>
              <a:t> ne </a:t>
            </a:r>
            <a:r>
              <a:rPr lang="en-US" err="1"/>
              <a:t>una</a:t>
            </a:r>
            <a:r>
              <a:rPr lang="en-US"/>
              <a:t> </a:t>
            </a:r>
            <a:r>
              <a:rPr lang="en-US" err="1"/>
              <a:t>proposta</a:t>
            </a:r>
            <a:r>
              <a:rPr lang="en-US"/>
              <a:t> di nuovo </a:t>
            </a:r>
            <a:r>
              <a:rPr lang="en-US" err="1"/>
              <a:t>assetto</a:t>
            </a:r>
            <a:r>
              <a:rPr lang="en-US"/>
              <a:t> </a:t>
            </a:r>
            <a:r>
              <a:rPr lang="en-US" err="1"/>
              <a:t>societario</a:t>
            </a:r>
            <a:r>
              <a:rPr lang="en-US"/>
              <a:t>. Ogni voce compare </a:t>
            </a:r>
            <a:r>
              <a:rPr lang="en-US" err="1"/>
              <a:t>una</a:t>
            </a:r>
            <a:r>
              <a:rPr lang="en-US"/>
              <a:t> sola volta. </a:t>
            </a:r>
            <a:r>
              <a:rPr lang="en-US" err="1"/>
              <a:t>Magazzini</a:t>
            </a:r>
            <a:r>
              <a:rPr lang="en-US"/>
              <a:t> Generali e </a:t>
            </a:r>
            <a:r>
              <a:rPr lang="en-US" err="1"/>
              <a:t>gli</a:t>
            </a:r>
            <a:r>
              <a:rPr lang="en-US"/>
              <a:t> </a:t>
            </a:r>
            <a:r>
              <a:rPr lang="en-US" err="1"/>
              <a:t>attivi</a:t>
            </a:r>
            <a:r>
              <a:rPr lang="en-US"/>
              <a:t> </a:t>
            </a:r>
            <a:r>
              <a:rPr lang="en-US" err="1"/>
              <a:t>agricoli</a:t>
            </a:r>
            <a:r>
              <a:rPr lang="en-US"/>
              <a:t> </a:t>
            </a:r>
            <a:r>
              <a:rPr lang="en-US" err="1"/>
              <a:t>sono</a:t>
            </a:r>
            <a:r>
              <a:rPr lang="en-US"/>
              <a:t> </a:t>
            </a:r>
            <a:r>
              <a:rPr lang="en-US" err="1"/>
              <a:t>nel</a:t>
            </a:r>
            <a:r>
              <a:rPr lang="en-US"/>
              <a:t> cluster non-core; CMB Real Estate Development </a:t>
            </a:r>
            <a:r>
              <a:rPr lang="en-US" err="1"/>
              <a:t>nel</a:t>
            </a:r>
            <a:r>
              <a:rPr lang="en-US"/>
              <a:t> cluster </a:t>
            </a:r>
            <a:r>
              <a:rPr lang="en-US" err="1"/>
              <a:t>immobiliare</a:t>
            </a:r>
            <a:r>
              <a:rPr lang="en-US"/>
              <a:t>; MB Funding Luxembourg, </a:t>
            </a:r>
            <a:r>
              <a:rPr lang="en-US" err="1"/>
              <a:t>Quarzo</a:t>
            </a:r>
            <a:r>
              <a:rPr lang="en-US"/>
              <a:t> e SPV Project 2224 </a:t>
            </a:r>
            <a:r>
              <a:rPr lang="en-US" err="1"/>
              <a:t>nel</a:t>
            </a:r>
            <a:r>
              <a:rPr lang="en-US"/>
              <a:t> cluster funding/SPV; MB </a:t>
            </a:r>
            <a:r>
              <a:rPr lang="en-US" err="1"/>
              <a:t>SpeedUp</a:t>
            </a:r>
            <a:r>
              <a:rPr lang="en-US"/>
              <a:t> </a:t>
            </a:r>
            <a:r>
              <a:rPr lang="en-US" err="1"/>
              <a:t>fra</a:t>
            </a:r>
            <a:r>
              <a:rPr lang="en-US"/>
              <a:t> le </a:t>
            </a:r>
            <a:r>
              <a:rPr lang="en-US" err="1"/>
              <a:t>partecipate</a:t>
            </a:r>
            <a:r>
              <a:rPr lang="en-US"/>
              <a:t>.
MANDATO DA CONFERMARE
</a:t>
            </a:r>
            <a:r>
              <a:rPr lang="en-US" err="1"/>
              <a:t>Coordinatore</a:t>
            </a:r>
            <a:r>
              <a:rPr lang="en-US"/>
              <a:t> </a:t>
            </a:r>
            <a:r>
              <a:rPr lang="en-US" err="1"/>
              <a:t>transitorio</a:t>
            </a:r>
            <a:r>
              <a:rPr lang="en-US"/>
              <a:t>: </a:t>
            </a:r>
            <a:r>
              <a:rPr lang="en-US" err="1"/>
              <a:t>priorita</a:t>
            </a:r>
            <a:r>
              <a:rPr lang="en-US"/>
              <a:t> </a:t>
            </a:r>
            <a:r>
              <a:rPr lang="en-US" err="1"/>
              <a:t>trasversali</a:t>
            </a:r>
            <a:r>
              <a:rPr lang="en-US"/>
              <a:t>, </a:t>
            </a:r>
            <a:r>
              <a:rPr lang="en-US" err="1"/>
              <a:t>dipendenze</a:t>
            </a:r>
            <a:r>
              <a:rPr lang="en-US"/>
              <a:t> ed escalation. </a:t>
            </a:r>
            <a:r>
              <a:rPr lang="en-US" err="1"/>
              <a:t>Responsabile</a:t>
            </a:r>
            <a:r>
              <a:rPr lang="en-US"/>
              <a:t> di cluster: un </a:t>
            </a:r>
            <a:r>
              <a:rPr lang="en-US" err="1"/>
              <a:t>unico</a:t>
            </a:r>
            <a:r>
              <a:rPr lang="en-US"/>
              <a:t> </a:t>
            </a:r>
            <a:r>
              <a:rPr lang="en-US" err="1"/>
              <a:t>referente</a:t>
            </a:r>
            <a:r>
              <a:rPr lang="en-US"/>
              <a:t> di </a:t>
            </a:r>
            <a:r>
              <a:rPr lang="en-US" err="1"/>
              <a:t>coordinamento</a:t>
            </a:r>
            <a:r>
              <a:rPr lang="en-US"/>
              <a:t> lato ISP, presidio della </a:t>
            </a:r>
            <a:r>
              <a:rPr lang="en-US" err="1"/>
              <a:t>continuita</a:t>
            </a:r>
            <a:r>
              <a:rPr lang="en-US"/>
              <a:t>, </a:t>
            </a:r>
            <a:r>
              <a:rPr lang="en-US" err="1"/>
              <a:t>dei</a:t>
            </a:r>
            <a:r>
              <a:rPr lang="en-US"/>
              <a:t> </a:t>
            </a:r>
            <a:r>
              <a:rPr lang="en-US" err="1"/>
              <a:t>rischi</a:t>
            </a:r>
            <a:r>
              <a:rPr lang="en-US"/>
              <a:t> e del passaggio di </a:t>
            </a:r>
            <a:r>
              <a:rPr lang="en-US" err="1"/>
              <a:t>consegne</a:t>
            </a:r>
            <a:r>
              <a:rPr lang="en-US"/>
              <a:t>; nomina e </a:t>
            </a:r>
            <a:r>
              <a:rPr lang="en-US" err="1"/>
              <a:t>mantiene</a:t>
            </a:r>
            <a:r>
              <a:rPr lang="en-US"/>
              <a:t> un </a:t>
            </a:r>
            <a:r>
              <a:rPr lang="en-US" err="1"/>
              <a:t>referente</a:t>
            </a:r>
            <a:r>
              <a:rPr lang="en-US"/>
              <a:t> </a:t>
            </a:r>
            <a:r>
              <a:rPr lang="en-US" err="1"/>
              <a:t>operativo</a:t>
            </a:r>
            <a:r>
              <a:rPr lang="en-US"/>
              <a:t> per </a:t>
            </a:r>
            <a:r>
              <a:rPr lang="en-US" err="1"/>
              <a:t>ciascuna</a:t>
            </a:r>
            <a:r>
              <a:rPr lang="en-US"/>
              <a:t> LE. </a:t>
            </a:r>
            <a:r>
              <a:rPr lang="en-US" err="1"/>
              <a:t>Referente</a:t>
            </a:r>
            <a:r>
              <a:rPr lang="en-US"/>
              <a:t> LE: </a:t>
            </a:r>
            <a:r>
              <a:rPr lang="en-US" err="1"/>
              <a:t>gestione</a:t>
            </a:r>
            <a:r>
              <a:rPr lang="en-US"/>
              <a:t> </a:t>
            </a:r>
            <a:r>
              <a:rPr lang="en-US" err="1"/>
              <a:t>quotidiana</a:t>
            </a:r>
            <a:r>
              <a:rPr lang="en-US"/>
              <a:t>, </a:t>
            </a:r>
            <a:r>
              <a:rPr lang="en-US" err="1"/>
              <a:t>continuita</a:t>
            </a:r>
            <a:r>
              <a:rPr lang="en-US"/>
              <a:t> </a:t>
            </a:r>
            <a:r>
              <a:rPr lang="en-US" err="1"/>
              <a:t>dei</a:t>
            </a:r>
            <a:r>
              <a:rPr lang="en-US"/>
              <a:t> </a:t>
            </a:r>
            <a:r>
              <a:rPr lang="en-US" err="1"/>
              <a:t>servizi</a:t>
            </a:r>
            <a:r>
              <a:rPr lang="en-US"/>
              <a:t>, </a:t>
            </a:r>
            <a:r>
              <a:rPr lang="en-US" err="1"/>
              <a:t>adempimenti</a:t>
            </a:r>
            <a:r>
              <a:rPr lang="en-US"/>
              <a:t> e reporting verso il </a:t>
            </a:r>
            <a:r>
              <a:rPr lang="en-US" err="1"/>
              <a:t>responsabile</a:t>
            </a:r>
            <a:r>
              <a:rPr lang="en-US"/>
              <a:t>. I </a:t>
            </a:r>
            <a:r>
              <a:rPr lang="en-US" err="1"/>
              <a:t>poteri</a:t>
            </a:r>
            <a:r>
              <a:rPr lang="en-US"/>
              <a:t> </a:t>
            </a:r>
            <a:r>
              <a:rPr lang="en-US" err="1"/>
              <a:t>decisionali</a:t>
            </a:r>
            <a:r>
              <a:rPr lang="en-US"/>
              <a:t> </a:t>
            </a:r>
            <a:r>
              <a:rPr lang="en-US" err="1"/>
              <a:t>restano</a:t>
            </a:r>
            <a:r>
              <a:rPr lang="en-US"/>
              <a:t> </a:t>
            </a:r>
            <a:r>
              <a:rPr lang="en-US" err="1"/>
              <a:t>agli</a:t>
            </a:r>
            <a:r>
              <a:rPr lang="en-US"/>
              <a:t> </a:t>
            </a:r>
            <a:r>
              <a:rPr lang="en-US" err="1"/>
              <a:t>organi</a:t>
            </a:r>
            <a:r>
              <a:rPr lang="en-US"/>
              <a:t> </a:t>
            </a:r>
            <a:r>
              <a:rPr lang="en-US" err="1"/>
              <a:t>societari</a:t>
            </a:r>
            <a:r>
              <a:rPr lang="en-US"/>
              <a:t> e ai </a:t>
            </a:r>
            <a:r>
              <a:rPr lang="en-US" err="1"/>
              <a:t>soggetti</a:t>
            </a:r>
            <a:r>
              <a:rPr lang="en-US"/>
              <a:t> </a:t>
            </a:r>
            <a:r>
              <a:rPr lang="en-US" err="1"/>
              <a:t>formalmente</a:t>
            </a:r>
            <a:r>
              <a:rPr lang="en-US"/>
              <a:t> </a:t>
            </a:r>
            <a:r>
              <a:rPr lang="en-US" err="1"/>
              <a:t>delegati</a:t>
            </a:r>
            <a:r>
              <a:rPr lang="en-US"/>
              <a:t>; </a:t>
            </a:r>
            <a:r>
              <a:rPr lang="en-US" err="1"/>
              <a:t>nessun</a:t>
            </a:r>
            <a:r>
              <a:rPr lang="en-US"/>
              <a:t> campo [Nome] </a:t>
            </a:r>
            <a:r>
              <a:rPr lang="en-US" err="1"/>
              <a:t>costituisce</a:t>
            </a:r>
            <a:r>
              <a:rPr lang="en-US"/>
              <a:t> </a:t>
            </a:r>
            <a:r>
              <a:rPr lang="en-US" err="1"/>
              <a:t>una</a:t>
            </a:r>
            <a:r>
              <a:rPr lang="en-US"/>
              <a:t> nomina </a:t>
            </a:r>
            <a:r>
              <a:rPr lang="en-US" err="1"/>
              <a:t>legale</a:t>
            </a:r>
            <a:r>
              <a:rPr lang="en-US"/>
              <a:t>. La slide non </a:t>
            </a:r>
            <a:r>
              <a:rPr lang="en-US" err="1"/>
              <a:t>sostituisce</a:t>
            </a:r>
            <a:r>
              <a:rPr lang="en-US"/>
              <a:t> il </a:t>
            </a:r>
            <a:r>
              <a:rPr lang="en-US" err="1"/>
              <a:t>registro</a:t>
            </a:r>
            <a:r>
              <a:rPr lang="en-US"/>
              <a:t> </a:t>
            </a:r>
            <a:r>
              <a:rPr lang="en-US" err="1"/>
              <a:t>nominativo</a:t>
            </a:r>
            <a:r>
              <a:rPr lang="en-US"/>
              <a:t> LE-by-LE, le </a:t>
            </a:r>
            <a:r>
              <a:rPr lang="en-US" err="1"/>
              <a:t>deleghe</a:t>
            </a:r>
            <a:r>
              <a:rPr lang="en-US"/>
              <a:t> o il RACI di </a:t>
            </a:r>
            <a:r>
              <a:rPr lang="en-US" err="1"/>
              <a:t>dettaglio</a:t>
            </a:r>
            <a:r>
              <a:rPr lang="en-US"/>
              <a:t>.
RAGIONI SOCIALI NELL'ELENCO DI CONSOLIDAMENTO (</a:t>
            </a:r>
            <a:r>
              <a:rPr lang="en-US" err="1"/>
              <a:t>maiuscole</a:t>
            </a:r>
            <a:r>
              <a:rPr lang="en-US"/>
              <a:t>/</a:t>
            </a:r>
            <a:r>
              <a:rPr lang="en-US" err="1"/>
              <a:t>minuscole</a:t>
            </a:r>
            <a:r>
              <a:rPr lang="en-US"/>
              <a:t> </a:t>
            </a:r>
            <a:r>
              <a:rPr lang="en-US" err="1"/>
              <a:t>normalizzate</a:t>
            </a:r>
            <a:r>
              <a:rPr lang="en-US"/>
              <a:t>; </a:t>
            </a:r>
            <a:r>
              <a:rPr lang="en-US" err="1"/>
              <a:t>denominazioni</a:t>
            </a:r>
            <a:r>
              <a:rPr lang="en-US"/>
              <a:t> da </a:t>
            </a:r>
            <a:r>
              <a:rPr lang="en-US" err="1"/>
              <a:t>riscontrare</a:t>
            </a:r>
            <a:r>
              <a:rPr lang="en-US"/>
              <a:t> al settlement):
1. Banca Monte </a:t>
            </a:r>
            <a:r>
              <a:rPr lang="en-US" err="1"/>
              <a:t>dei</a:t>
            </a:r>
            <a:r>
              <a:rPr lang="en-US"/>
              <a:t> Paschi di Siena S.p.A.
2. Monte Paschi </a:t>
            </a:r>
            <a:r>
              <a:rPr lang="en-US" err="1"/>
              <a:t>Fiduciaria</a:t>
            </a:r>
            <a:r>
              <a:rPr lang="en-US"/>
              <a:t> S.p.A.
3. Wise Dialog Bank S.p.A. - </a:t>
            </a:r>
            <a:r>
              <a:rPr lang="en-US" err="1"/>
              <a:t>Widiba</a:t>
            </a:r>
            <a:r>
              <a:rPr lang="en-US"/>
              <a:t>
4. MPS </a:t>
            </a:r>
            <a:r>
              <a:rPr lang="en-US" err="1"/>
              <a:t>Tenimenti</a:t>
            </a:r>
            <a:r>
              <a:rPr lang="en-US"/>
              <a:t> Poggio Bonelli e Chigi </a:t>
            </a:r>
            <a:r>
              <a:rPr lang="en-US" err="1"/>
              <a:t>Saracini</a:t>
            </a:r>
            <a:r>
              <a:rPr lang="en-US"/>
              <a:t> Societa Agricola S.p.A.
5. </a:t>
            </a:r>
            <a:r>
              <a:rPr lang="en-US" err="1"/>
              <a:t>G.Imm</a:t>
            </a:r>
            <a:r>
              <a:rPr lang="en-US"/>
              <a:t> Astor </a:t>
            </a:r>
            <a:r>
              <a:rPr lang="en-US" err="1"/>
              <a:t>S.r.l</a:t>
            </a:r>
            <a:r>
              <a:rPr lang="en-US"/>
              <a:t>.
6. </a:t>
            </a:r>
            <a:r>
              <a:rPr lang="en-US" err="1"/>
              <a:t>Magazzini</a:t>
            </a:r>
            <a:r>
              <a:rPr lang="en-US"/>
              <a:t> Generali </a:t>
            </a:r>
            <a:r>
              <a:rPr lang="en-US" err="1"/>
              <a:t>Fiduciari</a:t>
            </a:r>
            <a:r>
              <a:rPr lang="en-US"/>
              <a:t> di </a:t>
            </a:r>
            <a:r>
              <a:rPr lang="en-US" err="1"/>
              <a:t>Mantova</a:t>
            </a:r>
            <a:r>
              <a:rPr lang="en-US"/>
              <a:t> S.p.A.
7. MPS Covered Bond </a:t>
            </a:r>
            <a:r>
              <a:rPr lang="en-US" err="1"/>
              <a:t>S.r.l</a:t>
            </a:r>
            <a:r>
              <a:rPr lang="en-US"/>
              <a:t>.
8. MPS Covered Bond 2 </a:t>
            </a:r>
            <a:r>
              <a:rPr lang="en-US" err="1"/>
              <a:t>S.r.l</a:t>
            </a:r>
            <a:r>
              <a:rPr lang="en-US"/>
              <a:t>.
9. </a:t>
            </a:r>
            <a:r>
              <a:rPr lang="en-US" err="1"/>
              <a:t>Cirene</a:t>
            </a:r>
            <a:r>
              <a:rPr lang="en-US"/>
              <a:t> Finance </a:t>
            </a:r>
            <a:r>
              <a:rPr lang="en-US" err="1"/>
              <a:t>S.r.l</a:t>
            </a:r>
            <a:r>
              <a:rPr lang="en-US"/>
              <a:t>.
10. Siena Mortgages 07-5 S.p.A.
11. Siena PMI 2016 </a:t>
            </a:r>
            <a:r>
              <a:rPr lang="en-US" err="1"/>
              <a:t>S.r.l</a:t>
            </a:r>
            <a:r>
              <a:rPr lang="en-US"/>
              <a:t>.
12. Mediobanca - Banca di Credito </a:t>
            </a:r>
            <a:r>
              <a:rPr lang="en-US" err="1"/>
              <a:t>Finanziario</a:t>
            </a:r>
            <a:r>
              <a:rPr lang="en-US"/>
              <a:t> S.p.A.
13. </a:t>
            </a:r>
            <a:r>
              <a:rPr lang="en-US" err="1"/>
              <a:t>Spafid</a:t>
            </a:r>
            <a:r>
              <a:rPr lang="en-US"/>
              <a:t> S.p.A.
14. Mediobanca Innovation Services </a:t>
            </a:r>
            <a:r>
              <a:rPr lang="en-US" err="1"/>
              <a:t>S.c.p.a.</a:t>
            </a:r>
            <a:r>
              <a:rPr lang="en-US"/>
              <a:t>
15. CMB Monaco S.A.M.
16. CMG Monaco S.A.M.
17. Mediobanca International (Luxembourg) S.A.
18. Compass Banca S.p.A.
19. Mediobanca Premier S.p.A.
20. </a:t>
            </a:r>
            <a:r>
              <a:rPr lang="en-US" err="1"/>
              <a:t>MBCredit</a:t>
            </a:r>
            <a:r>
              <a:rPr lang="en-US"/>
              <a:t> Solutions S.p.A.
21. MBPS Leasing S.p.A.
22. MB Funding Luxembourg S.A.
23. Mediobanca Securities USA LLC
24. MB </a:t>
            </a:r>
            <a:r>
              <a:rPr lang="en-US" err="1"/>
              <a:t>Facta</a:t>
            </a:r>
            <a:r>
              <a:rPr lang="en-US"/>
              <a:t> S.p.A.
25. </a:t>
            </a:r>
            <a:r>
              <a:rPr lang="en-US" err="1"/>
              <a:t>Quarzo</a:t>
            </a:r>
            <a:r>
              <a:rPr lang="en-US"/>
              <a:t> </a:t>
            </a:r>
            <a:r>
              <a:rPr lang="en-US" err="1"/>
              <a:t>S.r.l</a:t>
            </a:r>
            <a:r>
              <a:rPr lang="en-US"/>
              <a:t>.
26. Mediobanca Covered Bond </a:t>
            </a:r>
            <a:r>
              <a:rPr lang="en-US" err="1"/>
              <a:t>S.r.l</a:t>
            </a:r>
            <a:r>
              <a:rPr lang="en-US"/>
              <a:t>.
27. Compass RE (Luxembourg) S.A.
28. Mediobanca International </a:t>
            </a:r>
            <a:r>
              <a:rPr lang="en-US" err="1"/>
              <a:t>Immobiliere</a:t>
            </a:r>
            <a:r>
              <a:rPr lang="en-US"/>
              <a:t> S. a </a:t>
            </a:r>
            <a:r>
              <a:rPr lang="en-US" err="1"/>
              <a:t>r.l</a:t>
            </a:r>
            <a:r>
              <a:rPr lang="en-US"/>
              <a:t>.
29. Polus Capital Management Group Limited
30. Polus Capital Management Limited
31. Polus Capital Management (US) Inc.
32. Polus Capital Management Investments Limited (non </a:t>
            </a:r>
            <a:r>
              <a:rPr lang="en-US" err="1"/>
              <a:t>operativa</a:t>
            </a:r>
            <a:r>
              <a:rPr lang="en-US"/>
              <a:t>)
33. Polus Investment Managers Limited (non </a:t>
            </a:r>
            <a:r>
              <a:rPr lang="en-US" err="1"/>
              <a:t>operativa</a:t>
            </a:r>
            <a:r>
              <a:rPr lang="en-US"/>
              <a:t>)
34. </a:t>
            </a:r>
            <a:r>
              <a:rPr lang="en-US" err="1"/>
              <a:t>Bybrook</a:t>
            </a:r>
            <a:r>
              <a:rPr lang="en-US"/>
              <a:t> Capital Burton Partnership (GP) Limited
35. </a:t>
            </a:r>
            <a:r>
              <a:rPr lang="en-US" err="1"/>
              <a:t>Spafid</a:t>
            </a:r>
            <a:r>
              <a:rPr lang="en-US"/>
              <a:t> Trust </a:t>
            </a:r>
            <a:r>
              <a:rPr lang="en-US" err="1"/>
              <a:t>S.r.l</a:t>
            </a:r>
            <a:r>
              <a:rPr lang="en-US"/>
              <a:t>.
36. Mediobanca Management Company S.A.
37. Mediobanca SGR S.p.A.
38. RAM Active Investments S.A.
39. Messier et Associes S.A.S.
40. Messier et Associes L.L.C.
41. </a:t>
            </a:r>
            <a:r>
              <a:rPr lang="en-US" err="1"/>
              <a:t>MBContact</a:t>
            </a:r>
            <a:r>
              <a:rPr lang="en-US"/>
              <a:t> Solutions </a:t>
            </a:r>
            <a:r>
              <a:rPr lang="en-US" err="1"/>
              <a:t>S.r.l</a:t>
            </a:r>
            <a:r>
              <a:rPr lang="en-US"/>
              <a:t>.
42. Compass Rent </a:t>
            </a:r>
            <a:r>
              <a:rPr lang="en-US" err="1"/>
              <a:t>S.r.l</a:t>
            </a:r>
            <a:r>
              <a:rPr lang="en-US"/>
              <a:t>.
43. Compass Link </a:t>
            </a:r>
            <a:r>
              <a:rPr lang="en-US" err="1"/>
              <a:t>S.r.l</a:t>
            </a:r>
            <a:r>
              <a:rPr lang="en-US"/>
              <a:t>.
44. CMB Real Estate Development S.A.M.
45. Arma Partners LLP
46. Arma Partners Corporate Finance Ltd
47. Arma Deutschland GmbH
48. </a:t>
            </a:r>
            <a:r>
              <a:rPr lang="en-US" err="1"/>
              <a:t>HeyLight</a:t>
            </a:r>
            <a:r>
              <a:rPr lang="en-US"/>
              <a:t> SA
49. SPV Project 2224 </a:t>
            </a:r>
            <a:r>
              <a:rPr lang="en-US" err="1"/>
              <a:t>S.r.l</a:t>
            </a:r>
            <a:r>
              <a:rPr lang="en-US"/>
              <a:t>.
50. Heidi Pay AG
51. Heidi Pay Ltd
52. </a:t>
            </a:r>
            <a:r>
              <a:rPr lang="en-US" err="1"/>
              <a:t>Holipay</a:t>
            </a:r>
            <a:r>
              <a:rPr lang="en-US"/>
              <a:t> </a:t>
            </a:r>
            <a:r>
              <a:rPr lang="en-US" err="1"/>
              <a:t>S.r.l</a:t>
            </a:r>
            <a:r>
              <a:rPr lang="en-US"/>
              <a:t>.
</a:t>
            </a:r>
            <a:r>
              <a:rPr lang="en-US" err="1"/>
              <a:t>Partecipata</a:t>
            </a:r>
            <a:r>
              <a:rPr lang="en-US"/>
              <a:t> </a:t>
            </a:r>
            <a:r>
              <a:rPr lang="en-US" err="1"/>
              <a:t>aggiuntiva</a:t>
            </a:r>
            <a:r>
              <a:rPr lang="en-US"/>
              <a:t>, </a:t>
            </a:r>
            <a:r>
              <a:rPr lang="en-US" err="1"/>
              <a:t>esclusa</a:t>
            </a:r>
            <a:r>
              <a:rPr lang="en-US"/>
              <a:t> dal </a:t>
            </a:r>
            <a:r>
              <a:rPr lang="en-US" err="1"/>
              <a:t>conteggio</a:t>
            </a:r>
            <a:r>
              <a:rPr lang="en-US"/>
              <a:t> 52: MB </a:t>
            </a:r>
            <a:r>
              <a:rPr lang="en-US" err="1"/>
              <a:t>SpeedUp</a:t>
            </a:r>
            <a:r>
              <a:rPr lang="en-US"/>
              <a:t> Limited.
[Sources]
User-provided template: 202609_SB_status_update_vSent.pptx, slides 2-4. Source for visual identity, terminology and project framing; not for the entity inventory.
https://www.gruppomps.it/static/upload/rel/relazione-finanziaria-semestrale-gmps-al-30-giugno-2026.pdf - pp.133-134, complete list of fully consolidated companies as at 30 June 2026 and disposal of Monte Paschi Banque. Accessed 17 September 2026.
https://www.mediobanca.com/it/mediobanca/struttura.html - structure updated 6 February 2026; 50% MB </a:t>
            </a:r>
            <a:r>
              <a:rPr lang="en-US" err="1"/>
              <a:t>SpeedUp</a:t>
            </a:r>
            <a:r>
              <a:rPr lang="en-US"/>
              <a:t> Limited; business-area context and distinction between banking-group membership and other controlled entities. Accessed 17 September 2026.
All cluster allocations, the coordinator role and the operational mandate are proposed analytical framing, not facts sourced from an approved governance resolution.
[/Sources]</a:t>
            </a:r>
          </a:p>
        </p:txBody>
      </p:sp>
      <p:sp>
        <p:nvSpPr>
          <p:cNvPr id="4" name="Slide Number Placeholder 3">
            <a:extLst>
              <a:ext uri="{FF2B5EF4-FFF2-40B4-BE49-F238E27FC236}">
                <a16:creationId xmlns:a16="http://schemas.microsoft.com/office/drawing/2014/main" id="{637CAD67-E2C6-256C-720B-94F31D801C32}"/>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5663399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tags" Target="../tags/tag24.xml"/><Relationship Id="rId3" Type="http://schemas.openxmlformats.org/officeDocument/2006/relationships/tags" Target="../tags/tag25.xml"/><Relationship Id="rId4" Type="http://schemas.openxmlformats.org/officeDocument/2006/relationships/tags" Target="../tags/tag26.xml"/><Relationship Id="rId5" Type="http://schemas.openxmlformats.org/officeDocument/2006/relationships/tags" Target="../tags/tag27.xml"/><Relationship Id="rId6" Type="http://schemas.openxmlformats.org/officeDocument/2006/relationships/slideMaster" Target="../slideMasters/slideMaster1.xml"/><Relationship Id="rId7" Type="http://schemas.openxmlformats.org/officeDocument/2006/relationships/oleObject" Target="../embeddings/oleObject2.bin"/><Relationship Id="rId8" Type="http://schemas.openxmlformats.org/officeDocument/2006/relationships/image" Target="../media/image4.emf"/><Relationship Id="rId9"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tags" Target="../tags/tag29.xml"/><Relationship Id="rId3" Type="http://schemas.openxmlformats.org/officeDocument/2006/relationships/tags" Target="../tags/tag30.xml"/><Relationship Id="rId4" Type="http://schemas.openxmlformats.org/officeDocument/2006/relationships/tags" Target="../tags/tag31.xml"/><Relationship Id="rId5" Type="http://schemas.openxmlformats.org/officeDocument/2006/relationships/tags" Target="../tags/tag32.xml"/><Relationship Id="rId6" Type="http://schemas.openxmlformats.org/officeDocument/2006/relationships/slideMaster" Target="../slideMasters/slideMaster1.xml"/><Relationship Id="rId7" Type="http://schemas.openxmlformats.org/officeDocument/2006/relationships/oleObject" Target="../embeddings/oleObject3.bin"/><Relationship Id="rId8" Type="http://schemas.openxmlformats.org/officeDocument/2006/relationships/image" Target="../media/image1.emf"/><Relationship Id="rId9"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tags" Target="../tags/tag36.xml"/><Relationship Id="rId5" Type="http://schemas.openxmlformats.org/officeDocument/2006/relationships/tags" Target="../tags/tag37.xml"/><Relationship Id="rId6" Type="http://schemas.openxmlformats.org/officeDocument/2006/relationships/slideMaster" Target="../slideMasters/slideMaster1.xml"/><Relationship Id="rId7" Type="http://schemas.openxmlformats.org/officeDocument/2006/relationships/oleObject" Target="../embeddings/oleObject4.bin"/><Relationship Id="rId8"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tags" Target="../tags/tag39.xml"/><Relationship Id="rId3" Type="http://schemas.openxmlformats.org/officeDocument/2006/relationships/tags" Target="../tags/tag40.xml"/><Relationship Id="rId4" Type="http://schemas.openxmlformats.org/officeDocument/2006/relationships/tags" Target="../tags/tag41.xml"/><Relationship Id="rId5" Type="http://schemas.openxmlformats.org/officeDocument/2006/relationships/tags" Target="../tags/tag42.xml"/><Relationship Id="rId6" Type="http://schemas.openxmlformats.org/officeDocument/2006/relationships/slideMaster" Target="../slideMasters/slideMaster1.xml"/><Relationship Id="rId7" Type="http://schemas.openxmlformats.org/officeDocument/2006/relationships/oleObject" Target="../embeddings/oleObject5.bin"/><Relationship Id="rId8"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43.xml"/><Relationship Id="rId2" Type="http://schemas.openxmlformats.org/officeDocument/2006/relationships/tags" Target="../tags/tag44.xml"/><Relationship Id="rId3" Type="http://schemas.openxmlformats.org/officeDocument/2006/relationships/tags" Target="../tags/tag45.xml"/><Relationship Id="rId4" Type="http://schemas.openxmlformats.org/officeDocument/2006/relationships/tags" Target="../tags/tag46.xml"/><Relationship Id="rId5" Type="http://schemas.openxmlformats.org/officeDocument/2006/relationships/tags" Target="../tags/tag47.xml"/><Relationship Id="rId6" Type="http://schemas.openxmlformats.org/officeDocument/2006/relationships/tags" Target="../tags/tag48.xml"/><Relationship Id="rId7" Type="http://schemas.openxmlformats.org/officeDocument/2006/relationships/slideMaster" Target="../slideMasters/slideMaster1.xml"/><Relationship Id="rId8" Type="http://schemas.openxmlformats.org/officeDocument/2006/relationships/oleObject" Target="../embeddings/oleObject6.bin"/><Relationship Id="rId9"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49.xml"/><Relationship Id="rId2" Type="http://schemas.openxmlformats.org/officeDocument/2006/relationships/tags" Target="../tags/tag50.xml"/><Relationship Id="rId3" Type="http://schemas.openxmlformats.org/officeDocument/2006/relationships/tags" Target="../tags/tag51.xml"/><Relationship Id="rId4" Type="http://schemas.openxmlformats.org/officeDocument/2006/relationships/tags" Target="../tags/tag52.xml"/><Relationship Id="rId5" Type="http://schemas.openxmlformats.org/officeDocument/2006/relationships/tags" Target="../tags/tag53.xml"/><Relationship Id="rId6" Type="http://schemas.openxmlformats.org/officeDocument/2006/relationships/tags" Target="../tags/tag54.xml"/><Relationship Id="rId7" Type="http://schemas.openxmlformats.org/officeDocument/2006/relationships/slideMaster" Target="../slideMasters/slideMaster1.xml"/><Relationship Id="rId8" Type="http://schemas.openxmlformats.org/officeDocument/2006/relationships/oleObject" Target="../embeddings/oleObject7.bin"/><Relationship Id="rId9" Type="http://schemas.openxmlformats.org/officeDocument/2006/relationships/image" Target="../media/image1.emf"/><Relationship Id="rId10" Type="http://schemas.openxmlformats.org/officeDocument/2006/relationships/image" Target="../media/image5.sv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55.xml"/><Relationship Id="rId2" Type="http://schemas.openxmlformats.org/officeDocument/2006/relationships/tags" Target="../tags/tag56.xml"/><Relationship Id="rId3" Type="http://schemas.openxmlformats.org/officeDocument/2006/relationships/tags" Target="../tags/tag57.xml"/><Relationship Id="rId4" Type="http://schemas.openxmlformats.org/officeDocument/2006/relationships/tags" Target="../tags/tag58.xml"/><Relationship Id="rId5" Type="http://schemas.openxmlformats.org/officeDocument/2006/relationships/tags" Target="../tags/tag59.xml"/><Relationship Id="rId6" Type="http://schemas.openxmlformats.org/officeDocument/2006/relationships/tags" Target="../tags/tag60.xml"/><Relationship Id="rId7" Type="http://schemas.openxmlformats.org/officeDocument/2006/relationships/slideMaster" Target="../slideMasters/slideMaster1.xml"/><Relationship Id="rId8" Type="http://schemas.openxmlformats.org/officeDocument/2006/relationships/oleObject" Target="../embeddings/oleObject8.bin"/><Relationship Id="rId9" Type="http://schemas.openxmlformats.org/officeDocument/2006/relationships/image" Target="../media/image1.emf"/><Relationship Id="rId10" Type="http://schemas.openxmlformats.org/officeDocument/2006/relationships/image" Target="../media/image5.sv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61.xml"/><Relationship Id="rId2" Type="http://schemas.openxmlformats.org/officeDocument/2006/relationships/tags" Target="../tags/tag62.xml"/><Relationship Id="rId3" Type="http://schemas.openxmlformats.org/officeDocument/2006/relationships/tags" Target="../tags/tag63.xml"/><Relationship Id="rId4" Type="http://schemas.openxmlformats.org/officeDocument/2006/relationships/tags" Target="../tags/tag64.xml"/><Relationship Id="rId5" Type="http://schemas.openxmlformats.org/officeDocument/2006/relationships/tags" Target="../tags/tag65.xml"/><Relationship Id="rId6" Type="http://schemas.openxmlformats.org/officeDocument/2006/relationships/tags" Target="../tags/tag66.xml"/><Relationship Id="rId7" Type="http://schemas.openxmlformats.org/officeDocument/2006/relationships/slideMaster" Target="../slideMasters/slideMaster1.xml"/><Relationship Id="rId8" Type="http://schemas.openxmlformats.org/officeDocument/2006/relationships/oleObject" Target="../embeddings/oleObject8.bin"/><Relationship Id="rId9" Type="http://schemas.openxmlformats.org/officeDocument/2006/relationships/image" Target="../media/image1.emf"/><Relationship Id="rId10" Type="http://schemas.openxmlformats.org/officeDocument/2006/relationships/image" Target="../media/image5.sv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67.xml"/><Relationship Id="rId2" Type="http://schemas.openxmlformats.org/officeDocument/2006/relationships/tags" Target="../tags/tag68.xml"/><Relationship Id="rId3" Type="http://schemas.openxmlformats.org/officeDocument/2006/relationships/tags" Target="../tags/tag69.xml"/><Relationship Id="rId4" Type="http://schemas.openxmlformats.org/officeDocument/2006/relationships/tags" Target="../tags/tag70.xml"/><Relationship Id="rId5" Type="http://schemas.openxmlformats.org/officeDocument/2006/relationships/tags" Target="../tags/tag71.xml"/><Relationship Id="rId6" Type="http://schemas.openxmlformats.org/officeDocument/2006/relationships/tags" Target="../tags/tag72.xml"/><Relationship Id="rId7" Type="http://schemas.openxmlformats.org/officeDocument/2006/relationships/slideMaster" Target="../slideMasters/slideMaster1.xml"/><Relationship Id="rId8" Type="http://schemas.openxmlformats.org/officeDocument/2006/relationships/oleObject" Target="../embeddings/oleObject9.bin"/><Relationship Id="rId9" Type="http://schemas.openxmlformats.org/officeDocument/2006/relationships/image" Target="../media/image6.emf"/><Relationship Id="rId10" Type="http://schemas.openxmlformats.org/officeDocument/2006/relationships/image" Target="../media/image5.sv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73.xml"/><Relationship Id="rId2" Type="http://schemas.openxmlformats.org/officeDocument/2006/relationships/tags" Target="../tags/tag74.xml"/><Relationship Id="rId3" Type="http://schemas.openxmlformats.org/officeDocument/2006/relationships/tags" Target="../tags/tag75.xml"/><Relationship Id="rId4" Type="http://schemas.openxmlformats.org/officeDocument/2006/relationships/tags" Target="../tags/tag76.xml"/><Relationship Id="rId5" Type="http://schemas.openxmlformats.org/officeDocument/2006/relationships/tags" Target="../tags/tag77.xml"/><Relationship Id="rId6" Type="http://schemas.openxmlformats.org/officeDocument/2006/relationships/tags" Target="../tags/tag78.xml"/><Relationship Id="rId7" Type="http://schemas.openxmlformats.org/officeDocument/2006/relationships/slideMaster" Target="../slideMasters/slideMaster1.xml"/><Relationship Id="rId8" Type="http://schemas.openxmlformats.org/officeDocument/2006/relationships/oleObject" Target="../embeddings/oleObject9.bin"/><Relationship Id="rId9" Type="http://schemas.openxmlformats.org/officeDocument/2006/relationships/image" Target="../media/image1.emf"/><Relationship Id="rId10" Type="http://schemas.openxmlformats.org/officeDocument/2006/relationships/image" Target="../media/image5.sv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79.xml"/><Relationship Id="rId2" Type="http://schemas.openxmlformats.org/officeDocument/2006/relationships/tags" Target="../tags/tag80.xml"/><Relationship Id="rId3" Type="http://schemas.openxmlformats.org/officeDocument/2006/relationships/tags" Target="../tags/tag81.xml"/><Relationship Id="rId4" Type="http://schemas.openxmlformats.org/officeDocument/2006/relationships/tags" Target="../tags/tag82.xml"/><Relationship Id="rId5" Type="http://schemas.openxmlformats.org/officeDocument/2006/relationships/tags" Target="../tags/tag83.xml"/><Relationship Id="rId6" Type="http://schemas.openxmlformats.org/officeDocument/2006/relationships/tags" Target="../tags/tag84.xml"/><Relationship Id="rId7" Type="http://schemas.openxmlformats.org/officeDocument/2006/relationships/slideMaster" Target="../slideMasters/slideMaster1.xml"/><Relationship Id="rId8" Type="http://schemas.openxmlformats.org/officeDocument/2006/relationships/oleObject" Target="../embeddings/oleObject9.bin"/><Relationship Id="rId9" Type="http://schemas.openxmlformats.org/officeDocument/2006/relationships/image" Target="../media/image1.emf"/><Relationship Id="rId10" Type="http://schemas.openxmlformats.org/officeDocument/2006/relationships/image" Target="../media/image5.sv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85.xml"/><Relationship Id="rId2" Type="http://schemas.openxmlformats.org/officeDocument/2006/relationships/tags" Target="../tags/tag86.xml"/><Relationship Id="rId3" Type="http://schemas.openxmlformats.org/officeDocument/2006/relationships/tags" Target="../tags/tag87.xml"/><Relationship Id="rId4" Type="http://schemas.openxmlformats.org/officeDocument/2006/relationships/tags" Target="../tags/tag88.xml"/><Relationship Id="rId5" Type="http://schemas.openxmlformats.org/officeDocument/2006/relationships/tags" Target="../tags/tag89.xml"/><Relationship Id="rId6" Type="http://schemas.openxmlformats.org/officeDocument/2006/relationships/slideMaster" Target="../slideMasters/slideMaster1.xml"/><Relationship Id="rId7" Type="http://schemas.openxmlformats.org/officeDocument/2006/relationships/oleObject" Target="../embeddings/oleObject10.bin"/><Relationship Id="rId8" Type="http://schemas.openxmlformats.org/officeDocument/2006/relationships/image" Target="../media/image4.emf"/><Relationship Id="rId9" Type="http://schemas.openxmlformats.org/officeDocument/2006/relationships/image" Target="../media/image5.sv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11.xml"/><Relationship Id="rId2" Type="http://schemas.openxmlformats.org/officeDocument/2006/relationships/tags" Target="../tags/tag112.xml"/><Relationship Id="rId3" Type="http://schemas.openxmlformats.org/officeDocument/2006/relationships/tags" Target="../tags/tag113.xml"/><Relationship Id="rId4" Type="http://schemas.openxmlformats.org/officeDocument/2006/relationships/tags" Target="../tags/tag114.xml"/><Relationship Id="rId5" Type="http://schemas.openxmlformats.org/officeDocument/2006/relationships/tags" Target="../tags/tag115.xml"/><Relationship Id="rId6" Type="http://schemas.openxmlformats.org/officeDocument/2006/relationships/slideMaster" Target="../slideMasters/slideMaster2.xml"/><Relationship Id="rId7" Type="http://schemas.openxmlformats.org/officeDocument/2006/relationships/oleObject" Target="../embeddings/oleObject12.bin"/><Relationship Id="rId8" Type="http://schemas.openxmlformats.org/officeDocument/2006/relationships/image" Target="../media/image4.emf"/><Relationship Id="rId9" Type="http://schemas.openxmlformats.org/officeDocument/2006/relationships/image" Target="../media/image5.sv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16.xml"/><Relationship Id="rId2" Type="http://schemas.openxmlformats.org/officeDocument/2006/relationships/tags" Target="../tags/tag117.xml"/><Relationship Id="rId3" Type="http://schemas.openxmlformats.org/officeDocument/2006/relationships/tags" Target="../tags/tag118.xml"/><Relationship Id="rId4" Type="http://schemas.openxmlformats.org/officeDocument/2006/relationships/tags" Target="../tags/tag119.xml"/><Relationship Id="rId5" Type="http://schemas.openxmlformats.org/officeDocument/2006/relationships/tags" Target="../tags/tag120.xml"/><Relationship Id="rId6" Type="http://schemas.openxmlformats.org/officeDocument/2006/relationships/tags" Target="../tags/tag121.xml"/><Relationship Id="rId7" Type="http://schemas.openxmlformats.org/officeDocument/2006/relationships/tags" Target="../tags/tag122.xml"/><Relationship Id="rId8" Type="http://schemas.openxmlformats.org/officeDocument/2006/relationships/slideMaster" Target="../slideMasters/slideMaster2.xml"/><Relationship Id="rId9" Type="http://schemas.openxmlformats.org/officeDocument/2006/relationships/oleObject" Target="../embeddings/oleObject12.bin"/><Relationship Id="rId10"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23.xml"/><Relationship Id="rId2" Type="http://schemas.openxmlformats.org/officeDocument/2006/relationships/tags" Target="../tags/tag124.xml"/><Relationship Id="rId3" Type="http://schemas.openxmlformats.org/officeDocument/2006/relationships/tags" Target="../tags/tag125.xml"/><Relationship Id="rId4" Type="http://schemas.openxmlformats.org/officeDocument/2006/relationships/tags" Target="../tags/tag126.xml"/><Relationship Id="rId5" Type="http://schemas.openxmlformats.org/officeDocument/2006/relationships/tags" Target="../tags/tag127.xml"/><Relationship Id="rId6" Type="http://schemas.openxmlformats.org/officeDocument/2006/relationships/tags" Target="../tags/tag128.xml"/><Relationship Id="rId7" Type="http://schemas.openxmlformats.org/officeDocument/2006/relationships/tags" Target="../tags/tag129.xml"/><Relationship Id="rId8" Type="http://schemas.openxmlformats.org/officeDocument/2006/relationships/slideMaster" Target="../slideMasters/slideMaster2.xml"/><Relationship Id="rId9" Type="http://schemas.openxmlformats.org/officeDocument/2006/relationships/oleObject" Target="../embeddings/oleObject13.bin"/><Relationship Id="rId10" Type="http://schemas.openxmlformats.org/officeDocument/2006/relationships/image" Target="../media/image1.emf"/><Relationship Id="rId11"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30.xml"/><Relationship Id="rId2" Type="http://schemas.openxmlformats.org/officeDocument/2006/relationships/tags" Target="../tags/tag131.xml"/><Relationship Id="rId3" Type="http://schemas.openxmlformats.org/officeDocument/2006/relationships/tags" Target="../tags/tag132.xml"/><Relationship Id="rId4" Type="http://schemas.openxmlformats.org/officeDocument/2006/relationships/tags" Target="../tags/tag133.xml"/><Relationship Id="rId5" Type="http://schemas.openxmlformats.org/officeDocument/2006/relationships/tags" Target="../tags/tag134.xml"/><Relationship Id="rId6" Type="http://schemas.openxmlformats.org/officeDocument/2006/relationships/slideMaster" Target="../slideMasters/slideMaster2.xml"/><Relationship Id="rId7" Type="http://schemas.openxmlformats.org/officeDocument/2006/relationships/oleObject" Target="../embeddings/oleObject14.bin"/><Relationship Id="rId8"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35.xml"/><Relationship Id="rId2" Type="http://schemas.openxmlformats.org/officeDocument/2006/relationships/tags" Target="../tags/tag136.xml"/><Relationship Id="rId3" Type="http://schemas.openxmlformats.org/officeDocument/2006/relationships/tags" Target="../tags/tag137.xml"/><Relationship Id="rId4" Type="http://schemas.openxmlformats.org/officeDocument/2006/relationships/tags" Target="../tags/tag138.xml"/><Relationship Id="rId5" Type="http://schemas.openxmlformats.org/officeDocument/2006/relationships/tags" Target="../tags/tag139.xml"/><Relationship Id="rId6" Type="http://schemas.openxmlformats.org/officeDocument/2006/relationships/slideMaster" Target="../slideMasters/slideMaster2.xml"/><Relationship Id="rId7" Type="http://schemas.openxmlformats.org/officeDocument/2006/relationships/oleObject" Target="../embeddings/oleObject14.bin"/><Relationship Id="rId8"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40.xml"/><Relationship Id="rId2" Type="http://schemas.openxmlformats.org/officeDocument/2006/relationships/tags" Target="../tags/tag141.xml"/><Relationship Id="rId3" Type="http://schemas.openxmlformats.org/officeDocument/2006/relationships/tags" Target="../tags/tag142.xml"/><Relationship Id="rId4" Type="http://schemas.openxmlformats.org/officeDocument/2006/relationships/tags" Target="../tags/tag143.xml"/><Relationship Id="rId5" Type="http://schemas.openxmlformats.org/officeDocument/2006/relationships/tags" Target="../tags/tag144.xml"/><Relationship Id="rId6" Type="http://schemas.openxmlformats.org/officeDocument/2006/relationships/slideMaster" Target="../slideMasters/slideMaster2.xml"/><Relationship Id="rId7" Type="http://schemas.openxmlformats.org/officeDocument/2006/relationships/oleObject" Target="../embeddings/oleObject14.bin"/><Relationship Id="rId8" Type="http://schemas.openxmlformats.org/officeDocument/2006/relationships/image" Target="../media/image4.emf"/></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145.xml"/><Relationship Id="rId2" Type="http://schemas.openxmlformats.org/officeDocument/2006/relationships/tags" Target="../tags/tag146.xml"/><Relationship Id="rId3" Type="http://schemas.openxmlformats.org/officeDocument/2006/relationships/tags" Target="../tags/tag147.xml"/><Relationship Id="rId4" Type="http://schemas.openxmlformats.org/officeDocument/2006/relationships/tags" Target="../tags/tag148.xml"/><Relationship Id="rId5" Type="http://schemas.openxmlformats.org/officeDocument/2006/relationships/tags" Target="../tags/tag149.xml"/><Relationship Id="rId6" Type="http://schemas.openxmlformats.org/officeDocument/2006/relationships/tags" Target="../tags/tag150.xml"/><Relationship Id="rId7" Type="http://schemas.openxmlformats.org/officeDocument/2006/relationships/slideMaster" Target="../slideMasters/slideMaster2.xml"/><Relationship Id="rId8" Type="http://schemas.openxmlformats.org/officeDocument/2006/relationships/oleObject" Target="../embeddings/oleObject12.bin"/><Relationship Id="rId9" Type="http://schemas.openxmlformats.org/officeDocument/2006/relationships/image" Target="../media/image4.emf"/></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151.xml"/><Relationship Id="rId2" Type="http://schemas.openxmlformats.org/officeDocument/2006/relationships/tags" Target="../tags/tag152.xml"/><Relationship Id="rId3" Type="http://schemas.openxmlformats.org/officeDocument/2006/relationships/tags" Target="../tags/tag153.xml"/><Relationship Id="rId4" Type="http://schemas.openxmlformats.org/officeDocument/2006/relationships/tags" Target="../tags/tag154.xml"/><Relationship Id="rId5" Type="http://schemas.openxmlformats.org/officeDocument/2006/relationships/tags" Target="../tags/tag155.xml"/><Relationship Id="rId6" Type="http://schemas.openxmlformats.org/officeDocument/2006/relationships/tags" Target="../tags/tag156.xml"/><Relationship Id="rId7" Type="http://schemas.openxmlformats.org/officeDocument/2006/relationships/tags" Target="../tags/tag157.xml"/><Relationship Id="rId8" Type="http://schemas.openxmlformats.org/officeDocument/2006/relationships/slideMaster" Target="../slideMasters/slideMaster2.xml"/><Relationship Id="rId9" Type="http://schemas.openxmlformats.org/officeDocument/2006/relationships/oleObject" Target="../embeddings/oleObject15.bin"/><Relationship Id="rId10" Type="http://schemas.openxmlformats.org/officeDocument/2006/relationships/image" Target="../media/image1.emf"/><Relationship Id="rId11" Type="http://schemas.openxmlformats.org/officeDocument/2006/relationships/image" Target="../media/image5.svg"/></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158.xml"/><Relationship Id="rId2" Type="http://schemas.openxmlformats.org/officeDocument/2006/relationships/tags" Target="../tags/tag159.xml"/><Relationship Id="rId3" Type="http://schemas.openxmlformats.org/officeDocument/2006/relationships/tags" Target="../tags/tag160.xml"/><Relationship Id="rId4" Type="http://schemas.openxmlformats.org/officeDocument/2006/relationships/tags" Target="../tags/tag161.xml"/><Relationship Id="rId5" Type="http://schemas.openxmlformats.org/officeDocument/2006/relationships/tags" Target="../tags/tag162.xml"/><Relationship Id="rId6" Type="http://schemas.openxmlformats.org/officeDocument/2006/relationships/tags" Target="../tags/tag163.xml"/><Relationship Id="rId7" Type="http://schemas.openxmlformats.org/officeDocument/2006/relationships/tags" Target="../tags/tag164.xml"/><Relationship Id="rId8" Type="http://schemas.openxmlformats.org/officeDocument/2006/relationships/tags" Target="../tags/tag165.xml"/><Relationship Id="rId9" Type="http://schemas.openxmlformats.org/officeDocument/2006/relationships/slideMaster" Target="../slideMasters/slideMaster2.xml"/><Relationship Id="rId10" Type="http://schemas.openxmlformats.org/officeDocument/2006/relationships/oleObject" Target="../embeddings/oleObject15.bin"/><Relationship Id="rId11" Type="http://schemas.openxmlformats.org/officeDocument/2006/relationships/image" Target="../media/image1.emf"/><Relationship Id="rId12" Type="http://schemas.openxmlformats.org/officeDocument/2006/relationships/image" Target="../media/image5.svg"/></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166.xml"/><Relationship Id="rId2" Type="http://schemas.openxmlformats.org/officeDocument/2006/relationships/tags" Target="../tags/tag167.xml"/><Relationship Id="rId3" Type="http://schemas.openxmlformats.org/officeDocument/2006/relationships/tags" Target="../tags/tag168.xml"/><Relationship Id="rId4" Type="http://schemas.openxmlformats.org/officeDocument/2006/relationships/tags" Target="../tags/tag169.xml"/><Relationship Id="rId5" Type="http://schemas.openxmlformats.org/officeDocument/2006/relationships/tags" Target="../tags/tag170.xml"/><Relationship Id="rId6" Type="http://schemas.openxmlformats.org/officeDocument/2006/relationships/tags" Target="../tags/tag171.xml"/><Relationship Id="rId7" Type="http://schemas.openxmlformats.org/officeDocument/2006/relationships/tags" Target="../tags/tag172.xml"/><Relationship Id="rId8" Type="http://schemas.openxmlformats.org/officeDocument/2006/relationships/tags" Target="../tags/tag173.xml"/><Relationship Id="rId9" Type="http://schemas.openxmlformats.org/officeDocument/2006/relationships/slideMaster" Target="../slideMasters/slideMaster2.xml"/><Relationship Id="rId10" Type="http://schemas.openxmlformats.org/officeDocument/2006/relationships/oleObject" Target="../embeddings/oleObject16.bin"/><Relationship Id="rId11" Type="http://schemas.openxmlformats.org/officeDocument/2006/relationships/image" Target="../media/image1.emf"/><Relationship Id="rId12" Type="http://schemas.openxmlformats.org/officeDocument/2006/relationships/image" Target="../media/image5.sv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174.xml"/><Relationship Id="rId2" Type="http://schemas.openxmlformats.org/officeDocument/2006/relationships/tags" Target="../tags/tag175.xml"/><Relationship Id="rId3" Type="http://schemas.openxmlformats.org/officeDocument/2006/relationships/tags" Target="../tags/tag176.xml"/><Relationship Id="rId4" Type="http://schemas.openxmlformats.org/officeDocument/2006/relationships/tags" Target="../tags/tag177.xml"/><Relationship Id="rId5" Type="http://schemas.openxmlformats.org/officeDocument/2006/relationships/tags" Target="../tags/tag178.xml"/><Relationship Id="rId6" Type="http://schemas.openxmlformats.org/officeDocument/2006/relationships/tags" Target="../tags/tag179.xml"/><Relationship Id="rId7" Type="http://schemas.openxmlformats.org/officeDocument/2006/relationships/tags" Target="../tags/tag180.xml"/><Relationship Id="rId8" Type="http://schemas.openxmlformats.org/officeDocument/2006/relationships/slideMaster" Target="../slideMasters/slideMaster2.xml"/><Relationship Id="rId9" Type="http://schemas.openxmlformats.org/officeDocument/2006/relationships/oleObject" Target="../embeddings/oleObject16.bin"/><Relationship Id="rId10" Type="http://schemas.openxmlformats.org/officeDocument/2006/relationships/image" Target="../media/image1.emf"/><Relationship Id="rId11" Type="http://schemas.openxmlformats.org/officeDocument/2006/relationships/image" Target="../media/image5.svg"/></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181.xml"/><Relationship Id="rId2" Type="http://schemas.openxmlformats.org/officeDocument/2006/relationships/tags" Target="../tags/tag182.xml"/><Relationship Id="rId3" Type="http://schemas.openxmlformats.org/officeDocument/2006/relationships/tags" Target="../tags/tag183.xml"/><Relationship Id="rId4" Type="http://schemas.openxmlformats.org/officeDocument/2006/relationships/tags" Target="../tags/tag184.xml"/><Relationship Id="rId5" Type="http://schemas.openxmlformats.org/officeDocument/2006/relationships/tags" Target="../tags/tag185.xml"/><Relationship Id="rId6" Type="http://schemas.openxmlformats.org/officeDocument/2006/relationships/tags" Target="../tags/tag186.xml"/><Relationship Id="rId7" Type="http://schemas.openxmlformats.org/officeDocument/2006/relationships/slideMaster" Target="../slideMasters/slideMaster2.xml"/><Relationship Id="rId8" Type="http://schemas.openxmlformats.org/officeDocument/2006/relationships/oleObject" Target="../embeddings/oleObject17.bin"/><Relationship Id="rId9" Type="http://schemas.openxmlformats.org/officeDocument/2006/relationships/image" Target="../media/image6.emf"/><Relationship Id="rId10" Type="http://schemas.openxmlformats.org/officeDocument/2006/relationships/image" Target="../media/image5.sv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187.xml"/><Relationship Id="rId2" Type="http://schemas.openxmlformats.org/officeDocument/2006/relationships/tags" Target="../tags/tag188.xml"/><Relationship Id="rId3" Type="http://schemas.openxmlformats.org/officeDocument/2006/relationships/tags" Target="../tags/tag189.xml"/><Relationship Id="rId4" Type="http://schemas.openxmlformats.org/officeDocument/2006/relationships/tags" Target="../tags/tag190.xml"/><Relationship Id="rId5" Type="http://schemas.openxmlformats.org/officeDocument/2006/relationships/tags" Target="../tags/tag191.xml"/><Relationship Id="rId6" Type="http://schemas.openxmlformats.org/officeDocument/2006/relationships/tags" Target="../tags/tag192.xml"/><Relationship Id="rId7" Type="http://schemas.openxmlformats.org/officeDocument/2006/relationships/tags" Target="../tags/tag193.xml"/><Relationship Id="rId8" Type="http://schemas.openxmlformats.org/officeDocument/2006/relationships/slideMaster" Target="../slideMasters/slideMaster2.xml"/><Relationship Id="rId9" Type="http://schemas.openxmlformats.org/officeDocument/2006/relationships/oleObject" Target="../embeddings/oleObject16.bin"/><Relationship Id="rId10" Type="http://schemas.openxmlformats.org/officeDocument/2006/relationships/image" Target="../media/image1.emf"/><Relationship Id="rId11" Type="http://schemas.openxmlformats.org/officeDocument/2006/relationships/image" Target="../media/image5.svg"/></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194.xml"/><Relationship Id="rId2" Type="http://schemas.openxmlformats.org/officeDocument/2006/relationships/tags" Target="../tags/tag195.xml"/><Relationship Id="rId3" Type="http://schemas.openxmlformats.org/officeDocument/2006/relationships/tags" Target="../tags/tag196.xml"/><Relationship Id="rId4" Type="http://schemas.openxmlformats.org/officeDocument/2006/relationships/tags" Target="../tags/tag197.xml"/><Relationship Id="rId5" Type="http://schemas.openxmlformats.org/officeDocument/2006/relationships/tags" Target="../tags/tag198.xml"/><Relationship Id="rId6" Type="http://schemas.openxmlformats.org/officeDocument/2006/relationships/slideMaster" Target="../slideMasters/slideMaster2.xml"/><Relationship Id="rId7" Type="http://schemas.openxmlformats.org/officeDocument/2006/relationships/oleObject" Target="../embeddings/oleObject18.bin"/><Relationship Id="rId8" Type="http://schemas.openxmlformats.org/officeDocument/2006/relationships/image" Target="../media/image4.emf"/><Relationship Id="rId9" Type="http://schemas.openxmlformats.org/officeDocument/2006/relationships/image" Target="../media/image2.svg"/></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199.xml"/><Relationship Id="rId2" Type="http://schemas.openxmlformats.org/officeDocument/2006/relationships/tags" Target="../tags/tag200.xml"/><Relationship Id="rId3" Type="http://schemas.openxmlformats.org/officeDocument/2006/relationships/tags" Target="../tags/tag201.xml"/><Relationship Id="rId4" Type="http://schemas.openxmlformats.org/officeDocument/2006/relationships/tags" Target="../tags/tag202.xml"/><Relationship Id="rId5" Type="http://schemas.openxmlformats.org/officeDocument/2006/relationships/tags" Target="../tags/tag203.xml"/><Relationship Id="rId6" Type="http://schemas.openxmlformats.org/officeDocument/2006/relationships/tags" Target="../tags/tag204.xml"/><Relationship Id="rId7" Type="http://schemas.openxmlformats.org/officeDocument/2006/relationships/tags" Target="../tags/tag205.xml"/><Relationship Id="rId8" Type="http://schemas.openxmlformats.org/officeDocument/2006/relationships/slideMaster" Target="../slideMasters/slideMaster2.xml"/><Relationship Id="rId9" Type="http://schemas.openxmlformats.org/officeDocument/2006/relationships/oleObject" Target="../embeddings/oleObject19.bin"/><Relationship Id="rId10" Type="http://schemas.openxmlformats.org/officeDocument/2006/relationships/image" Target="../media/image1.emf"/><Relationship Id="rId11"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206.xml"/><Relationship Id="rId2" Type="http://schemas.openxmlformats.org/officeDocument/2006/relationships/tags" Target="../tags/tag207.xml"/><Relationship Id="rId3" Type="http://schemas.openxmlformats.org/officeDocument/2006/relationships/tags" Target="../tags/tag208.xml"/><Relationship Id="rId4" Type="http://schemas.openxmlformats.org/officeDocument/2006/relationships/tags" Target="../tags/tag209.xml"/><Relationship Id="rId5" Type="http://schemas.openxmlformats.org/officeDocument/2006/relationships/tags" Target="../tags/tag210.xml"/><Relationship Id="rId6" Type="http://schemas.openxmlformats.org/officeDocument/2006/relationships/tags" Target="../tags/tag211.xml"/><Relationship Id="rId7" Type="http://schemas.openxmlformats.org/officeDocument/2006/relationships/tags" Target="../tags/tag212.xml"/><Relationship Id="rId8" Type="http://schemas.openxmlformats.org/officeDocument/2006/relationships/tags" Target="../tags/tag213.xml"/><Relationship Id="rId9" Type="http://schemas.openxmlformats.org/officeDocument/2006/relationships/slideMaster" Target="../slideMasters/slideMaster2.xml"/><Relationship Id="rId10" Type="http://schemas.openxmlformats.org/officeDocument/2006/relationships/oleObject" Target="../embeddings/oleObject20.bin"/><Relationship Id="rId11" Type="http://schemas.openxmlformats.org/officeDocument/2006/relationships/image" Target="../media/image1.emf"/><Relationship Id="rId12" Type="http://schemas.openxmlformats.org/officeDocument/2006/relationships/image" Target="../media/image2.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14.xml"/><Relationship Id="rId2" Type="http://schemas.openxmlformats.org/officeDocument/2006/relationships/tags" Target="../tags/tag215.xml"/><Relationship Id="rId3" Type="http://schemas.openxmlformats.org/officeDocument/2006/relationships/tags" Target="../tags/tag216.xml"/><Relationship Id="rId4" Type="http://schemas.openxmlformats.org/officeDocument/2006/relationships/tags" Target="../tags/tag217.xml"/><Relationship Id="rId5" Type="http://schemas.openxmlformats.org/officeDocument/2006/relationships/tags" Target="../tags/tag218.xml"/><Relationship Id="rId6" Type="http://schemas.openxmlformats.org/officeDocument/2006/relationships/tags" Target="../tags/tag219.xml"/><Relationship Id="rId7" Type="http://schemas.openxmlformats.org/officeDocument/2006/relationships/tags" Target="../tags/tag220.xml"/><Relationship Id="rId8" Type="http://schemas.openxmlformats.org/officeDocument/2006/relationships/tags" Target="../tags/tag221.xml"/><Relationship Id="rId9" Type="http://schemas.openxmlformats.org/officeDocument/2006/relationships/slideMaster" Target="../slideMasters/slideMaster2.xml"/><Relationship Id="rId10" Type="http://schemas.openxmlformats.org/officeDocument/2006/relationships/oleObject" Target="../embeddings/oleObject21.bin"/><Relationship Id="rId11" Type="http://schemas.openxmlformats.org/officeDocument/2006/relationships/image" Target="../media/image1.emf"/><Relationship Id="rId12" Type="http://schemas.openxmlformats.org/officeDocument/2006/relationships/image" Target="../media/image2.sv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222.xml"/><Relationship Id="rId2" Type="http://schemas.openxmlformats.org/officeDocument/2006/relationships/tags" Target="../tags/tag223.xml"/><Relationship Id="rId3" Type="http://schemas.openxmlformats.org/officeDocument/2006/relationships/tags" Target="../tags/tag224.xml"/><Relationship Id="rId4" Type="http://schemas.openxmlformats.org/officeDocument/2006/relationships/tags" Target="../tags/tag225.xml"/><Relationship Id="rId5" Type="http://schemas.openxmlformats.org/officeDocument/2006/relationships/tags" Target="../tags/tag226.xml"/><Relationship Id="rId6" Type="http://schemas.openxmlformats.org/officeDocument/2006/relationships/tags" Target="../tags/tag227.xml"/><Relationship Id="rId7" Type="http://schemas.openxmlformats.org/officeDocument/2006/relationships/tags" Target="../tags/tag228.xml"/><Relationship Id="rId8" Type="http://schemas.openxmlformats.org/officeDocument/2006/relationships/slideMaster" Target="../slideMasters/slideMaster2.xml"/><Relationship Id="rId9" Type="http://schemas.openxmlformats.org/officeDocument/2006/relationships/oleObject" Target="../embeddings/oleObject22.bin"/><Relationship Id="rId10" Type="http://schemas.openxmlformats.org/officeDocument/2006/relationships/image" Target="../media/image1.emf"/><Relationship Id="rId11" Type="http://schemas.openxmlformats.org/officeDocument/2006/relationships/image" Target="../media/image2.svg"/></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229.xml"/><Relationship Id="rId2" Type="http://schemas.openxmlformats.org/officeDocument/2006/relationships/slideMaster" Target="../slideMasters/slideMaster2.xml"/><Relationship Id="rId3" Type="http://schemas.openxmlformats.org/officeDocument/2006/relationships/oleObject" Target="../embeddings/oleObject23.bin"/><Relationship Id="rId4" Type="http://schemas.openxmlformats.org/officeDocument/2006/relationships/image" Target="../media/image4.emf"/><Relationship Id="rId5" Type="http://schemas.openxmlformats.org/officeDocument/2006/relationships/image" Target="../media/image2.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6790001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3600" b="1" i="0" baseline="0">
              <a:solidFill>
                <a:schemeClr val="bg1"/>
              </a:solidFill>
              <a:latin typeface="Century Gothic" panose="020B0502020202020204" pitchFamily="34" charset="0"/>
              <a:ea typeface="+mj-ea"/>
              <a:cs typeface="+mj-cs"/>
              <a:sym typeface="Century Gothic" panose="020B0502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1959097" y="5867859"/>
            <a:ext cx="8319639" cy="307777"/>
          </a:xfrm>
          <a:prstGeom prst="rect">
            <a:avLst/>
          </a:prstGeom>
        </p:spPr>
        <p:txBody>
          <a:bodyPr wrap="square">
            <a:spAutoFit/>
          </a:bodyPr>
          <a:lstStyle>
            <a:lvl1pPr rtl="0">
              <a:buNone/>
              <a:defRPr sz="2000">
                <a:solidFill>
                  <a:schemeClr val="accent6"/>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it-IT"/>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1959097" y="4394808"/>
            <a:ext cx="8319639" cy="369332"/>
          </a:xfrm>
          <a:prstGeom prst="rect">
            <a:avLst/>
          </a:prstGeom>
        </p:spPr>
        <p:txBody>
          <a:bodyPr wrap="square">
            <a:spAutoFit/>
          </a:bodyPr>
          <a:lstStyle>
            <a:lvl1pPr marL="0" indent="0" algn="l" rtl="0">
              <a:buNone/>
              <a:defRPr sz="24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1959097" y="3228671"/>
            <a:ext cx="8319639" cy="553998"/>
          </a:xfrm>
          <a:prstGeom prst="rect">
            <a:avLst/>
          </a:prstGeom>
        </p:spPr>
        <p:txBody>
          <a:bodyPr vert="horz" wrap="square" anchor="t" anchorCtr="0">
            <a:spAutoFit/>
          </a:bodyPr>
          <a:lstStyle>
            <a:lvl1pPr rtl="0">
              <a:defRPr sz="3600" baseline="0">
                <a:ln w="6350" cap="flat">
                  <a:noFill/>
                  <a:miter lim="800000"/>
                </a:ln>
                <a:solidFill>
                  <a:schemeClr val="accent1"/>
                </a:solidFill>
              </a:defRPr>
            </a:lvl1pPr>
          </a:lstStyle>
          <a:p>
            <a:r>
              <a:rPr lang="it-IT"/>
              <a:t>Click to edit Master title style</a:t>
            </a:r>
          </a:p>
        </p:txBody>
      </p:sp>
      <p:sp>
        <p:nvSpPr>
          <p:cNvPr id="8" name="Freeform 9">
            <a:extLst>
              <a:ext uri="{FF2B5EF4-FFF2-40B4-BE49-F238E27FC236}">
                <a16:creationId xmlns:a16="http://schemas.microsoft.com/office/drawing/2014/main" id="{E39D1F23-765B-40D9-9658-C395EE362B4D}"/>
              </a:ext>
            </a:extLst>
          </p:cNvPr>
          <p:cNvSpPr/>
          <p:nvPr userDrawn="1"/>
        </p:nvSpPr>
        <p:spPr>
          <a:xfrm>
            <a:off x="3176" y="-3751"/>
            <a:ext cx="5974556" cy="1026051"/>
          </a:xfrm>
          <a:custGeom>
            <a:avLst/>
            <a:gdLst>
              <a:gd name="connsiteX0" fmla="*/ 0 w 9105900"/>
              <a:gd name="connsiteY0" fmla="*/ 0 h 1536700"/>
              <a:gd name="connsiteX1" fmla="*/ 266700 w 9105900"/>
              <a:gd name="connsiteY1" fmla="*/ 1536700 h 1536700"/>
              <a:gd name="connsiteX2" fmla="*/ 9105900 w 9105900"/>
              <a:gd name="connsiteY2" fmla="*/ 25400 h 1536700"/>
              <a:gd name="connsiteX3" fmla="*/ 0 w 9105900"/>
              <a:gd name="connsiteY3" fmla="*/ 0 h 1536700"/>
              <a:gd name="connsiteX0" fmla="*/ 0 w 9133976"/>
              <a:gd name="connsiteY0" fmla="*/ 2309 h 1539009"/>
              <a:gd name="connsiteX1" fmla="*/ 266700 w 9133976"/>
              <a:gd name="connsiteY1" fmla="*/ 1539009 h 1539009"/>
              <a:gd name="connsiteX2" fmla="*/ 9133976 w 9133976"/>
              <a:gd name="connsiteY2" fmla="*/ 0 h 1539009"/>
              <a:gd name="connsiteX3" fmla="*/ 0 w 9133976"/>
              <a:gd name="connsiteY3" fmla="*/ 2309 h 1539009"/>
            </a:gdLst>
            <a:ahLst/>
            <a:cxnLst>
              <a:cxn ang="0">
                <a:pos x="connsiteX0" y="connsiteY0"/>
              </a:cxn>
              <a:cxn ang="0">
                <a:pos x="connsiteX1" y="connsiteY1"/>
              </a:cxn>
              <a:cxn ang="0">
                <a:pos x="connsiteX2" y="connsiteY2"/>
              </a:cxn>
              <a:cxn ang="0">
                <a:pos x="connsiteX3" y="connsiteY3"/>
              </a:cxn>
            </a:cxnLst>
            <a:rect l="l" t="t" r="r" b="b"/>
            <a:pathLst>
              <a:path w="9133976" h="1539009">
                <a:moveTo>
                  <a:pt x="0" y="2309"/>
                </a:moveTo>
                <a:lnTo>
                  <a:pt x="266700" y="1539009"/>
                </a:lnTo>
                <a:lnTo>
                  <a:pt x="9133976" y="0"/>
                </a:lnTo>
                <a:lnTo>
                  <a:pt x="0" y="2309"/>
                </a:lnTo>
                <a:close/>
              </a:path>
            </a:pathLst>
          </a:custGeom>
          <a:solidFill>
            <a:srgbClr val="406B9B"/>
          </a:solidFill>
          <a:ln w="9525" cap="flat" cmpd="sng" algn="ctr">
            <a:noFill/>
            <a:prstDash val="solid"/>
          </a:ln>
          <a:effectLst/>
        </p:spPr>
        <p:txBody>
          <a:bodyPr wrap="square"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t-IT" sz="1600" b="0" i="0" u="none" strike="noStrike" kern="0" cap="none" spc="0" normalizeH="0" baseline="0" noProof="0">
              <a:ln>
                <a:noFill/>
              </a:ln>
              <a:solidFill>
                <a:srgbClr val="FFFFFF"/>
              </a:solidFill>
              <a:effectLst/>
              <a:uLnTx/>
              <a:uFillTx/>
              <a:latin typeface="Century Gothic" panose="020F0302020204030204"/>
              <a:ea typeface="+mn-ea"/>
              <a:cs typeface="+mn-cs"/>
              <a:sym typeface="Century Gothic" panose="020B0502020202020204" pitchFamily="34" charset="0"/>
            </a:endParaRPr>
          </a:p>
        </p:txBody>
      </p:sp>
      <p:pic>
        <p:nvPicPr>
          <p:cNvPr id="9" name="Graphic 8">
            <a:extLst>
              <a:ext uri="{FF2B5EF4-FFF2-40B4-BE49-F238E27FC236}">
                <a16:creationId xmlns:a16="http://schemas.microsoft.com/office/drawing/2014/main" id="{A9DF8378-5795-48CE-A1D0-68410D2839E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959097" y="2492679"/>
            <a:ext cx="4405950" cy="494609"/>
          </a:xfrm>
          <a:prstGeom prst="rect">
            <a:avLst/>
          </a:prstGeom>
        </p:spPr>
      </p:pic>
    </p:spTree>
    <p:extLst>
      <p:ext uri="{BB962C8B-B14F-4D97-AF65-F5344CB8AC3E}">
        <p14:creationId xmlns:p14="http://schemas.microsoft.com/office/powerpoint/2010/main" val="3275571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40263492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13" imgH="416" progId="TCLayout.ActiveDocument.1">
                  <p:embed/>
                </p:oleObj>
              </mc:Choice>
              <mc:Fallback>
                <p:oleObj name="think-cell Slide" r:id="rId7"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200" b="1" i="0" baseline="0">
              <a:solidFill>
                <a:schemeClr val="bg1"/>
              </a:solidFill>
              <a:latin typeface="Century Gothic" panose="020B0502020202020204" pitchFamily="34" charset="0"/>
              <a:ea typeface="+mj-ea"/>
              <a:cs typeface="+mj-cs"/>
              <a:sym typeface="Century Gothic" panose="020B0502020202020204" pitchFamily="34"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72212"/>
            <a:ext cx="11082528" cy="731520"/>
          </a:xfrm>
        </p:spPr>
        <p:txBody>
          <a:bodyPr vert="horz" wrap="square" lIns="0" tIns="0" rIns="0" bIns="0" rtlCol="0" anchor="b" anchorCtr="0">
            <a:noAutofit/>
          </a:bodyPr>
          <a:lstStyle>
            <a:lvl1pPr rtl="0">
              <a:defRPr lang="en-US" dirty="0"/>
            </a:lvl1pPr>
          </a:lstStyle>
          <a:p>
            <a:pPr lvl="0"/>
            <a:r>
              <a:rPr lang="it-IT"/>
              <a:t>Click to edit Master 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498754"/>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solidFill>
                  <a:schemeClr val="accent6"/>
                </a:solidFill>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it-IT"/>
              <a:t>Source: …</a:t>
            </a:r>
          </a:p>
        </p:txBody>
      </p:sp>
      <p:sp>
        <p:nvSpPr>
          <p:cNvPr id="10" name="TextBox 9">
            <a:extLst>
              <a:ext uri="{FF2B5EF4-FFF2-40B4-BE49-F238E27FC236}">
                <a16:creationId xmlns:a16="http://schemas.microsoft.com/office/drawing/2014/main" id="{3530396D-10FA-41F0-954E-DB49872BDC47}"/>
              </a:ext>
            </a:extLst>
          </p:cNvPr>
          <p:cNvSpPr txBox="1"/>
          <p:nvPr userDrawn="1"/>
        </p:nvSpPr>
        <p:spPr>
          <a:xfrm>
            <a:off x="7873182" y="6514012"/>
            <a:ext cx="4318818" cy="246221"/>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endParaRPr lang="it-IT"/>
          </a:p>
        </p:txBody>
      </p:sp>
      <p:pic>
        <p:nvPicPr>
          <p:cNvPr id="2" name="Graphic 1">
            <a:extLst>
              <a:ext uri="{FF2B5EF4-FFF2-40B4-BE49-F238E27FC236}">
                <a16:creationId xmlns:a16="http://schemas.microsoft.com/office/drawing/2014/main" id="{794AA4A9-2BC1-E7F1-8ABB-5F01669103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649006" y="6613485"/>
            <a:ext cx="1443288" cy="162023"/>
          </a:xfrm>
          <a:prstGeom prst="rect">
            <a:avLst/>
          </a:prstGeom>
        </p:spPr>
      </p:pic>
    </p:spTree>
    <p:extLst>
      <p:ext uri="{BB962C8B-B14F-4D97-AF65-F5344CB8AC3E}">
        <p14:creationId xmlns:p14="http://schemas.microsoft.com/office/powerpoint/2010/main" val="891458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C4F5195-E8F7-4A2F-B02E-643BB3D88381}"/>
              </a:ext>
            </a:extLst>
          </p:cNvPr>
          <p:cNvGraphicFramePr>
            <a:graphicFrameLocks noChangeAspect="1"/>
          </p:cNvGraphicFramePr>
          <p:nvPr userDrawn="1">
            <p:custDataLst>
              <p:tags r:id="rId1"/>
            </p:custDataLst>
            <p:extLst>
              <p:ext uri="{D42A27DB-BD31-4B8C-83A1-F6EECF244321}">
                <p14:modId xmlns:p14="http://schemas.microsoft.com/office/powerpoint/2010/main" val="19794747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4" name="Object 3" hidden="1">
                        <a:extLst>
                          <a:ext uri="{FF2B5EF4-FFF2-40B4-BE49-F238E27FC236}">
                            <a16:creationId xmlns:a16="http://schemas.microsoft.com/office/drawing/2014/main" id="{3C4F5195-E8F7-4A2F-B02E-643BB3D8838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15EFC92-5E3D-4BDC-A378-85D30212A9E2}"/>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3044280"/>
            <a:ext cx="5065776" cy="769441"/>
          </a:xfrm>
          <a:prstGeom prst="rect">
            <a:avLst/>
          </a:prstGeom>
        </p:spPr>
        <p:txBody>
          <a:bodyPr vert="horz" rIns="365760" anchor="ctr">
            <a:noAutofit/>
          </a:bodyPr>
          <a:lstStyle>
            <a:lvl1pPr rtl="0">
              <a:defRPr>
                <a:ln w="6350" cap="flat">
                  <a:noFill/>
                  <a:miter lim="800000"/>
                </a:ln>
              </a:defRPr>
            </a:lvl1pPr>
          </a:lstStyle>
          <a:p>
            <a:r>
              <a:rPr lang="it-IT"/>
              <a:t>Click to edit Master title style</a:t>
            </a: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9" name="Slide Number">
            <a:extLst>
              <a:ext uri="{FF2B5EF4-FFF2-40B4-BE49-F238E27FC236}">
                <a16:creationId xmlns:a16="http://schemas.microsoft.com/office/drawing/2014/main" id="{B23012D8-3C3F-4C44-BA18-EE7BF5F72E30}"/>
              </a:ext>
            </a:extLst>
          </p:cNvPr>
          <p:cNvSpPr>
            <a:spLocks noChangeArrowheads="1"/>
          </p:cNvSpPr>
          <p:nvPr userDrawn="1">
            <p:custDataLst>
              <p:tags r:id="rId5"/>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spTree>
    <p:extLst>
      <p:ext uri="{BB962C8B-B14F-4D97-AF65-F5344CB8AC3E}">
        <p14:creationId xmlns:p14="http://schemas.microsoft.com/office/powerpoint/2010/main" val="3337975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1"/>
            </p:custDataLst>
            <p:extLst>
              <p:ext uri="{D42A27DB-BD31-4B8C-83A1-F6EECF244321}">
                <p14:modId xmlns:p14="http://schemas.microsoft.com/office/powerpoint/2010/main" val="38284832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305B6D76-6B4B-4ED5-B8F1-5D1D09831257}"/>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DCF374B-2477-45CD-A00B-B8676A45ACD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4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677108"/>
          </a:xfrm>
        </p:spPr>
        <p:txBody>
          <a:bodyPr vert="horz" anchor="b">
            <a:noAutofit/>
          </a:bodyPr>
          <a:lstStyle>
            <a:lvl1pPr rtl="0">
              <a:lnSpc>
                <a:spcPct val="100000"/>
              </a:lnSpc>
              <a:defRPr sz="4400"/>
            </a:lvl1pPr>
          </a:lstStyle>
          <a:p>
            <a:r>
              <a:rPr lang="it-IT"/>
              <a:t>Click to edit Master title style</a:t>
            </a: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8" name="Slide Number">
            <a:extLst>
              <a:ext uri="{FF2B5EF4-FFF2-40B4-BE49-F238E27FC236}">
                <a16:creationId xmlns:a16="http://schemas.microsoft.com/office/drawing/2014/main" id="{EEBAAB66-03B8-4EFC-BE6B-25C3FE510519}"/>
              </a:ext>
            </a:extLst>
          </p:cNvPr>
          <p:cNvSpPr>
            <a:spLocks noChangeArrowheads="1"/>
          </p:cNvSpPr>
          <p:nvPr userDrawn="1">
            <p:custDataLst>
              <p:tags r:id="rId5"/>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spTree>
    <p:extLst>
      <p:ext uri="{BB962C8B-B14F-4D97-AF65-F5344CB8AC3E}">
        <p14:creationId xmlns:p14="http://schemas.microsoft.com/office/powerpoint/2010/main" val="1818081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EC6EE29E-F64A-419F-BFB0-EEDEB71953F6}"/>
              </a:ext>
            </a:extLst>
          </p:cNvPr>
          <p:cNvGraphicFramePr>
            <a:graphicFrameLocks noChangeAspect="1"/>
          </p:cNvGraphicFramePr>
          <p:nvPr userDrawn="1">
            <p:custDataLst>
              <p:tags r:id="rId1"/>
            </p:custDataLst>
            <p:extLst>
              <p:ext uri="{D42A27DB-BD31-4B8C-83A1-F6EECF244321}">
                <p14:modId xmlns:p14="http://schemas.microsoft.com/office/powerpoint/2010/main" val="31042972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EC6EE29E-F64A-419F-BFB0-EEDEB71953F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69526043-F22A-4ED3-B0A1-DD7C4F83AF9B}"/>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3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56229"/>
            <a:ext cx="9180576" cy="523220"/>
          </a:xfrm>
          <a:prstGeom prst="rect">
            <a:avLst/>
          </a:prstGeom>
        </p:spPr>
        <p:txBody>
          <a:bodyPr vert="horz">
            <a:spAutoFit/>
          </a:bodyPr>
          <a:lstStyle>
            <a:lvl1pPr rtl="0">
              <a:lnSpc>
                <a:spcPct val="105000"/>
              </a:lnSpc>
              <a:defRPr sz="3400"/>
            </a:lvl1pPr>
          </a:lstStyle>
          <a:p>
            <a:r>
              <a:rPr lang="it-IT"/>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76999"/>
          </a:xfrm>
          <a:prstGeom prst="rect">
            <a:avLst/>
          </a:prstGeom>
        </p:spPr>
        <p:txBody>
          <a:bodyPr wrap="square">
            <a:noAutofit/>
          </a:bodyPr>
          <a:lstStyle>
            <a:lvl1pPr marL="0" indent="0" algn="l" rtl="0">
              <a:buNone/>
              <a:defRPr sz="1800" b="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add quote source</a:t>
            </a: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9" name="Slide Number">
            <a:extLst>
              <a:ext uri="{FF2B5EF4-FFF2-40B4-BE49-F238E27FC236}">
                <a16:creationId xmlns:a16="http://schemas.microsoft.com/office/drawing/2014/main" id="{17D34FA4-E60D-4B35-829F-E5A6450D04A9}"/>
              </a:ext>
            </a:extLst>
          </p:cNvPr>
          <p:cNvSpPr>
            <a:spLocks noChangeArrowheads="1"/>
          </p:cNvSpPr>
          <p:nvPr userDrawn="1">
            <p:custDataLst>
              <p:tags r:id="rId6"/>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spTree>
    <p:extLst>
      <p:ext uri="{BB962C8B-B14F-4D97-AF65-F5344CB8AC3E}">
        <p14:creationId xmlns:p14="http://schemas.microsoft.com/office/powerpoint/2010/main" val="620676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7521246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4"/>
            </p:custDataLst>
          </p:nvPr>
        </p:nvSpPr>
        <p:spPr>
          <a:xfrm>
            <a:off x="554736" y="2744369"/>
            <a:ext cx="2514600" cy="769441"/>
          </a:xfrm>
        </p:spPr>
        <p:txBody>
          <a:bodyPr vert="horz" wrap="square" lIns="0" tIns="0" rIns="0" bIns="0" rtlCol="0" anchor="b" anchorCtr="0">
            <a:noAutofit/>
          </a:bodyPr>
          <a:lstStyle>
            <a:lvl1pPr rtl="0">
              <a:defRPr lang="en-US" dirty="0"/>
            </a:lvl1pPr>
          </a:lstStyle>
          <a:p>
            <a:pPr lvl="0"/>
            <a:r>
              <a:rPr lang="it-IT"/>
              <a:t>Click to edit Master 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1" name="Slide Number">
            <a:extLst>
              <a:ext uri="{FF2B5EF4-FFF2-40B4-BE49-F238E27FC236}">
                <a16:creationId xmlns:a16="http://schemas.microsoft.com/office/drawing/2014/main" id="{014DFA97-6033-4254-9210-1119E29E067D}"/>
              </a:ext>
            </a:extLst>
          </p:cNvPr>
          <p:cNvSpPr>
            <a:spLocks noChangeArrowheads="1"/>
          </p:cNvSpPr>
          <p:nvPr userDrawn="1">
            <p:custDataLst>
              <p:tags r:id="rId6"/>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pic>
        <p:nvPicPr>
          <p:cNvPr id="2" name="Graphic 1">
            <a:extLst>
              <a:ext uri="{FF2B5EF4-FFF2-40B4-BE49-F238E27FC236}">
                <a16:creationId xmlns:a16="http://schemas.microsoft.com/office/drawing/2014/main" id="{1D847834-8EDE-98D9-9F9C-66211FDD4E3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0649006" y="6613485"/>
            <a:ext cx="1443288" cy="162023"/>
          </a:xfrm>
          <a:prstGeom prst="rect">
            <a:avLst/>
          </a:prstGeom>
        </p:spPr>
      </p:pic>
    </p:spTree>
    <p:extLst>
      <p:ext uri="{BB962C8B-B14F-4D97-AF65-F5344CB8AC3E}">
        <p14:creationId xmlns:p14="http://schemas.microsoft.com/office/powerpoint/2010/main" val="638823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20073869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4"/>
            </p:custDataLst>
          </p:nvPr>
        </p:nvSpPr>
        <p:spPr>
          <a:xfrm>
            <a:off x="554736" y="2744369"/>
            <a:ext cx="3465576" cy="769441"/>
          </a:xfrm>
          <a:prstGeom prst="rect">
            <a:avLst/>
          </a:prstGeom>
        </p:spPr>
        <p:txBody>
          <a:bodyPr vert="horz" wrap="square" lIns="0" tIns="0" rIns="0" bIns="0" rtlCol="0" anchor="b" anchorCtr="0">
            <a:noAutofit/>
          </a:bodyPr>
          <a:lstStyle>
            <a:lvl1pPr rtl="0">
              <a:defRPr lang="en-US" dirty="0"/>
            </a:lvl1pPr>
          </a:lstStyle>
          <a:p>
            <a:pPr lvl="0"/>
            <a:r>
              <a:rPr lang="it-IT"/>
              <a:t>Click to edit Master 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3" name="Slide Number">
            <a:extLst>
              <a:ext uri="{FF2B5EF4-FFF2-40B4-BE49-F238E27FC236}">
                <a16:creationId xmlns:a16="http://schemas.microsoft.com/office/drawing/2014/main" id="{27D8B80F-16D4-40DD-AE9C-5E0F26B5B031}"/>
              </a:ext>
            </a:extLst>
          </p:cNvPr>
          <p:cNvSpPr>
            <a:spLocks noChangeArrowheads="1"/>
          </p:cNvSpPr>
          <p:nvPr userDrawn="1">
            <p:custDataLst>
              <p:tags r:id="rId6"/>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pic>
        <p:nvPicPr>
          <p:cNvPr id="2" name="Graphic 1">
            <a:extLst>
              <a:ext uri="{FF2B5EF4-FFF2-40B4-BE49-F238E27FC236}">
                <a16:creationId xmlns:a16="http://schemas.microsoft.com/office/drawing/2014/main" id="{2A0D17CD-1AE2-B366-B69B-8A7F56A4F55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0649006" y="6613485"/>
            <a:ext cx="1443288" cy="162023"/>
          </a:xfrm>
          <a:prstGeom prst="rect">
            <a:avLst/>
          </a:prstGeom>
        </p:spPr>
      </p:pic>
    </p:spTree>
    <p:extLst>
      <p:ext uri="{BB962C8B-B14F-4D97-AF65-F5344CB8AC3E}">
        <p14:creationId xmlns:p14="http://schemas.microsoft.com/office/powerpoint/2010/main" val="1368912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6629371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5065776" cy="731520"/>
          </a:xfrm>
        </p:spPr>
        <p:txBody>
          <a:bodyPr vert="horz"/>
          <a:lstStyle>
            <a:lvl1pPr rtl="0">
              <a:defRPr/>
            </a:lvl1pPr>
          </a:lstStyle>
          <a:p>
            <a:r>
              <a:rPr lang="it-IT"/>
              <a:t>Click to edit Master 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3" name="Slide Number">
            <a:extLst>
              <a:ext uri="{FF2B5EF4-FFF2-40B4-BE49-F238E27FC236}">
                <a16:creationId xmlns:a16="http://schemas.microsoft.com/office/drawing/2014/main" id="{8B1B8CC1-7CA4-4020-AB29-9BD8948B1167}"/>
              </a:ext>
            </a:extLst>
          </p:cNvPr>
          <p:cNvSpPr>
            <a:spLocks noChangeArrowheads="1"/>
          </p:cNvSpPr>
          <p:nvPr userDrawn="1">
            <p:custDataLst>
              <p:tags r:id="rId6"/>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pic>
        <p:nvPicPr>
          <p:cNvPr id="2" name="Graphic 1">
            <a:extLst>
              <a:ext uri="{FF2B5EF4-FFF2-40B4-BE49-F238E27FC236}">
                <a16:creationId xmlns:a16="http://schemas.microsoft.com/office/drawing/2014/main" id="{DAAFED84-3C55-5ADE-BDA2-5722AB9AE32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0649006" y="6613485"/>
            <a:ext cx="1443288" cy="162023"/>
          </a:xfrm>
          <a:prstGeom prst="rect">
            <a:avLst/>
          </a:prstGeom>
        </p:spPr>
      </p:pic>
    </p:spTree>
    <p:extLst>
      <p:ext uri="{BB962C8B-B14F-4D97-AF65-F5344CB8AC3E}">
        <p14:creationId xmlns:p14="http://schemas.microsoft.com/office/powerpoint/2010/main" val="1994304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4770691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72" imgH="588" progId="TCLayout.ActiveDocument.1">
                  <p:embed/>
                </p:oleObj>
              </mc:Choice>
              <mc:Fallback>
                <p:oleObj name="think-cell Slide" r:id="rId8"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D668F04-7049-40BA-8D63-D8BBB692131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554736" y="172212"/>
            <a:ext cx="6967728" cy="731520"/>
          </a:xfrm>
        </p:spPr>
        <p:txBody>
          <a:bodyPr vert="horz"/>
          <a:lstStyle>
            <a:lvl1pPr rtl="0">
              <a:defRPr/>
            </a:lvl1pPr>
          </a:lstStyle>
          <a:p>
            <a:r>
              <a:rPr lang="it-IT"/>
              <a:t>Click to edit Master title style</a:t>
            </a: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5"/>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solidFill>
                  <a:schemeClr val="tx1"/>
                </a:solidFill>
              </a:rPr>
              <a:t>Source: …</a:t>
            </a:r>
          </a:p>
        </p:txBody>
      </p:sp>
      <p:sp>
        <p:nvSpPr>
          <p:cNvPr id="13" name="Slide Number">
            <a:extLst>
              <a:ext uri="{FF2B5EF4-FFF2-40B4-BE49-F238E27FC236}">
                <a16:creationId xmlns:a16="http://schemas.microsoft.com/office/drawing/2014/main" id="{0A74867A-C077-459E-9453-8DB626B279D2}"/>
              </a:ext>
            </a:extLst>
          </p:cNvPr>
          <p:cNvSpPr>
            <a:spLocks noChangeArrowheads="1"/>
          </p:cNvSpPr>
          <p:nvPr userDrawn="1">
            <p:custDataLst>
              <p:tags r:id="rId6"/>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pic>
        <p:nvPicPr>
          <p:cNvPr id="2" name="Graphic 1">
            <a:extLst>
              <a:ext uri="{FF2B5EF4-FFF2-40B4-BE49-F238E27FC236}">
                <a16:creationId xmlns:a16="http://schemas.microsoft.com/office/drawing/2014/main" id="{EE817685-6252-37A5-9FC4-C3D8B0025D9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0649006" y="6613485"/>
            <a:ext cx="1443288" cy="162023"/>
          </a:xfrm>
          <a:prstGeom prst="rect">
            <a:avLst/>
          </a:prstGeom>
        </p:spPr>
      </p:pic>
    </p:spTree>
    <p:extLst>
      <p:ext uri="{BB962C8B-B14F-4D97-AF65-F5344CB8AC3E}">
        <p14:creationId xmlns:p14="http://schemas.microsoft.com/office/powerpoint/2010/main" val="3119169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4617959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7918704" cy="731520"/>
          </a:xfrm>
        </p:spPr>
        <p:txBody>
          <a:bodyPr vert="horz"/>
          <a:lstStyle>
            <a:lvl1pPr rtl="0">
              <a:defRPr/>
            </a:lvl1pPr>
          </a:lstStyle>
          <a:p>
            <a:r>
              <a:rPr lang="it-IT"/>
              <a:t>Click to edit Master 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it-IT" sz="800" b="0" i="0" u="none" strike="noStrike" kern="1200" cap="none" spc="0" normalizeH="0" baseline="0" noProof="0">
                <a:ln>
                  <a:noFill/>
                </a:ln>
                <a:solidFill>
                  <a:schemeClr val="tx1"/>
                </a:solidFill>
                <a:effectLst/>
                <a:uLnTx/>
                <a:uFillTx/>
                <a:latin typeface="+mn-lt"/>
                <a:ea typeface="+mn-ea"/>
                <a:cs typeface="Arial" panose="020B0604020202020204" pitchFamily="34" charset="0"/>
              </a:rPr>
              <a:t>Source: …</a:t>
            </a:r>
          </a:p>
        </p:txBody>
      </p:sp>
      <p:sp>
        <p:nvSpPr>
          <p:cNvPr id="13" name="Slide Number">
            <a:extLst>
              <a:ext uri="{FF2B5EF4-FFF2-40B4-BE49-F238E27FC236}">
                <a16:creationId xmlns:a16="http://schemas.microsoft.com/office/drawing/2014/main" id="{F354147A-0133-4732-8C3C-C3DBCC9796D8}"/>
              </a:ext>
            </a:extLst>
          </p:cNvPr>
          <p:cNvSpPr>
            <a:spLocks noChangeArrowheads="1"/>
          </p:cNvSpPr>
          <p:nvPr userDrawn="1">
            <p:custDataLst>
              <p:tags r:id="rId6"/>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pic>
        <p:nvPicPr>
          <p:cNvPr id="2" name="Graphic 1">
            <a:extLst>
              <a:ext uri="{FF2B5EF4-FFF2-40B4-BE49-F238E27FC236}">
                <a16:creationId xmlns:a16="http://schemas.microsoft.com/office/drawing/2014/main" id="{EE06DBD4-0A1B-7B2E-BB01-1C9251ABD49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0649006" y="6613485"/>
            <a:ext cx="1443288" cy="162023"/>
          </a:xfrm>
          <a:prstGeom prst="rect">
            <a:avLst/>
          </a:prstGeom>
        </p:spPr>
      </p:pic>
    </p:spTree>
    <p:extLst>
      <p:ext uri="{BB962C8B-B14F-4D97-AF65-F5344CB8AC3E}">
        <p14:creationId xmlns:p14="http://schemas.microsoft.com/office/powerpoint/2010/main" val="425739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3/4 ">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654188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9374154" y="0"/>
            <a:ext cx="2817845"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7918704" cy="731520"/>
          </a:xfrm>
        </p:spPr>
        <p:txBody>
          <a:bodyPr vert="horz"/>
          <a:lstStyle>
            <a:lvl1pPr rtl="0">
              <a:defRPr/>
            </a:lvl1pPr>
          </a:lstStyle>
          <a:p>
            <a:r>
              <a:rPr lang="it-IT"/>
              <a:t>Click to edit Master 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it-IT" sz="800" b="0" i="0" u="none" strike="noStrike" kern="1200" cap="none" spc="0" normalizeH="0" baseline="0" noProof="0">
                <a:ln>
                  <a:noFill/>
                </a:ln>
                <a:solidFill>
                  <a:schemeClr val="tx1"/>
                </a:solidFill>
                <a:effectLst/>
                <a:uLnTx/>
                <a:uFillTx/>
                <a:latin typeface="+mn-lt"/>
                <a:ea typeface="+mn-ea"/>
                <a:cs typeface="Arial" panose="020B0604020202020204" pitchFamily="34" charset="0"/>
              </a:rPr>
              <a:t>Source: …</a:t>
            </a:r>
          </a:p>
        </p:txBody>
      </p:sp>
      <p:sp>
        <p:nvSpPr>
          <p:cNvPr id="13" name="Slide Number">
            <a:extLst>
              <a:ext uri="{FF2B5EF4-FFF2-40B4-BE49-F238E27FC236}">
                <a16:creationId xmlns:a16="http://schemas.microsoft.com/office/drawing/2014/main" id="{F354147A-0133-4732-8C3C-C3DBCC9796D8}"/>
              </a:ext>
            </a:extLst>
          </p:cNvPr>
          <p:cNvSpPr>
            <a:spLocks noChangeArrowheads="1"/>
          </p:cNvSpPr>
          <p:nvPr userDrawn="1">
            <p:custDataLst>
              <p:tags r:id="rId6"/>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pic>
        <p:nvPicPr>
          <p:cNvPr id="2" name="Graphic 1">
            <a:extLst>
              <a:ext uri="{FF2B5EF4-FFF2-40B4-BE49-F238E27FC236}">
                <a16:creationId xmlns:a16="http://schemas.microsoft.com/office/drawing/2014/main" id="{CA1C8C6C-1BA3-8847-4A88-C87AA7F3645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0649006" y="6613485"/>
            <a:ext cx="1443288" cy="162023"/>
          </a:xfrm>
          <a:prstGeom prst="rect">
            <a:avLst/>
          </a:prstGeom>
        </p:spPr>
      </p:pic>
    </p:spTree>
    <p:extLst>
      <p:ext uri="{BB962C8B-B14F-4D97-AF65-F5344CB8AC3E}">
        <p14:creationId xmlns:p14="http://schemas.microsoft.com/office/powerpoint/2010/main" val="2428645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648A5D5-75B9-4F02-A4CB-B3C65A9BF2CE}"/>
              </a:ext>
            </a:extLst>
          </p:cNvPr>
          <p:cNvGraphicFramePr>
            <a:graphicFrameLocks noChangeAspect="1"/>
          </p:cNvGraphicFramePr>
          <p:nvPr userDrawn="1">
            <p:custDataLst>
              <p:tags r:id="rId1"/>
            </p:custDataLst>
            <p:extLst>
              <p:ext uri="{D42A27DB-BD31-4B8C-83A1-F6EECF244321}">
                <p14:modId xmlns:p14="http://schemas.microsoft.com/office/powerpoint/2010/main" val="6785628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C648A5D5-75B9-4F02-A4CB-B3C65A9BF2CE}"/>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58AAF75-30DC-408A-933A-149F2D14D18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vert="horz">
            <a:noAutofit/>
          </a:bodyPr>
          <a:lstStyle>
            <a:lvl1pPr rtl="0">
              <a:defRPr/>
            </a:lvl1pPr>
          </a:lstStyle>
          <a:p>
            <a:r>
              <a:rPr lang="it-IT"/>
              <a:t>Click to edit Master title style</a:t>
            </a:r>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2" name="Slide Number">
            <a:extLst>
              <a:ext uri="{FF2B5EF4-FFF2-40B4-BE49-F238E27FC236}">
                <a16:creationId xmlns:a16="http://schemas.microsoft.com/office/drawing/2014/main" id="{9E6E3CC9-B652-48D2-95B1-45EA25EB3B22}"/>
              </a:ext>
            </a:extLst>
          </p:cNvPr>
          <p:cNvSpPr>
            <a:spLocks noChangeArrowheads="1"/>
          </p:cNvSpPr>
          <p:nvPr userDrawn="1">
            <p:custDataLst>
              <p:tags r:id="rId5"/>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pic>
        <p:nvPicPr>
          <p:cNvPr id="5" name="Graphic 4">
            <a:extLst>
              <a:ext uri="{FF2B5EF4-FFF2-40B4-BE49-F238E27FC236}">
                <a16:creationId xmlns:a16="http://schemas.microsoft.com/office/drawing/2014/main" id="{B8711AEB-7205-5C90-89D5-18EDC983B29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649006" y="6613485"/>
            <a:ext cx="1443288" cy="162023"/>
          </a:xfrm>
          <a:prstGeom prst="rect">
            <a:avLst/>
          </a:prstGeom>
        </p:spPr>
      </p:pic>
    </p:spTree>
    <p:extLst>
      <p:ext uri="{BB962C8B-B14F-4D97-AF65-F5344CB8AC3E}">
        <p14:creationId xmlns:p14="http://schemas.microsoft.com/office/powerpoint/2010/main" val="26529704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9059548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3600" b="1" i="0" baseline="0">
              <a:solidFill>
                <a:schemeClr val="bg1"/>
              </a:solidFill>
              <a:latin typeface="Century Gothic" panose="020B0502020202020204" pitchFamily="34" charset="0"/>
              <a:ea typeface="+mj-ea"/>
              <a:cs typeface="+mj-cs"/>
              <a:sym typeface="Century Gothic" panose="020B0502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1959097" y="5867859"/>
            <a:ext cx="8319639" cy="307777"/>
          </a:xfrm>
          <a:prstGeom prst="rect">
            <a:avLst/>
          </a:prstGeom>
        </p:spPr>
        <p:txBody>
          <a:bodyPr wrap="square">
            <a:spAutoFit/>
          </a:bodyPr>
          <a:lstStyle>
            <a:lvl1pPr rtl="0">
              <a:buNone/>
              <a:defRPr sz="2000">
                <a:solidFill>
                  <a:schemeClr val="accent6"/>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it-IT"/>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1959097" y="4394808"/>
            <a:ext cx="8319639" cy="369332"/>
          </a:xfrm>
          <a:prstGeom prst="rect">
            <a:avLst/>
          </a:prstGeom>
        </p:spPr>
        <p:txBody>
          <a:bodyPr wrap="square">
            <a:spAutoFit/>
          </a:bodyPr>
          <a:lstStyle>
            <a:lvl1pPr marL="0" indent="0" algn="l" rtl="0">
              <a:buNone/>
              <a:defRPr sz="24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1959097" y="3228671"/>
            <a:ext cx="8319639" cy="553998"/>
          </a:xfrm>
          <a:prstGeom prst="rect">
            <a:avLst/>
          </a:prstGeom>
        </p:spPr>
        <p:txBody>
          <a:bodyPr vert="horz" wrap="square" anchor="t" anchorCtr="0">
            <a:spAutoFit/>
          </a:bodyPr>
          <a:lstStyle>
            <a:lvl1pPr rtl="0">
              <a:defRPr sz="3600" baseline="0">
                <a:ln w="6350" cap="flat">
                  <a:noFill/>
                  <a:miter lim="800000"/>
                </a:ln>
                <a:solidFill>
                  <a:schemeClr val="tx2"/>
                </a:solidFill>
              </a:defRPr>
            </a:lvl1pPr>
          </a:lstStyle>
          <a:p>
            <a:r>
              <a:rPr lang="it-IT"/>
              <a:t>Click to edit Master title style</a:t>
            </a:r>
          </a:p>
        </p:txBody>
      </p:sp>
      <p:sp>
        <p:nvSpPr>
          <p:cNvPr id="8" name="Freeform 9">
            <a:extLst>
              <a:ext uri="{FF2B5EF4-FFF2-40B4-BE49-F238E27FC236}">
                <a16:creationId xmlns:a16="http://schemas.microsoft.com/office/drawing/2014/main" id="{E39D1F23-765B-40D9-9658-C395EE362B4D}"/>
              </a:ext>
            </a:extLst>
          </p:cNvPr>
          <p:cNvSpPr/>
          <p:nvPr userDrawn="1"/>
        </p:nvSpPr>
        <p:spPr>
          <a:xfrm>
            <a:off x="3176" y="-3174"/>
            <a:ext cx="5974556" cy="1026051"/>
          </a:xfrm>
          <a:custGeom>
            <a:avLst/>
            <a:gdLst>
              <a:gd name="connsiteX0" fmla="*/ 0 w 9105900"/>
              <a:gd name="connsiteY0" fmla="*/ 0 h 1536700"/>
              <a:gd name="connsiteX1" fmla="*/ 266700 w 9105900"/>
              <a:gd name="connsiteY1" fmla="*/ 1536700 h 1536700"/>
              <a:gd name="connsiteX2" fmla="*/ 9105900 w 9105900"/>
              <a:gd name="connsiteY2" fmla="*/ 25400 h 1536700"/>
              <a:gd name="connsiteX3" fmla="*/ 0 w 9105900"/>
              <a:gd name="connsiteY3" fmla="*/ 0 h 1536700"/>
              <a:gd name="connsiteX0" fmla="*/ 0 w 9133976"/>
              <a:gd name="connsiteY0" fmla="*/ 2309 h 1539009"/>
              <a:gd name="connsiteX1" fmla="*/ 266700 w 9133976"/>
              <a:gd name="connsiteY1" fmla="*/ 1539009 h 1539009"/>
              <a:gd name="connsiteX2" fmla="*/ 9133976 w 9133976"/>
              <a:gd name="connsiteY2" fmla="*/ 0 h 1539009"/>
              <a:gd name="connsiteX3" fmla="*/ 0 w 9133976"/>
              <a:gd name="connsiteY3" fmla="*/ 2309 h 1539009"/>
            </a:gdLst>
            <a:ahLst/>
            <a:cxnLst>
              <a:cxn ang="0">
                <a:pos x="connsiteX0" y="connsiteY0"/>
              </a:cxn>
              <a:cxn ang="0">
                <a:pos x="connsiteX1" y="connsiteY1"/>
              </a:cxn>
              <a:cxn ang="0">
                <a:pos x="connsiteX2" y="connsiteY2"/>
              </a:cxn>
              <a:cxn ang="0">
                <a:pos x="connsiteX3" y="connsiteY3"/>
              </a:cxn>
            </a:cxnLst>
            <a:rect l="l" t="t" r="r" b="b"/>
            <a:pathLst>
              <a:path w="9133976" h="1539009">
                <a:moveTo>
                  <a:pt x="0" y="2309"/>
                </a:moveTo>
                <a:lnTo>
                  <a:pt x="266700" y="1539009"/>
                </a:lnTo>
                <a:lnTo>
                  <a:pt x="9133976" y="0"/>
                </a:lnTo>
                <a:lnTo>
                  <a:pt x="0" y="2309"/>
                </a:lnTo>
                <a:close/>
              </a:path>
            </a:pathLst>
          </a:custGeom>
          <a:solidFill>
            <a:srgbClr val="406B9B"/>
          </a:solidFill>
          <a:ln w="9525" cap="flat" cmpd="sng" algn="ctr">
            <a:noFill/>
            <a:prstDash val="solid"/>
          </a:ln>
          <a:effectLst/>
        </p:spPr>
        <p:txBody>
          <a:bodyPr wrap="square"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t-IT" sz="1600" b="0" i="0" u="none" strike="noStrike" kern="0" cap="none" spc="0" normalizeH="0" baseline="0" noProof="0">
              <a:ln>
                <a:noFill/>
              </a:ln>
              <a:solidFill>
                <a:srgbClr val="FFFFFF"/>
              </a:solidFill>
              <a:effectLst/>
              <a:uLnTx/>
              <a:uFillTx/>
              <a:latin typeface="Century Gothic" panose="020F0302020204030204"/>
              <a:ea typeface="+mn-ea"/>
              <a:cs typeface="+mn-cs"/>
              <a:sym typeface="Century Gothic" panose="020B0502020202020204" pitchFamily="34" charset="0"/>
            </a:endParaRPr>
          </a:p>
        </p:txBody>
      </p:sp>
      <p:pic>
        <p:nvPicPr>
          <p:cNvPr id="9" name="Graphic 8">
            <a:extLst>
              <a:ext uri="{FF2B5EF4-FFF2-40B4-BE49-F238E27FC236}">
                <a16:creationId xmlns:a16="http://schemas.microsoft.com/office/drawing/2014/main" id="{A9DF8378-5795-48CE-A1D0-68410D2839EA}"/>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1959097" y="2492679"/>
            <a:ext cx="4405950" cy="494609"/>
          </a:xfrm>
          <a:prstGeom prst="rect">
            <a:avLst/>
          </a:prstGeom>
        </p:spPr>
      </p:pic>
    </p:spTree>
    <p:extLst>
      <p:ext uri="{BB962C8B-B14F-4D97-AF65-F5344CB8AC3E}">
        <p14:creationId xmlns:p14="http://schemas.microsoft.com/office/powerpoint/2010/main" val="7450736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32567843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200" b="1" i="0" baseline="0">
              <a:solidFill>
                <a:schemeClr val="bg1"/>
              </a:solidFill>
              <a:latin typeface="Century Gothic" panose="020B0502020202020204" pitchFamily="34" charset="0"/>
              <a:ea typeface="+mj-ea"/>
              <a:cs typeface="+mj-cs"/>
              <a:sym typeface="Century Gothic" panose="020B0502020202020204" pitchFamily="34"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72212"/>
            <a:ext cx="11082528" cy="400110"/>
          </a:xfrm>
        </p:spPr>
        <p:txBody>
          <a:bodyPr vert="horz" wrap="square" lIns="0" tIns="0" rIns="0" bIns="0" rtlCol="0" anchor="t" anchorCtr="0">
            <a:spAutoFit/>
          </a:bodyPr>
          <a:lstStyle>
            <a:lvl1pPr rtl="0">
              <a:defRPr lang="en-US" sz="2600" dirty="0"/>
            </a:lvl1pPr>
          </a:lstStyle>
          <a:p>
            <a:pPr lvl="0"/>
            <a:r>
              <a:rPr lang="it-IT"/>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638504"/>
            <a:ext cx="11082528" cy="246221"/>
          </a:xfrm>
          <a:prstGeom prst="rect">
            <a:avLst/>
          </a:prstGeom>
        </p:spPr>
        <p:txBody>
          <a:bodyPr vert="horz" wrap="square" lIns="0" tIns="0" rIns="0" bIns="0" rtlCol="0">
            <a:spAutoFit/>
          </a:bodyPr>
          <a:lstStyle>
            <a:lvl1pPr rtl="0">
              <a:defRPr lang="en-US" sz="1600" b="0" dirty="0">
                <a:solidFill>
                  <a:schemeClr val="accent6"/>
                </a:solidFill>
              </a:defRPr>
            </a:lvl1pPr>
          </a:lstStyle>
          <a:p>
            <a:pPr lvl="0"/>
            <a:r>
              <a:rPr lang="it-IT"/>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498754"/>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solidFill>
                  <a:schemeClr val="accent6"/>
                </a:solidFill>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it-IT"/>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r>
              <a:rPr lang="it-IT"/>
              <a:t>Add tracker</a:t>
            </a:r>
          </a:p>
        </p:txBody>
      </p:sp>
      <p:sp>
        <p:nvSpPr>
          <p:cNvPr id="2" name="Slide Number">
            <a:extLst>
              <a:ext uri="{FF2B5EF4-FFF2-40B4-BE49-F238E27FC236}">
                <a16:creationId xmlns:a16="http://schemas.microsoft.com/office/drawing/2014/main" id="{57EA059B-C7DC-3207-885C-0335A52DB204}"/>
              </a:ext>
            </a:extLst>
          </p:cNvPr>
          <p:cNvSpPr>
            <a:spLocks noChangeArrowheads="1"/>
          </p:cNvSpPr>
          <p:nvPr userDrawn="1">
            <p:custDataLst>
              <p:tags r:id="rId7"/>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spTree>
    <p:extLst>
      <p:ext uri="{BB962C8B-B14F-4D97-AF65-F5344CB8AC3E}">
        <p14:creationId xmlns:p14="http://schemas.microsoft.com/office/powerpoint/2010/main" val="39297505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38848440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AA38648-8254-0B1C-FA4D-9557B0C093C0}"/>
              </a:ext>
            </a:extLst>
          </p:cNvPr>
          <p:cNvSpPr/>
          <p:nvPr userDrawn="1"/>
        </p:nvSpPr>
        <p:spPr>
          <a:xfrm>
            <a:off x="0" y="0"/>
            <a:ext cx="12191999" cy="6858000"/>
          </a:xfrm>
          <a:prstGeom prst="rect">
            <a:avLst/>
          </a:prstGeom>
          <a:solidFill>
            <a:schemeClr val="accent4">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it-IT" sz="1600" err="1">
              <a:solidFill>
                <a:srgbClr val="000000"/>
              </a:solidFill>
            </a:endParaRPr>
          </a:p>
        </p:txBody>
      </p:sp>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200" b="1" i="0" baseline="0">
              <a:solidFill>
                <a:schemeClr val="bg1"/>
              </a:solidFill>
              <a:latin typeface="Century Gothic" panose="020B0502020202020204" pitchFamily="34" charset="0"/>
              <a:ea typeface="+mj-ea"/>
              <a:cs typeface="+mj-cs"/>
              <a:sym typeface="Century Gothic" panose="020B0502020202020204" pitchFamily="34"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72212"/>
            <a:ext cx="11082528" cy="400110"/>
          </a:xfrm>
        </p:spPr>
        <p:txBody>
          <a:bodyPr vert="horz" wrap="square" lIns="0" tIns="0" rIns="0" bIns="0" rtlCol="0" anchor="t" anchorCtr="0">
            <a:spAutoFit/>
          </a:bodyPr>
          <a:lstStyle>
            <a:lvl1pPr rtl="0">
              <a:defRPr lang="en-US" sz="2600" dirty="0"/>
            </a:lvl1pPr>
          </a:lstStyle>
          <a:p>
            <a:pPr lvl="0"/>
            <a:r>
              <a:rPr lang="it-IT"/>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638504"/>
            <a:ext cx="11082528" cy="246221"/>
          </a:xfrm>
          <a:prstGeom prst="rect">
            <a:avLst/>
          </a:prstGeom>
        </p:spPr>
        <p:txBody>
          <a:bodyPr vert="horz" wrap="square" lIns="0" tIns="0" rIns="0" bIns="0" rtlCol="0">
            <a:spAutoFit/>
          </a:bodyPr>
          <a:lstStyle>
            <a:lvl1pPr rtl="0">
              <a:defRPr lang="en-US" sz="1600" b="0" dirty="0">
                <a:solidFill>
                  <a:schemeClr val="accent6"/>
                </a:solidFill>
              </a:defRPr>
            </a:lvl1pPr>
          </a:lstStyle>
          <a:p>
            <a:pPr lvl="0"/>
            <a:r>
              <a:rPr lang="it-IT"/>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498754"/>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solidFill>
                  <a:schemeClr val="accent6"/>
                </a:solidFill>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it-IT"/>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r>
              <a:rPr lang="it-IT"/>
              <a:t>Add tracker</a:t>
            </a:r>
          </a:p>
        </p:txBody>
      </p:sp>
      <p:sp>
        <p:nvSpPr>
          <p:cNvPr id="2" name="Slide Number">
            <a:extLst>
              <a:ext uri="{FF2B5EF4-FFF2-40B4-BE49-F238E27FC236}">
                <a16:creationId xmlns:a16="http://schemas.microsoft.com/office/drawing/2014/main" id="{57EA059B-C7DC-3207-885C-0335A52DB204}"/>
              </a:ext>
            </a:extLst>
          </p:cNvPr>
          <p:cNvSpPr>
            <a:spLocks noChangeArrowheads="1"/>
          </p:cNvSpPr>
          <p:nvPr userDrawn="1">
            <p:custDataLst>
              <p:tags r:id="rId7"/>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pic>
        <p:nvPicPr>
          <p:cNvPr id="9" name="Graphic 8">
            <a:extLst>
              <a:ext uri="{FF2B5EF4-FFF2-40B4-BE49-F238E27FC236}">
                <a16:creationId xmlns:a16="http://schemas.microsoft.com/office/drawing/2014/main" id="{294DAFD0-314A-88AF-96CB-651433BAF8CD}"/>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9887857" y="6278544"/>
            <a:ext cx="1746379" cy="196048"/>
          </a:xfrm>
          <a:prstGeom prst="rect">
            <a:avLst/>
          </a:prstGeom>
        </p:spPr>
      </p:pic>
    </p:spTree>
    <p:extLst>
      <p:ext uri="{BB962C8B-B14F-4D97-AF65-F5344CB8AC3E}">
        <p14:creationId xmlns:p14="http://schemas.microsoft.com/office/powerpoint/2010/main" val="1060236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BA84E71-6FE7-4585-B82E-BE5603311945}"/>
              </a:ext>
            </a:extLst>
          </p:cNvPr>
          <p:cNvGraphicFramePr>
            <a:graphicFrameLocks noChangeAspect="1"/>
          </p:cNvGraphicFramePr>
          <p:nvPr userDrawn="1">
            <p:custDataLst>
              <p:tags r:id="rId1"/>
            </p:custDataLst>
            <p:extLst>
              <p:ext uri="{D42A27DB-BD31-4B8C-83A1-F6EECF244321}">
                <p14:modId xmlns:p14="http://schemas.microsoft.com/office/powerpoint/2010/main" val="23978683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10" name="Object 9" hidden="1">
                        <a:extLst>
                          <a:ext uri="{FF2B5EF4-FFF2-40B4-BE49-F238E27FC236}">
                            <a16:creationId xmlns:a16="http://schemas.microsoft.com/office/drawing/2014/main" id="{9BA84E71-6FE7-4585-B82E-BE5603311945}"/>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D62A08AB-557D-4245-84FA-9DB6B6C6845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1706563"/>
            <a:ext cx="3813048" cy="800219"/>
          </a:xfrm>
          <a:prstGeom prst="rect">
            <a:avLst/>
          </a:prstGeom>
        </p:spPr>
        <p:txBody>
          <a:bodyPr vert="horz" wrap="square" lIns="0" tIns="0" rIns="0" bIns="0" rtlCol="0" anchor="t" anchorCtr="0">
            <a:spAutoFit/>
          </a:bodyPr>
          <a:lstStyle>
            <a:lvl1pPr rtl="0">
              <a:defRPr lang="en-US" sz="2600" dirty="0"/>
            </a:lvl1pPr>
          </a:lstStyle>
          <a:p>
            <a:pPr lvl="0"/>
            <a:r>
              <a:rPr lang="it-IT"/>
              <a:t>Click to edit Master title style</a:t>
            </a: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1" name="1. On-page tracker">
            <a:extLst>
              <a:ext uri="{FF2B5EF4-FFF2-40B4-BE49-F238E27FC236}">
                <a16:creationId xmlns:a16="http://schemas.microsoft.com/office/drawing/2014/main" id="{A2582D75-79F8-4634-92EF-A9F0840C018B}"/>
              </a:ext>
            </a:extLst>
          </p:cNvPr>
          <p:cNvSpPr>
            <a:spLocks noGrp="1"/>
          </p:cNvSpPr>
          <p:nvPr>
            <p:ph type="body" sz="quarter" idx="10" hasCustomPrompt="1"/>
            <p:custDataLst>
              <p:tags r:id="rId5"/>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sp>
        <p:nvSpPr>
          <p:cNvPr id="8" name="Slide Number">
            <a:extLst>
              <a:ext uri="{FF2B5EF4-FFF2-40B4-BE49-F238E27FC236}">
                <a16:creationId xmlns:a16="http://schemas.microsoft.com/office/drawing/2014/main" id="{4B636C1F-8590-4695-AF8E-03A2233781C4}"/>
              </a:ext>
            </a:extLst>
          </p:cNvPr>
          <p:cNvSpPr txBox="1">
            <a:spLocks/>
          </p:cNvSpPr>
          <p:nvPr userDrawn="1"/>
        </p:nvSpPr>
        <p:spPr>
          <a:xfrm>
            <a:off x="11865465" y="6656700"/>
            <a:ext cx="284012" cy="155496"/>
          </a:xfrm>
          <a:prstGeom prst="rect">
            <a:avLst/>
          </a:prstGeom>
        </p:spPr>
        <p:txBody>
          <a:bodyPr vert="horz" wrap="none" lIns="0" tIns="0" rIns="0" bIns="0" rtlCol="0" anchor="ctr">
            <a:noAutofit/>
          </a:bodyPr>
          <a:lstStyle>
            <a:defPPr>
              <a:defRPr lang="en-US"/>
            </a:defPPr>
            <a:lvl1pPr>
              <a:defRPr lang="en-US" sz="1000" baseline="0" smtClean="0">
                <a:latin typeface="+mn-lt"/>
              </a:defRPr>
            </a:lvl1pPr>
          </a:lstStyle>
          <a:p>
            <a:pPr algn="ctr" rtl="0"/>
            <a:fld id="{42C328C1-A84F-4A39-A664-DBA00541A8C6}" type="slidenum">
              <a:rPr lang="it-IT" sz="1020" b="0" smtClean="0">
                <a:solidFill>
                  <a:schemeClr val="tx2"/>
                </a:solidFill>
                <a:latin typeface="Century Gothic" panose="020B0502020202020204" pitchFamily="34" charset="0"/>
                <a:sym typeface="Century Gothic" panose="020B0502020202020204" pitchFamily="34" charset="0"/>
              </a:rPr>
              <a:pPr algn="ctr" rtl="0"/>
              <a:t>‹#›</a:t>
            </a:fld>
            <a:endParaRPr lang="it-IT" sz="1020" b="0">
              <a:solidFill>
                <a:schemeClr val="tx2"/>
              </a:solidFill>
              <a:latin typeface="Century Gothic" panose="020B0502020202020204" pitchFamily="34" charset="0"/>
              <a:sym typeface="Century Gothic" panose="020B0502020202020204" pitchFamily="34" charset="0"/>
            </a:endParaRPr>
          </a:p>
        </p:txBody>
      </p:sp>
    </p:spTree>
    <p:extLst>
      <p:ext uri="{BB962C8B-B14F-4D97-AF65-F5344CB8AC3E}">
        <p14:creationId xmlns:p14="http://schemas.microsoft.com/office/powerpoint/2010/main" val="28163213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C4F5195-E8F7-4A2F-B02E-643BB3D88381}"/>
              </a:ext>
            </a:extLst>
          </p:cNvPr>
          <p:cNvGraphicFramePr>
            <a:graphicFrameLocks noChangeAspect="1"/>
          </p:cNvGraphicFramePr>
          <p:nvPr userDrawn="1">
            <p:custDataLst>
              <p:tags r:id="rId1"/>
            </p:custDataLst>
            <p:extLst>
              <p:ext uri="{D42A27DB-BD31-4B8C-83A1-F6EECF244321}">
                <p14:modId xmlns:p14="http://schemas.microsoft.com/office/powerpoint/2010/main" val="2205787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4" name="Object 3" hidden="1">
                        <a:extLst>
                          <a:ext uri="{FF2B5EF4-FFF2-40B4-BE49-F238E27FC236}">
                            <a16:creationId xmlns:a16="http://schemas.microsoft.com/office/drawing/2014/main" id="{3C4F5195-E8F7-4A2F-B02E-643BB3D8838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15EFC92-5E3D-4BDC-A378-85D30212A9E2}"/>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3044280"/>
            <a:ext cx="5065776" cy="400110"/>
          </a:xfrm>
          <a:prstGeom prst="rect">
            <a:avLst/>
          </a:prstGeom>
        </p:spPr>
        <p:txBody>
          <a:bodyPr vert="horz" wrap="square" lIns="0" tIns="0" rIns="0" bIns="0" rtlCol="0" anchor="t" anchorCtr="0">
            <a:spAutoFit/>
          </a:bodyPr>
          <a:lstStyle>
            <a:lvl1pPr rtl="0">
              <a:defRPr lang="en-US" sz="2600" dirty="0"/>
            </a:lvl1pPr>
          </a:lstStyle>
          <a:p>
            <a:pPr lvl="0"/>
            <a:r>
              <a:rPr lang="it-IT"/>
              <a:t>Click to edit Master title style</a:t>
            </a: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0" name="1. On-page tracker">
            <a:extLst>
              <a:ext uri="{FF2B5EF4-FFF2-40B4-BE49-F238E27FC236}">
                <a16:creationId xmlns:a16="http://schemas.microsoft.com/office/drawing/2014/main" id="{E4983596-431B-4F12-AA07-76914CD3DEE7}"/>
              </a:ext>
            </a:extLst>
          </p:cNvPr>
          <p:cNvSpPr>
            <a:spLocks noGrp="1"/>
          </p:cNvSpPr>
          <p:nvPr>
            <p:ph type="body" sz="quarter" idx="10" hasCustomPrompt="1"/>
            <p:custDataLst>
              <p:tags r:id="rId5"/>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sp>
        <p:nvSpPr>
          <p:cNvPr id="11" name="Slide Number">
            <a:extLst>
              <a:ext uri="{FF2B5EF4-FFF2-40B4-BE49-F238E27FC236}">
                <a16:creationId xmlns:a16="http://schemas.microsoft.com/office/drawing/2014/main" id="{4CA9E6ED-BC54-4115-8C3E-9D3E634907DB}"/>
              </a:ext>
            </a:extLst>
          </p:cNvPr>
          <p:cNvSpPr txBox="1">
            <a:spLocks/>
          </p:cNvSpPr>
          <p:nvPr userDrawn="1"/>
        </p:nvSpPr>
        <p:spPr>
          <a:xfrm>
            <a:off x="11865465" y="6656700"/>
            <a:ext cx="284012" cy="155496"/>
          </a:xfrm>
          <a:prstGeom prst="rect">
            <a:avLst/>
          </a:prstGeom>
        </p:spPr>
        <p:txBody>
          <a:bodyPr vert="horz" wrap="none" lIns="0" tIns="0" rIns="0" bIns="0" rtlCol="0" anchor="ctr">
            <a:noAutofit/>
          </a:bodyPr>
          <a:lstStyle>
            <a:defPPr>
              <a:defRPr lang="en-US"/>
            </a:defPPr>
            <a:lvl1pPr>
              <a:defRPr lang="en-US" sz="1000" baseline="0" smtClean="0">
                <a:latin typeface="+mn-lt"/>
              </a:defRPr>
            </a:lvl1pPr>
          </a:lstStyle>
          <a:p>
            <a:pPr algn="ctr" rtl="0"/>
            <a:fld id="{42C328C1-A84F-4A39-A664-DBA00541A8C6}" type="slidenum">
              <a:rPr lang="it-IT" sz="1020" b="0" smtClean="0">
                <a:solidFill>
                  <a:schemeClr val="tx2"/>
                </a:solidFill>
                <a:latin typeface="Century Gothic" panose="020B0502020202020204" pitchFamily="34" charset="0"/>
                <a:sym typeface="Century Gothic" panose="020B0502020202020204" pitchFamily="34" charset="0"/>
              </a:rPr>
              <a:pPr algn="ctr" rtl="0"/>
              <a:t>‹#›</a:t>
            </a:fld>
            <a:endParaRPr lang="it-IT" sz="1020" b="0">
              <a:solidFill>
                <a:schemeClr val="tx2"/>
              </a:solidFill>
              <a:latin typeface="Century Gothic" panose="020B0502020202020204" pitchFamily="34" charset="0"/>
              <a:sym typeface="Century Gothic" panose="020B0502020202020204" pitchFamily="34" charset="0"/>
            </a:endParaRPr>
          </a:p>
        </p:txBody>
      </p:sp>
    </p:spTree>
    <p:extLst>
      <p:ext uri="{BB962C8B-B14F-4D97-AF65-F5344CB8AC3E}">
        <p14:creationId xmlns:p14="http://schemas.microsoft.com/office/powerpoint/2010/main" val="1854013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1"/>
            </p:custDataLst>
            <p:extLst>
              <p:ext uri="{D42A27DB-BD31-4B8C-83A1-F6EECF244321}">
                <p14:modId xmlns:p14="http://schemas.microsoft.com/office/powerpoint/2010/main" val="42335136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305B6D76-6B4B-4ED5-B8F1-5D1D09831257}"/>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DCF374B-2477-45CD-A00B-B8676A45ACD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4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400110"/>
          </a:xfrm>
        </p:spPr>
        <p:txBody>
          <a:bodyPr vert="horz" wrap="square" lIns="0" tIns="0" rIns="0" bIns="0" rtlCol="0" anchor="t" anchorCtr="0">
            <a:spAutoFit/>
          </a:bodyPr>
          <a:lstStyle>
            <a:lvl1pPr rtl="0">
              <a:defRPr lang="en-US" sz="2600" dirty="0"/>
            </a:lvl1pPr>
          </a:lstStyle>
          <a:p>
            <a:pPr lvl="0"/>
            <a:r>
              <a:rPr lang="it-IT"/>
              <a:t>Click to edit Master title style</a:t>
            </a: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9" name="1. On-page tracker">
            <a:extLst>
              <a:ext uri="{FF2B5EF4-FFF2-40B4-BE49-F238E27FC236}">
                <a16:creationId xmlns:a16="http://schemas.microsoft.com/office/drawing/2014/main" id="{FA764DC8-CEA6-42F3-8E66-7C768AAD275E}"/>
              </a:ext>
            </a:extLst>
          </p:cNvPr>
          <p:cNvSpPr>
            <a:spLocks noGrp="1"/>
          </p:cNvSpPr>
          <p:nvPr>
            <p:ph type="body" sz="quarter" idx="10" hasCustomPrompt="1"/>
            <p:custDataLst>
              <p:tags r:id="rId5"/>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sp>
        <p:nvSpPr>
          <p:cNvPr id="10" name="Slide Number">
            <a:extLst>
              <a:ext uri="{FF2B5EF4-FFF2-40B4-BE49-F238E27FC236}">
                <a16:creationId xmlns:a16="http://schemas.microsoft.com/office/drawing/2014/main" id="{36867A10-6BE7-4B80-81F9-3F720D53FF98}"/>
              </a:ext>
            </a:extLst>
          </p:cNvPr>
          <p:cNvSpPr txBox="1">
            <a:spLocks/>
          </p:cNvSpPr>
          <p:nvPr userDrawn="1"/>
        </p:nvSpPr>
        <p:spPr>
          <a:xfrm>
            <a:off x="11865465" y="6656700"/>
            <a:ext cx="284012" cy="155496"/>
          </a:xfrm>
          <a:prstGeom prst="rect">
            <a:avLst/>
          </a:prstGeom>
        </p:spPr>
        <p:txBody>
          <a:bodyPr vert="horz" wrap="none" lIns="0" tIns="0" rIns="0" bIns="0" rtlCol="0" anchor="ctr">
            <a:noAutofit/>
          </a:bodyPr>
          <a:lstStyle>
            <a:defPPr>
              <a:defRPr lang="en-US"/>
            </a:defPPr>
            <a:lvl1pPr>
              <a:defRPr lang="en-US" sz="1000" baseline="0" smtClean="0">
                <a:latin typeface="+mn-lt"/>
              </a:defRPr>
            </a:lvl1pPr>
          </a:lstStyle>
          <a:p>
            <a:pPr algn="ctr" rtl="0"/>
            <a:fld id="{42C328C1-A84F-4A39-A664-DBA00541A8C6}" type="slidenum">
              <a:rPr lang="it-IT" sz="1020" b="0" smtClean="0">
                <a:solidFill>
                  <a:schemeClr val="tx2"/>
                </a:solidFill>
                <a:latin typeface="Century Gothic" panose="020B0502020202020204" pitchFamily="34" charset="0"/>
                <a:sym typeface="Century Gothic" panose="020B0502020202020204" pitchFamily="34" charset="0"/>
              </a:rPr>
              <a:pPr algn="ctr" rtl="0"/>
              <a:t>‹#›</a:t>
            </a:fld>
            <a:endParaRPr lang="it-IT" sz="1020" b="0">
              <a:solidFill>
                <a:schemeClr val="tx2"/>
              </a:solidFill>
              <a:latin typeface="Century Gothic" panose="020B0502020202020204" pitchFamily="34" charset="0"/>
              <a:sym typeface="Century Gothic" panose="020B0502020202020204" pitchFamily="34" charset="0"/>
            </a:endParaRPr>
          </a:p>
        </p:txBody>
      </p:sp>
    </p:spTree>
    <p:extLst>
      <p:ext uri="{BB962C8B-B14F-4D97-AF65-F5344CB8AC3E}">
        <p14:creationId xmlns:p14="http://schemas.microsoft.com/office/powerpoint/2010/main" val="3300649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EC6EE29E-F64A-419F-BFB0-EEDEB71953F6}"/>
              </a:ext>
            </a:extLst>
          </p:cNvPr>
          <p:cNvGraphicFramePr>
            <a:graphicFrameLocks noChangeAspect="1"/>
          </p:cNvGraphicFramePr>
          <p:nvPr userDrawn="1">
            <p:custDataLst>
              <p:tags r:id="rId1"/>
            </p:custDataLst>
            <p:extLst>
              <p:ext uri="{D42A27DB-BD31-4B8C-83A1-F6EECF244321}">
                <p14:modId xmlns:p14="http://schemas.microsoft.com/office/powerpoint/2010/main" val="4064978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EC6EE29E-F64A-419F-BFB0-EEDEB71953F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69526043-F22A-4ED3-B0A1-DD7C4F83AF9B}"/>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3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56229"/>
            <a:ext cx="9180576" cy="523220"/>
          </a:xfrm>
          <a:prstGeom prst="rect">
            <a:avLst/>
          </a:prstGeom>
        </p:spPr>
        <p:txBody>
          <a:bodyPr vert="horz">
            <a:spAutoFit/>
          </a:bodyPr>
          <a:lstStyle>
            <a:lvl1pPr rtl="0">
              <a:lnSpc>
                <a:spcPct val="105000"/>
              </a:lnSpc>
              <a:defRPr sz="3400"/>
            </a:lvl1pPr>
          </a:lstStyle>
          <a:p>
            <a:r>
              <a:rPr lang="it-IT"/>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76999"/>
          </a:xfrm>
          <a:prstGeom prst="rect">
            <a:avLst/>
          </a:prstGeom>
        </p:spPr>
        <p:txBody>
          <a:bodyPr wrap="square">
            <a:noAutofit/>
          </a:bodyPr>
          <a:lstStyle>
            <a:lvl1pPr marL="0" indent="0" algn="l" rtl="0">
              <a:buNone/>
              <a:defRPr sz="1800" b="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add quote source</a:t>
            </a: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0" name="1. On-page tracker">
            <a:extLst>
              <a:ext uri="{FF2B5EF4-FFF2-40B4-BE49-F238E27FC236}">
                <a16:creationId xmlns:a16="http://schemas.microsoft.com/office/drawing/2014/main" id="{556D1499-3230-4098-85B2-D4CC7CA621F1}"/>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sp>
        <p:nvSpPr>
          <p:cNvPr id="11" name="Slide Number">
            <a:extLst>
              <a:ext uri="{FF2B5EF4-FFF2-40B4-BE49-F238E27FC236}">
                <a16:creationId xmlns:a16="http://schemas.microsoft.com/office/drawing/2014/main" id="{E68174D3-CBF3-462F-A34A-957EC4CEB973}"/>
              </a:ext>
            </a:extLst>
          </p:cNvPr>
          <p:cNvSpPr txBox="1">
            <a:spLocks/>
          </p:cNvSpPr>
          <p:nvPr userDrawn="1"/>
        </p:nvSpPr>
        <p:spPr>
          <a:xfrm>
            <a:off x="11865465" y="6656700"/>
            <a:ext cx="284012" cy="155496"/>
          </a:xfrm>
          <a:prstGeom prst="rect">
            <a:avLst/>
          </a:prstGeom>
        </p:spPr>
        <p:txBody>
          <a:bodyPr vert="horz" wrap="none" lIns="0" tIns="0" rIns="0" bIns="0" rtlCol="0" anchor="ctr">
            <a:noAutofit/>
          </a:bodyPr>
          <a:lstStyle>
            <a:defPPr>
              <a:defRPr lang="en-US"/>
            </a:defPPr>
            <a:lvl1pPr>
              <a:defRPr lang="en-US" sz="1000" baseline="0" smtClean="0">
                <a:latin typeface="+mn-lt"/>
              </a:defRPr>
            </a:lvl1pPr>
          </a:lstStyle>
          <a:p>
            <a:pPr algn="ctr" rtl="0"/>
            <a:fld id="{42C328C1-A84F-4A39-A664-DBA00541A8C6}" type="slidenum">
              <a:rPr lang="it-IT" sz="1020" b="0" smtClean="0">
                <a:solidFill>
                  <a:schemeClr val="tx2"/>
                </a:solidFill>
                <a:latin typeface="Century Gothic" panose="020B0502020202020204" pitchFamily="34" charset="0"/>
                <a:sym typeface="Century Gothic" panose="020B0502020202020204" pitchFamily="34" charset="0"/>
              </a:rPr>
              <a:pPr algn="ctr" rtl="0"/>
              <a:t>‹#›</a:t>
            </a:fld>
            <a:endParaRPr lang="it-IT" sz="1020" b="0">
              <a:solidFill>
                <a:schemeClr val="tx2"/>
              </a:solidFill>
              <a:latin typeface="Century Gothic" panose="020B0502020202020204" pitchFamily="34" charset="0"/>
              <a:sym typeface="Century Gothic" panose="020B0502020202020204" pitchFamily="34" charset="0"/>
            </a:endParaRPr>
          </a:p>
        </p:txBody>
      </p:sp>
    </p:spTree>
    <p:extLst>
      <p:ext uri="{BB962C8B-B14F-4D97-AF65-F5344CB8AC3E}">
        <p14:creationId xmlns:p14="http://schemas.microsoft.com/office/powerpoint/2010/main" val="16202238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24949939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4"/>
            </p:custDataLst>
          </p:nvPr>
        </p:nvSpPr>
        <p:spPr>
          <a:xfrm>
            <a:off x="554736" y="2332889"/>
            <a:ext cx="2514600" cy="1200329"/>
          </a:xfrm>
        </p:spPr>
        <p:txBody>
          <a:bodyPr vert="horz" wrap="square" lIns="0" tIns="0" rIns="0" bIns="0" rtlCol="0" anchor="t" anchorCtr="0">
            <a:spAutoFit/>
          </a:bodyPr>
          <a:lstStyle>
            <a:lvl1pPr rtl="0">
              <a:defRPr lang="en-US" sz="2600" dirty="0"/>
            </a:lvl1pPr>
          </a:lstStyle>
          <a:p>
            <a:pPr lvl="0"/>
            <a:r>
              <a:rPr lang="it-IT"/>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5"/>
            </p:custDataLst>
          </p:nvPr>
        </p:nvSpPr>
        <p:spPr>
          <a:xfrm>
            <a:off x="554736" y="3659644"/>
            <a:ext cx="2514600" cy="492443"/>
          </a:xfrm>
          <a:prstGeom prst="rect">
            <a:avLst/>
          </a:prstGeom>
        </p:spPr>
        <p:txBody>
          <a:bodyPr wrap="square">
            <a:spAutoFit/>
          </a:bodyPr>
          <a:lstStyle>
            <a:lvl1pPr marL="0" indent="0" algn="l" rtl="0">
              <a:buNone/>
              <a:defRPr sz="1600" b="0">
                <a:solidFill>
                  <a:schemeClr val="accent6"/>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it-IT"/>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7"/>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pic>
        <p:nvPicPr>
          <p:cNvPr id="13" name="Graphic 12">
            <a:extLst>
              <a:ext uri="{FF2B5EF4-FFF2-40B4-BE49-F238E27FC236}">
                <a16:creationId xmlns:a16="http://schemas.microsoft.com/office/drawing/2014/main" id="{41A70D8E-E59B-460A-8D0B-43407144959D}"/>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9887857" y="6278544"/>
            <a:ext cx="1746379" cy="196048"/>
          </a:xfrm>
          <a:prstGeom prst="rect">
            <a:avLst/>
          </a:prstGeom>
        </p:spPr>
      </p:pic>
      <p:sp>
        <p:nvSpPr>
          <p:cNvPr id="12" name="Slide Number">
            <a:extLst>
              <a:ext uri="{FF2B5EF4-FFF2-40B4-BE49-F238E27FC236}">
                <a16:creationId xmlns:a16="http://schemas.microsoft.com/office/drawing/2014/main" id="{A32DC8A7-B02E-4974-9289-9F7AF00A10D2}"/>
              </a:ext>
            </a:extLst>
          </p:cNvPr>
          <p:cNvSpPr txBox="1">
            <a:spLocks/>
          </p:cNvSpPr>
          <p:nvPr userDrawn="1"/>
        </p:nvSpPr>
        <p:spPr>
          <a:xfrm>
            <a:off x="11865465" y="6656700"/>
            <a:ext cx="284012" cy="155496"/>
          </a:xfrm>
          <a:prstGeom prst="rect">
            <a:avLst/>
          </a:prstGeom>
        </p:spPr>
        <p:txBody>
          <a:bodyPr vert="horz" wrap="none" lIns="0" tIns="0" rIns="0" bIns="0" rtlCol="0" anchor="ctr">
            <a:noAutofit/>
          </a:bodyPr>
          <a:lstStyle>
            <a:defPPr>
              <a:defRPr lang="en-US"/>
            </a:defPPr>
            <a:lvl1pPr>
              <a:defRPr lang="en-US" sz="1000" baseline="0" smtClean="0">
                <a:latin typeface="+mn-lt"/>
              </a:defRPr>
            </a:lvl1pPr>
          </a:lstStyle>
          <a:p>
            <a:pPr algn="ctr" rtl="0"/>
            <a:fld id="{42C328C1-A84F-4A39-A664-DBA00541A8C6}" type="slidenum">
              <a:rPr lang="it-IT" sz="1020" b="0" smtClean="0">
                <a:solidFill>
                  <a:schemeClr val="tx2"/>
                </a:solidFill>
                <a:latin typeface="Century Gothic" panose="020B0502020202020204" pitchFamily="34" charset="0"/>
                <a:sym typeface="Century Gothic" panose="020B0502020202020204" pitchFamily="34" charset="0"/>
              </a:rPr>
              <a:pPr algn="ctr" rtl="0"/>
              <a:t>‹#›</a:t>
            </a:fld>
            <a:endParaRPr lang="it-IT" sz="1020" b="0">
              <a:solidFill>
                <a:schemeClr val="tx2"/>
              </a:solidFill>
              <a:latin typeface="Century Gothic" panose="020B0502020202020204" pitchFamily="34" charset="0"/>
              <a:sym typeface="Century Gothic" panose="020B0502020202020204" pitchFamily="34" charset="0"/>
            </a:endParaRPr>
          </a:p>
        </p:txBody>
      </p:sp>
    </p:spTree>
    <p:extLst>
      <p:ext uri="{BB962C8B-B14F-4D97-AF65-F5344CB8AC3E}">
        <p14:creationId xmlns:p14="http://schemas.microsoft.com/office/powerpoint/2010/main" val="10493992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31362220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4"/>
            </p:custDataLst>
          </p:nvPr>
        </p:nvSpPr>
        <p:spPr>
          <a:xfrm>
            <a:off x="554736" y="2744369"/>
            <a:ext cx="3465576" cy="800219"/>
          </a:xfrm>
          <a:prstGeom prst="rect">
            <a:avLst/>
          </a:prstGeom>
        </p:spPr>
        <p:txBody>
          <a:bodyPr vert="horz" wrap="square" lIns="0" tIns="0" rIns="0" bIns="0" rtlCol="0" anchor="t" anchorCtr="0">
            <a:spAutoFit/>
          </a:bodyPr>
          <a:lstStyle>
            <a:lvl1pPr rtl="0">
              <a:defRPr lang="en-US" sz="2600" dirty="0"/>
            </a:lvl1pPr>
          </a:lstStyle>
          <a:p>
            <a:pPr lvl="0"/>
            <a:r>
              <a:rPr lang="it-IT"/>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5"/>
            </p:custDataLst>
          </p:nvPr>
        </p:nvSpPr>
        <p:spPr>
          <a:xfrm>
            <a:off x="554735" y="3659644"/>
            <a:ext cx="3465575" cy="246221"/>
          </a:xfrm>
          <a:prstGeom prst="rect">
            <a:avLst/>
          </a:prstGeom>
        </p:spPr>
        <p:txBody>
          <a:bodyPr wrap="square">
            <a:spAutoFit/>
          </a:bodyPr>
          <a:lstStyle>
            <a:lvl1pPr marL="0" indent="0" algn="l" rtl="0">
              <a:buNone/>
              <a:defRPr sz="1600" b="0">
                <a:solidFill>
                  <a:schemeClr val="accent6"/>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it-IT"/>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7"/>
            </p:custDataLst>
          </p:nvPr>
        </p:nvSpPr>
        <p:spPr>
          <a:xfrm>
            <a:off x="554735" y="41597"/>
            <a:ext cx="3465577"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pic>
        <p:nvPicPr>
          <p:cNvPr id="12" name="Graphic 11">
            <a:extLst>
              <a:ext uri="{FF2B5EF4-FFF2-40B4-BE49-F238E27FC236}">
                <a16:creationId xmlns:a16="http://schemas.microsoft.com/office/drawing/2014/main" id="{E1453BE1-6709-43B1-8A63-B5A89B1371CC}"/>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9887857" y="6278544"/>
            <a:ext cx="1746379" cy="196048"/>
          </a:xfrm>
          <a:prstGeom prst="rect">
            <a:avLst/>
          </a:prstGeom>
        </p:spPr>
      </p:pic>
      <p:sp>
        <p:nvSpPr>
          <p:cNvPr id="2" name="Slide Number">
            <a:extLst>
              <a:ext uri="{FF2B5EF4-FFF2-40B4-BE49-F238E27FC236}">
                <a16:creationId xmlns:a16="http://schemas.microsoft.com/office/drawing/2014/main" id="{141BB379-F29B-C33D-98FF-8F341BADEE0C}"/>
              </a:ext>
            </a:extLst>
          </p:cNvPr>
          <p:cNvSpPr>
            <a:spLocks noChangeArrowheads="1"/>
          </p:cNvSpPr>
          <p:nvPr userDrawn="1">
            <p:custDataLst>
              <p:tags r:id="rId8"/>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spTree>
    <p:extLst>
      <p:ext uri="{BB962C8B-B14F-4D97-AF65-F5344CB8AC3E}">
        <p14:creationId xmlns:p14="http://schemas.microsoft.com/office/powerpoint/2010/main" val="42615521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8046469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5065776" cy="400110"/>
          </a:xfrm>
        </p:spPr>
        <p:txBody>
          <a:bodyPr vert="horz" anchor="t" anchorCtr="0">
            <a:spAutoFit/>
          </a:bodyPr>
          <a:lstStyle>
            <a:lvl1pPr rtl="0">
              <a:defRPr lang="en-US" sz="2600" b="1" kern="1200" spc="0" baseline="0" smtClean="0">
                <a:ln w="6350" cap="flat">
                  <a:noFill/>
                  <a:miter lim="800000"/>
                </a:ln>
                <a:solidFill>
                  <a:schemeClr val="tx2"/>
                </a:solidFill>
                <a:latin typeface="+mj-lt"/>
                <a:ea typeface="+mj-ea"/>
                <a:cs typeface="+mj-cs"/>
              </a:defRPr>
            </a:lvl1pPr>
          </a:lstStyle>
          <a:p>
            <a:r>
              <a:rPr lang="it-IT"/>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554736" y="613387"/>
            <a:ext cx="5065776" cy="246221"/>
          </a:xfrm>
          <a:prstGeom prst="rect">
            <a:avLst/>
          </a:prstGeom>
        </p:spPr>
        <p:txBody>
          <a:bodyPr wrap="square">
            <a:spAutoFit/>
          </a:bodyPr>
          <a:lstStyle>
            <a:lvl1pPr marL="0" indent="0" algn="l" rtl="0">
              <a:buNone/>
              <a:defRPr sz="1600" b="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pic>
        <p:nvPicPr>
          <p:cNvPr id="12" name="Graphic 11">
            <a:extLst>
              <a:ext uri="{FF2B5EF4-FFF2-40B4-BE49-F238E27FC236}">
                <a16:creationId xmlns:a16="http://schemas.microsoft.com/office/drawing/2014/main" id="{4B725879-BEA5-481C-A613-2C4975FCB31D}"/>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9887857" y="6278544"/>
            <a:ext cx="1746379" cy="196048"/>
          </a:xfrm>
          <a:prstGeom prst="rect">
            <a:avLst/>
          </a:prstGeom>
        </p:spPr>
      </p:pic>
      <p:sp>
        <p:nvSpPr>
          <p:cNvPr id="2" name="Slide Number">
            <a:extLst>
              <a:ext uri="{FF2B5EF4-FFF2-40B4-BE49-F238E27FC236}">
                <a16:creationId xmlns:a16="http://schemas.microsoft.com/office/drawing/2014/main" id="{39B2C406-AD35-DAA1-0163-EB4D9C82E92F}"/>
              </a:ext>
            </a:extLst>
          </p:cNvPr>
          <p:cNvSpPr>
            <a:spLocks noChangeArrowheads="1"/>
          </p:cNvSpPr>
          <p:nvPr userDrawn="1">
            <p:custDataLst>
              <p:tags r:id="rId8"/>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spTree>
    <p:extLst>
      <p:ext uri="{BB962C8B-B14F-4D97-AF65-F5344CB8AC3E}">
        <p14:creationId xmlns:p14="http://schemas.microsoft.com/office/powerpoint/2010/main" val="42121771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4497107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5050971" y="0"/>
            <a:ext cx="7141029"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4111607" cy="800219"/>
          </a:xfrm>
        </p:spPr>
        <p:txBody>
          <a:bodyPr vert="horz" wrap="square" anchor="t" anchorCtr="0">
            <a:noAutofit/>
          </a:bodyPr>
          <a:lstStyle>
            <a:lvl1pPr rtl="0">
              <a:defRPr lang="en-US" sz="2600" b="1" kern="1200" spc="0" baseline="0" smtClean="0">
                <a:ln w="6350" cap="flat">
                  <a:noFill/>
                  <a:miter lim="800000"/>
                </a:ln>
                <a:solidFill>
                  <a:schemeClr val="tx2"/>
                </a:solidFill>
                <a:latin typeface="+mj-lt"/>
                <a:ea typeface="+mj-ea"/>
                <a:cs typeface="+mj-cs"/>
              </a:defRPr>
            </a:lvl1pPr>
          </a:lstStyle>
          <a:p>
            <a:r>
              <a:rPr lang="it-IT"/>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554737" y="613387"/>
            <a:ext cx="4111607" cy="246221"/>
          </a:xfrm>
          <a:prstGeom prst="rect">
            <a:avLst/>
          </a:prstGeom>
        </p:spPr>
        <p:txBody>
          <a:bodyPr wrap="square">
            <a:noAutofit/>
          </a:bodyPr>
          <a:lstStyle>
            <a:lvl1pPr marL="0" indent="0" algn="l" rtl="0">
              <a:buNone/>
              <a:defRPr sz="1600" b="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pic>
        <p:nvPicPr>
          <p:cNvPr id="12" name="Graphic 11">
            <a:extLst>
              <a:ext uri="{FF2B5EF4-FFF2-40B4-BE49-F238E27FC236}">
                <a16:creationId xmlns:a16="http://schemas.microsoft.com/office/drawing/2014/main" id="{4B725879-BEA5-481C-A613-2C4975FCB31D}"/>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9887857" y="6278544"/>
            <a:ext cx="1746379" cy="196048"/>
          </a:xfrm>
          <a:prstGeom prst="rect">
            <a:avLst/>
          </a:prstGeom>
        </p:spPr>
      </p:pic>
      <p:sp>
        <p:nvSpPr>
          <p:cNvPr id="11" name="Slide Number">
            <a:extLst>
              <a:ext uri="{FF2B5EF4-FFF2-40B4-BE49-F238E27FC236}">
                <a16:creationId xmlns:a16="http://schemas.microsoft.com/office/drawing/2014/main" id="{6023F3F7-5411-4AEA-BFEB-DA3EB10740C0}"/>
              </a:ext>
            </a:extLst>
          </p:cNvPr>
          <p:cNvSpPr txBox="1">
            <a:spLocks/>
          </p:cNvSpPr>
          <p:nvPr userDrawn="1"/>
        </p:nvSpPr>
        <p:spPr>
          <a:xfrm>
            <a:off x="11865465" y="6656700"/>
            <a:ext cx="284012" cy="155496"/>
          </a:xfrm>
          <a:prstGeom prst="rect">
            <a:avLst/>
          </a:prstGeom>
        </p:spPr>
        <p:txBody>
          <a:bodyPr vert="horz" wrap="none" lIns="0" tIns="0" rIns="0" bIns="0" rtlCol="0" anchor="ctr">
            <a:noAutofit/>
          </a:bodyPr>
          <a:lstStyle>
            <a:defPPr>
              <a:defRPr lang="en-US"/>
            </a:defPPr>
            <a:lvl1pPr>
              <a:defRPr lang="en-US" sz="1000" baseline="0" smtClean="0">
                <a:latin typeface="+mn-lt"/>
              </a:defRPr>
            </a:lvl1pPr>
          </a:lstStyle>
          <a:p>
            <a:pPr algn="ctr" rtl="0"/>
            <a:fld id="{42C328C1-A84F-4A39-A664-DBA00541A8C6}" type="slidenum">
              <a:rPr lang="it-IT" sz="1020" b="0" smtClean="0">
                <a:solidFill>
                  <a:schemeClr val="tx2"/>
                </a:solidFill>
                <a:latin typeface="Century Gothic" panose="020B0502020202020204" pitchFamily="34" charset="0"/>
                <a:sym typeface="Century Gothic" panose="020B0502020202020204" pitchFamily="34" charset="0"/>
              </a:rPr>
              <a:pPr algn="ctr" rtl="0"/>
              <a:t>‹#›</a:t>
            </a:fld>
            <a:endParaRPr lang="it-IT" sz="1020" b="0">
              <a:solidFill>
                <a:schemeClr val="tx2"/>
              </a:solidFill>
              <a:latin typeface="Century Gothic" panose="020B0502020202020204" pitchFamily="34" charset="0"/>
              <a:sym typeface="Century Gothic" panose="020B0502020202020204" pitchFamily="34" charset="0"/>
            </a:endParaRPr>
          </a:p>
        </p:txBody>
      </p:sp>
    </p:spTree>
    <p:extLst>
      <p:ext uri="{BB962C8B-B14F-4D97-AF65-F5344CB8AC3E}">
        <p14:creationId xmlns:p14="http://schemas.microsoft.com/office/powerpoint/2010/main" val="27837546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18381749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72" imgH="588" progId="TCLayout.ActiveDocument.1">
                  <p:embed/>
                </p:oleObj>
              </mc:Choice>
              <mc:Fallback>
                <p:oleObj name="think-cell Slide" r:id="rId8"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D668F04-7049-40BA-8D63-D8BBB692131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554736" y="172212"/>
            <a:ext cx="6967728" cy="400110"/>
          </a:xfrm>
        </p:spPr>
        <p:txBody>
          <a:bodyPr vert="horz" wrap="square" lIns="0" tIns="0" rIns="0" bIns="0" rtlCol="0" anchor="t" anchorCtr="0">
            <a:spAutoFit/>
          </a:bodyPr>
          <a:lstStyle>
            <a:lvl1pPr rtl="0">
              <a:defRPr lang="en-US" sz="2600" dirty="0"/>
            </a:lvl1pPr>
          </a:lstStyle>
          <a:p>
            <a:pPr lvl="0"/>
            <a:r>
              <a:rPr lang="it-IT"/>
              <a:t>Click to edit Master title style</a:t>
            </a: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4"/>
            </p:custDataLst>
          </p:nvPr>
        </p:nvSpPr>
        <p:spPr>
          <a:xfrm>
            <a:off x="554736" y="606856"/>
            <a:ext cx="6967728" cy="246221"/>
          </a:xfrm>
          <a:prstGeom prst="rect">
            <a:avLst/>
          </a:prstGeom>
        </p:spPr>
        <p:txBody>
          <a:bodyPr wrap="square">
            <a:spAutoFit/>
          </a:bodyPr>
          <a:lstStyle>
            <a:lvl1pPr marL="0" indent="0" algn="l" rtl="0">
              <a:buNone/>
              <a:defRPr sz="1600" b="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edit Master subtitle style</a:t>
            </a: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5"/>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solidFill>
                  <a:schemeClr val="tx1"/>
                </a:solidFill>
              </a:rPr>
              <a:t>Source: …</a:t>
            </a:r>
          </a:p>
        </p:txBody>
      </p:sp>
      <p:sp>
        <p:nvSpPr>
          <p:cNvPr id="10" name="1. On-page tracker">
            <a:extLst>
              <a:ext uri="{FF2B5EF4-FFF2-40B4-BE49-F238E27FC236}">
                <a16:creationId xmlns:a16="http://schemas.microsoft.com/office/drawing/2014/main" id="{7C393009-0681-4A8F-A1E9-19E10A949DCD}"/>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pic>
        <p:nvPicPr>
          <p:cNvPr id="12" name="Graphic 11">
            <a:extLst>
              <a:ext uri="{FF2B5EF4-FFF2-40B4-BE49-F238E27FC236}">
                <a16:creationId xmlns:a16="http://schemas.microsoft.com/office/drawing/2014/main" id="{64561935-3308-4B00-A7DA-34018C5BD11E}"/>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9887857" y="6278544"/>
            <a:ext cx="1746379" cy="196048"/>
          </a:xfrm>
          <a:prstGeom prst="rect">
            <a:avLst/>
          </a:prstGeom>
        </p:spPr>
      </p:pic>
      <p:sp>
        <p:nvSpPr>
          <p:cNvPr id="11" name="Slide Number">
            <a:extLst>
              <a:ext uri="{FF2B5EF4-FFF2-40B4-BE49-F238E27FC236}">
                <a16:creationId xmlns:a16="http://schemas.microsoft.com/office/drawing/2014/main" id="{6D7DE6F6-A5C1-4B45-9D11-A51F1EE3F731}"/>
              </a:ext>
            </a:extLst>
          </p:cNvPr>
          <p:cNvSpPr txBox="1">
            <a:spLocks/>
          </p:cNvSpPr>
          <p:nvPr userDrawn="1"/>
        </p:nvSpPr>
        <p:spPr>
          <a:xfrm>
            <a:off x="11865465" y="6656700"/>
            <a:ext cx="284012" cy="155496"/>
          </a:xfrm>
          <a:prstGeom prst="rect">
            <a:avLst/>
          </a:prstGeom>
        </p:spPr>
        <p:txBody>
          <a:bodyPr vert="horz" wrap="none" lIns="0" tIns="0" rIns="0" bIns="0" rtlCol="0" anchor="ctr">
            <a:noAutofit/>
          </a:bodyPr>
          <a:lstStyle>
            <a:defPPr>
              <a:defRPr lang="en-US"/>
            </a:defPPr>
            <a:lvl1pPr>
              <a:defRPr lang="en-US" sz="1000" baseline="0" smtClean="0">
                <a:latin typeface="+mn-lt"/>
              </a:defRPr>
            </a:lvl1pPr>
          </a:lstStyle>
          <a:p>
            <a:pPr algn="ctr" rtl="0"/>
            <a:fld id="{42C328C1-A84F-4A39-A664-DBA00541A8C6}" type="slidenum">
              <a:rPr lang="it-IT" sz="1020" b="0" smtClean="0">
                <a:solidFill>
                  <a:schemeClr val="tx2"/>
                </a:solidFill>
                <a:latin typeface="Century Gothic" panose="020B0502020202020204" pitchFamily="34" charset="0"/>
                <a:sym typeface="Century Gothic" panose="020B0502020202020204" pitchFamily="34" charset="0"/>
              </a:rPr>
              <a:pPr algn="ctr" rtl="0"/>
              <a:t>‹#›</a:t>
            </a:fld>
            <a:endParaRPr lang="it-IT" sz="1020" b="0">
              <a:solidFill>
                <a:schemeClr val="tx2"/>
              </a:solidFill>
              <a:latin typeface="Century Gothic" panose="020B0502020202020204" pitchFamily="34" charset="0"/>
              <a:sym typeface="Century Gothic" panose="020B0502020202020204" pitchFamily="34" charset="0"/>
            </a:endParaRPr>
          </a:p>
        </p:txBody>
      </p:sp>
    </p:spTree>
    <p:extLst>
      <p:ext uri="{BB962C8B-B14F-4D97-AF65-F5344CB8AC3E}">
        <p14:creationId xmlns:p14="http://schemas.microsoft.com/office/powerpoint/2010/main" val="1662947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4 ">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30108726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7918704" cy="400110"/>
          </a:xfrm>
        </p:spPr>
        <p:txBody>
          <a:bodyPr vert="horz" wrap="square" lIns="0" tIns="0" rIns="0" bIns="0" rtlCol="0" anchor="t" anchorCtr="0">
            <a:spAutoFit/>
          </a:bodyPr>
          <a:lstStyle>
            <a:lvl1pPr rtl="0">
              <a:defRPr lang="en-US" sz="2600" dirty="0"/>
            </a:lvl1pPr>
          </a:lstStyle>
          <a:p>
            <a:pPr lvl="0"/>
            <a:r>
              <a:rPr lang="it-IT"/>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554736" y="884725"/>
            <a:ext cx="7918704" cy="276999"/>
          </a:xfrm>
          <a:prstGeom prst="rect">
            <a:avLst/>
          </a:prstGeom>
        </p:spPr>
        <p:txBody>
          <a:bodyPr wrap="square">
            <a:spAutoFit/>
          </a:bodyPr>
          <a:lstStyle>
            <a:lvl1pPr marL="0" indent="0" algn="l" rtl="0">
              <a:buNone/>
              <a:defRPr sz="1800" b="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it-IT" sz="800" b="0" i="0" u="none" strike="noStrike" kern="1200" cap="none" spc="0" normalizeH="0" baseline="0" noProof="0">
                <a:ln>
                  <a:noFill/>
                </a:ln>
                <a:solidFill>
                  <a:schemeClr val="tx1"/>
                </a:solidFill>
                <a:effectLst/>
                <a:uLnTx/>
                <a:uFillTx/>
                <a:latin typeface="+mn-lt"/>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DEC2F904-C5C8-4B39-9C46-6CA56144D86A}"/>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pic>
        <p:nvPicPr>
          <p:cNvPr id="12" name="Graphic 11">
            <a:extLst>
              <a:ext uri="{FF2B5EF4-FFF2-40B4-BE49-F238E27FC236}">
                <a16:creationId xmlns:a16="http://schemas.microsoft.com/office/drawing/2014/main" id="{4F97811D-A6DD-42DD-AB4D-BFF4B90A4C1A}"/>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9887857" y="6278544"/>
            <a:ext cx="1746379" cy="196048"/>
          </a:xfrm>
          <a:prstGeom prst="rect">
            <a:avLst/>
          </a:prstGeom>
        </p:spPr>
      </p:pic>
      <p:sp>
        <p:nvSpPr>
          <p:cNvPr id="11" name="Slide Number">
            <a:extLst>
              <a:ext uri="{FF2B5EF4-FFF2-40B4-BE49-F238E27FC236}">
                <a16:creationId xmlns:a16="http://schemas.microsoft.com/office/drawing/2014/main" id="{C73624F7-F319-4DD6-9984-022132F23F26}"/>
              </a:ext>
            </a:extLst>
          </p:cNvPr>
          <p:cNvSpPr txBox="1">
            <a:spLocks/>
          </p:cNvSpPr>
          <p:nvPr userDrawn="1"/>
        </p:nvSpPr>
        <p:spPr>
          <a:xfrm>
            <a:off x="11865465" y="6656700"/>
            <a:ext cx="284012" cy="155496"/>
          </a:xfrm>
          <a:prstGeom prst="rect">
            <a:avLst/>
          </a:prstGeom>
        </p:spPr>
        <p:txBody>
          <a:bodyPr vert="horz" wrap="none" lIns="0" tIns="0" rIns="0" bIns="0" rtlCol="0" anchor="ctr">
            <a:noAutofit/>
          </a:bodyPr>
          <a:lstStyle>
            <a:defPPr>
              <a:defRPr lang="en-US"/>
            </a:defPPr>
            <a:lvl1pPr>
              <a:defRPr lang="en-US" sz="1000" baseline="0" smtClean="0">
                <a:latin typeface="+mn-lt"/>
              </a:defRPr>
            </a:lvl1pPr>
          </a:lstStyle>
          <a:p>
            <a:pPr algn="ctr" rtl="0"/>
            <a:fld id="{42C328C1-A84F-4A39-A664-DBA00541A8C6}" type="slidenum">
              <a:rPr lang="it-IT" sz="1020" b="0" smtClean="0">
                <a:solidFill>
                  <a:schemeClr val="tx2"/>
                </a:solidFill>
                <a:latin typeface="Century Gothic" panose="020B0502020202020204" pitchFamily="34" charset="0"/>
                <a:sym typeface="Century Gothic" panose="020B0502020202020204" pitchFamily="34" charset="0"/>
              </a:rPr>
              <a:pPr algn="ctr" rtl="0"/>
              <a:t>‹#›</a:t>
            </a:fld>
            <a:endParaRPr lang="it-IT" sz="1020" b="0">
              <a:solidFill>
                <a:schemeClr val="tx2"/>
              </a:solidFill>
              <a:latin typeface="Century Gothic" panose="020B0502020202020204" pitchFamily="34" charset="0"/>
              <a:sym typeface="Century Gothic" panose="020B0502020202020204" pitchFamily="34" charset="0"/>
            </a:endParaRPr>
          </a:p>
        </p:txBody>
      </p:sp>
    </p:spTree>
    <p:extLst>
      <p:ext uri="{BB962C8B-B14F-4D97-AF65-F5344CB8AC3E}">
        <p14:creationId xmlns:p14="http://schemas.microsoft.com/office/powerpoint/2010/main" val="38460614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9059548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3600" b="1" i="0" baseline="0">
              <a:solidFill>
                <a:schemeClr val="bg1"/>
              </a:solidFill>
              <a:latin typeface="Century Gothic" panose="020B0502020202020204" pitchFamily="34" charset="0"/>
              <a:ea typeface="+mj-ea"/>
              <a:cs typeface="+mj-cs"/>
              <a:sym typeface="Century Gothic" panose="020B0502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1959097" y="5867859"/>
            <a:ext cx="8319639" cy="307777"/>
          </a:xfrm>
          <a:prstGeom prst="rect">
            <a:avLst/>
          </a:prstGeom>
        </p:spPr>
        <p:txBody>
          <a:bodyPr wrap="square">
            <a:spAutoFit/>
          </a:bodyPr>
          <a:lstStyle>
            <a:lvl1pPr rtl="0">
              <a:buNone/>
              <a:defRPr sz="2000">
                <a:solidFill>
                  <a:schemeClr val="accent6"/>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it-IT"/>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1959097" y="4394808"/>
            <a:ext cx="8319639" cy="369332"/>
          </a:xfrm>
          <a:prstGeom prst="rect">
            <a:avLst/>
          </a:prstGeom>
        </p:spPr>
        <p:txBody>
          <a:bodyPr wrap="square">
            <a:spAutoFit/>
          </a:bodyPr>
          <a:lstStyle>
            <a:lvl1pPr marL="0" indent="0" algn="l" rtl="0">
              <a:buNone/>
              <a:defRPr sz="24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1959097" y="3228671"/>
            <a:ext cx="8319639" cy="553998"/>
          </a:xfrm>
          <a:prstGeom prst="rect">
            <a:avLst/>
          </a:prstGeom>
        </p:spPr>
        <p:txBody>
          <a:bodyPr vert="horz" wrap="square" anchor="t" anchorCtr="0">
            <a:spAutoFit/>
          </a:bodyPr>
          <a:lstStyle>
            <a:lvl1pPr rtl="0">
              <a:defRPr sz="3600" baseline="0">
                <a:ln w="6350" cap="flat">
                  <a:noFill/>
                  <a:miter lim="800000"/>
                </a:ln>
                <a:solidFill>
                  <a:schemeClr val="tx2"/>
                </a:solidFill>
              </a:defRPr>
            </a:lvl1pPr>
          </a:lstStyle>
          <a:p>
            <a:r>
              <a:rPr lang="it-IT"/>
              <a:t>Click to edit Master title style</a:t>
            </a:r>
          </a:p>
        </p:txBody>
      </p:sp>
      <p:sp>
        <p:nvSpPr>
          <p:cNvPr id="8" name="Freeform 9">
            <a:extLst>
              <a:ext uri="{FF2B5EF4-FFF2-40B4-BE49-F238E27FC236}">
                <a16:creationId xmlns:a16="http://schemas.microsoft.com/office/drawing/2014/main" id="{E39D1F23-765B-40D9-9658-C395EE362B4D}"/>
              </a:ext>
            </a:extLst>
          </p:cNvPr>
          <p:cNvSpPr/>
          <p:nvPr userDrawn="1"/>
        </p:nvSpPr>
        <p:spPr>
          <a:xfrm>
            <a:off x="3176" y="-3174"/>
            <a:ext cx="5974556" cy="1026051"/>
          </a:xfrm>
          <a:custGeom>
            <a:avLst/>
            <a:gdLst>
              <a:gd name="connsiteX0" fmla="*/ 0 w 9105900"/>
              <a:gd name="connsiteY0" fmla="*/ 0 h 1536700"/>
              <a:gd name="connsiteX1" fmla="*/ 266700 w 9105900"/>
              <a:gd name="connsiteY1" fmla="*/ 1536700 h 1536700"/>
              <a:gd name="connsiteX2" fmla="*/ 9105900 w 9105900"/>
              <a:gd name="connsiteY2" fmla="*/ 25400 h 1536700"/>
              <a:gd name="connsiteX3" fmla="*/ 0 w 9105900"/>
              <a:gd name="connsiteY3" fmla="*/ 0 h 1536700"/>
              <a:gd name="connsiteX0" fmla="*/ 0 w 9133976"/>
              <a:gd name="connsiteY0" fmla="*/ 2309 h 1539009"/>
              <a:gd name="connsiteX1" fmla="*/ 266700 w 9133976"/>
              <a:gd name="connsiteY1" fmla="*/ 1539009 h 1539009"/>
              <a:gd name="connsiteX2" fmla="*/ 9133976 w 9133976"/>
              <a:gd name="connsiteY2" fmla="*/ 0 h 1539009"/>
              <a:gd name="connsiteX3" fmla="*/ 0 w 9133976"/>
              <a:gd name="connsiteY3" fmla="*/ 2309 h 1539009"/>
            </a:gdLst>
            <a:ahLst/>
            <a:cxnLst>
              <a:cxn ang="0">
                <a:pos x="connsiteX0" y="connsiteY0"/>
              </a:cxn>
              <a:cxn ang="0">
                <a:pos x="connsiteX1" y="connsiteY1"/>
              </a:cxn>
              <a:cxn ang="0">
                <a:pos x="connsiteX2" y="connsiteY2"/>
              </a:cxn>
              <a:cxn ang="0">
                <a:pos x="connsiteX3" y="connsiteY3"/>
              </a:cxn>
            </a:cxnLst>
            <a:rect l="l" t="t" r="r" b="b"/>
            <a:pathLst>
              <a:path w="9133976" h="1539009">
                <a:moveTo>
                  <a:pt x="0" y="2309"/>
                </a:moveTo>
                <a:lnTo>
                  <a:pt x="266700" y="1539009"/>
                </a:lnTo>
                <a:lnTo>
                  <a:pt x="9133976" y="0"/>
                </a:lnTo>
                <a:lnTo>
                  <a:pt x="0" y="2309"/>
                </a:lnTo>
                <a:close/>
              </a:path>
            </a:pathLst>
          </a:custGeom>
          <a:solidFill>
            <a:srgbClr val="406B9B"/>
          </a:solidFill>
          <a:ln w="9525" cap="flat" cmpd="sng" algn="ctr">
            <a:noFill/>
            <a:prstDash val="solid"/>
          </a:ln>
          <a:effectLst/>
        </p:spPr>
        <p:txBody>
          <a:bodyPr wrap="square"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t-IT" sz="1600" b="0" i="0" u="none" strike="noStrike" kern="0" cap="none" spc="0" normalizeH="0" baseline="0" noProof="0">
              <a:ln>
                <a:noFill/>
              </a:ln>
              <a:solidFill>
                <a:srgbClr val="FFFFFF"/>
              </a:solidFill>
              <a:effectLst/>
              <a:uLnTx/>
              <a:uFillTx/>
              <a:latin typeface="Century Gothic" panose="020F0302020204030204"/>
              <a:ea typeface="+mn-ea"/>
              <a:cs typeface="+mn-cs"/>
              <a:sym typeface="Century Gothic" panose="020B0502020202020204" pitchFamily="34" charset="0"/>
            </a:endParaRPr>
          </a:p>
        </p:txBody>
      </p:sp>
      <p:pic>
        <p:nvPicPr>
          <p:cNvPr id="9" name="Graphic 8">
            <a:extLst>
              <a:ext uri="{FF2B5EF4-FFF2-40B4-BE49-F238E27FC236}">
                <a16:creationId xmlns:a16="http://schemas.microsoft.com/office/drawing/2014/main" id="{A9DF8378-5795-48CE-A1D0-68410D2839EA}"/>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1959097" y="2492679"/>
            <a:ext cx="4405950" cy="494609"/>
          </a:xfrm>
          <a:prstGeom prst="rect">
            <a:avLst/>
          </a:prstGeom>
        </p:spPr>
      </p:pic>
    </p:spTree>
    <p:extLst>
      <p:ext uri="{BB962C8B-B14F-4D97-AF65-F5344CB8AC3E}">
        <p14:creationId xmlns:p14="http://schemas.microsoft.com/office/powerpoint/2010/main" val="8852842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24949939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4"/>
            </p:custDataLst>
          </p:nvPr>
        </p:nvSpPr>
        <p:spPr>
          <a:xfrm>
            <a:off x="554736" y="2332889"/>
            <a:ext cx="2514600" cy="1200329"/>
          </a:xfrm>
        </p:spPr>
        <p:txBody>
          <a:bodyPr vert="horz" wrap="square" lIns="0" tIns="0" rIns="0" bIns="0" rtlCol="0" anchor="t" anchorCtr="0">
            <a:spAutoFit/>
          </a:bodyPr>
          <a:lstStyle>
            <a:lvl1pPr rtl="0">
              <a:defRPr lang="en-US" sz="2600" dirty="0"/>
            </a:lvl1pPr>
          </a:lstStyle>
          <a:p>
            <a:pPr lvl="0"/>
            <a:r>
              <a:rPr lang="it-IT"/>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5"/>
            </p:custDataLst>
          </p:nvPr>
        </p:nvSpPr>
        <p:spPr>
          <a:xfrm>
            <a:off x="554736" y="3659644"/>
            <a:ext cx="2514600" cy="492443"/>
          </a:xfrm>
          <a:prstGeom prst="rect">
            <a:avLst/>
          </a:prstGeom>
        </p:spPr>
        <p:txBody>
          <a:bodyPr wrap="square">
            <a:spAutoFit/>
          </a:bodyPr>
          <a:lstStyle>
            <a:lvl1pPr marL="0" indent="0" algn="l" rtl="0">
              <a:buNone/>
              <a:defRPr sz="1600" b="0">
                <a:solidFill>
                  <a:schemeClr val="accent6"/>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it-IT"/>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7"/>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pic>
        <p:nvPicPr>
          <p:cNvPr id="13" name="Graphic 12">
            <a:extLst>
              <a:ext uri="{FF2B5EF4-FFF2-40B4-BE49-F238E27FC236}">
                <a16:creationId xmlns:a16="http://schemas.microsoft.com/office/drawing/2014/main" id="{41A70D8E-E59B-460A-8D0B-43407144959D}"/>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9887857" y="6278544"/>
            <a:ext cx="1746379" cy="196048"/>
          </a:xfrm>
          <a:prstGeom prst="rect">
            <a:avLst/>
          </a:prstGeom>
        </p:spPr>
      </p:pic>
      <p:sp>
        <p:nvSpPr>
          <p:cNvPr id="12" name="Slide Number">
            <a:extLst>
              <a:ext uri="{FF2B5EF4-FFF2-40B4-BE49-F238E27FC236}">
                <a16:creationId xmlns:a16="http://schemas.microsoft.com/office/drawing/2014/main" id="{A32DC8A7-B02E-4974-9289-9F7AF00A10D2}"/>
              </a:ext>
            </a:extLst>
          </p:cNvPr>
          <p:cNvSpPr txBox="1">
            <a:spLocks/>
          </p:cNvSpPr>
          <p:nvPr userDrawn="1"/>
        </p:nvSpPr>
        <p:spPr>
          <a:xfrm>
            <a:off x="11865465" y="6656700"/>
            <a:ext cx="284012" cy="155496"/>
          </a:xfrm>
          <a:prstGeom prst="rect">
            <a:avLst/>
          </a:prstGeom>
        </p:spPr>
        <p:txBody>
          <a:bodyPr vert="horz" wrap="none" lIns="0" tIns="0" rIns="0" bIns="0" rtlCol="0" anchor="ctr">
            <a:noAutofit/>
          </a:bodyPr>
          <a:lstStyle>
            <a:defPPr>
              <a:defRPr lang="en-US"/>
            </a:defPPr>
            <a:lvl1pPr>
              <a:defRPr lang="en-US" sz="1000" baseline="0" smtClean="0">
                <a:latin typeface="+mn-lt"/>
              </a:defRPr>
            </a:lvl1pPr>
          </a:lstStyle>
          <a:p>
            <a:pPr algn="ctr" rtl="0"/>
            <a:fld id="{42C328C1-A84F-4A39-A664-DBA00541A8C6}" type="slidenum">
              <a:rPr lang="it-IT" sz="1020" b="0" smtClean="0">
                <a:solidFill>
                  <a:schemeClr val="tx2"/>
                </a:solidFill>
                <a:latin typeface="Century Gothic" panose="020B0502020202020204" pitchFamily="34" charset="0"/>
                <a:sym typeface="Century Gothic" panose="020B0502020202020204" pitchFamily="34" charset="0"/>
              </a:rPr>
              <a:pPr algn="ctr" rtl="0"/>
              <a:t>‹#›</a:t>
            </a:fld>
            <a:endParaRPr lang="it-IT" sz="1020" b="0">
              <a:solidFill>
                <a:schemeClr val="tx2"/>
              </a:solidFill>
              <a:latin typeface="Century Gothic" panose="020B0502020202020204" pitchFamily="34" charset="0"/>
              <a:sym typeface="Century Gothic" panose="020B0502020202020204" pitchFamily="34" charset="0"/>
            </a:endParaRPr>
          </a:p>
        </p:txBody>
      </p:sp>
    </p:spTree>
    <p:extLst>
      <p:ext uri="{BB962C8B-B14F-4D97-AF65-F5344CB8AC3E}">
        <p14:creationId xmlns:p14="http://schemas.microsoft.com/office/powerpoint/2010/main" val="7229050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31362220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4"/>
            </p:custDataLst>
          </p:nvPr>
        </p:nvSpPr>
        <p:spPr>
          <a:xfrm>
            <a:off x="554736" y="2744369"/>
            <a:ext cx="3465576" cy="800219"/>
          </a:xfrm>
          <a:prstGeom prst="rect">
            <a:avLst/>
          </a:prstGeom>
        </p:spPr>
        <p:txBody>
          <a:bodyPr vert="horz" wrap="square" lIns="0" tIns="0" rIns="0" bIns="0" rtlCol="0" anchor="t" anchorCtr="0">
            <a:spAutoFit/>
          </a:bodyPr>
          <a:lstStyle>
            <a:lvl1pPr rtl="0">
              <a:defRPr lang="en-US" sz="2600" dirty="0"/>
            </a:lvl1pPr>
          </a:lstStyle>
          <a:p>
            <a:pPr lvl="0"/>
            <a:r>
              <a:rPr lang="it-IT"/>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5"/>
            </p:custDataLst>
          </p:nvPr>
        </p:nvSpPr>
        <p:spPr>
          <a:xfrm>
            <a:off x="554735" y="3659644"/>
            <a:ext cx="3465575" cy="246221"/>
          </a:xfrm>
          <a:prstGeom prst="rect">
            <a:avLst/>
          </a:prstGeom>
        </p:spPr>
        <p:txBody>
          <a:bodyPr wrap="square">
            <a:spAutoFit/>
          </a:bodyPr>
          <a:lstStyle>
            <a:lvl1pPr marL="0" indent="0" algn="l" rtl="0">
              <a:buNone/>
              <a:defRPr sz="1600" b="0">
                <a:solidFill>
                  <a:schemeClr val="accent6"/>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it-IT"/>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7"/>
            </p:custDataLst>
          </p:nvPr>
        </p:nvSpPr>
        <p:spPr>
          <a:xfrm>
            <a:off x="554735" y="41597"/>
            <a:ext cx="3465577"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pic>
        <p:nvPicPr>
          <p:cNvPr id="12" name="Graphic 11">
            <a:extLst>
              <a:ext uri="{FF2B5EF4-FFF2-40B4-BE49-F238E27FC236}">
                <a16:creationId xmlns:a16="http://schemas.microsoft.com/office/drawing/2014/main" id="{E1453BE1-6709-43B1-8A63-B5A89B1371CC}"/>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9887857" y="6278544"/>
            <a:ext cx="1746379" cy="196048"/>
          </a:xfrm>
          <a:prstGeom prst="rect">
            <a:avLst/>
          </a:prstGeom>
        </p:spPr>
      </p:pic>
      <p:sp>
        <p:nvSpPr>
          <p:cNvPr id="2" name="Slide Number">
            <a:extLst>
              <a:ext uri="{FF2B5EF4-FFF2-40B4-BE49-F238E27FC236}">
                <a16:creationId xmlns:a16="http://schemas.microsoft.com/office/drawing/2014/main" id="{141BB379-F29B-C33D-98FF-8F341BADEE0C}"/>
              </a:ext>
            </a:extLst>
          </p:cNvPr>
          <p:cNvSpPr>
            <a:spLocks noChangeArrowheads="1"/>
          </p:cNvSpPr>
          <p:nvPr userDrawn="1">
            <p:custDataLst>
              <p:tags r:id="rId8"/>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spTree>
    <p:extLst>
      <p:ext uri="{BB962C8B-B14F-4D97-AF65-F5344CB8AC3E}">
        <p14:creationId xmlns:p14="http://schemas.microsoft.com/office/powerpoint/2010/main" val="25769522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8046469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5065776" cy="400110"/>
          </a:xfrm>
        </p:spPr>
        <p:txBody>
          <a:bodyPr vert="horz" anchor="t" anchorCtr="0">
            <a:spAutoFit/>
          </a:bodyPr>
          <a:lstStyle>
            <a:lvl1pPr rtl="0">
              <a:defRPr lang="en-US" sz="2600" b="1" kern="1200" spc="0" baseline="0" smtClean="0">
                <a:ln w="6350" cap="flat">
                  <a:noFill/>
                  <a:miter lim="800000"/>
                </a:ln>
                <a:solidFill>
                  <a:schemeClr val="tx2"/>
                </a:solidFill>
                <a:latin typeface="+mj-lt"/>
                <a:ea typeface="+mj-ea"/>
                <a:cs typeface="+mj-cs"/>
              </a:defRPr>
            </a:lvl1pPr>
          </a:lstStyle>
          <a:p>
            <a:r>
              <a:rPr lang="it-IT"/>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554736" y="613387"/>
            <a:ext cx="5065776" cy="246221"/>
          </a:xfrm>
          <a:prstGeom prst="rect">
            <a:avLst/>
          </a:prstGeom>
        </p:spPr>
        <p:txBody>
          <a:bodyPr wrap="square">
            <a:spAutoFit/>
          </a:bodyPr>
          <a:lstStyle>
            <a:lvl1pPr marL="0" indent="0" algn="l" rtl="0">
              <a:buNone/>
              <a:defRPr sz="1600" b="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pic>
        <p:nvPicPr>
          <p:cNvPr id="12" name="Graphic 11">
            <a:extLst>
              <a:ext uri="{FF2B5EF4-FFF2-40B4-BE49-F238E27FC236}">
                <a16:creationId xmlns:a16="http://schemas.microsoft.com/office/drawing/2014/main" id="{4B725879-BEA5-481C-A613-2C4975FCB31D}"/>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9887857" y="6278544"/>
            <a:ext cx="1746379" cy="196048"/>
          </a:xfrm>
          <a:prstGeom prst="rect">
            <a:avLst/>
          </a:prstGeom>
        </p:spPr>
      </p:pic>
      <p:sp>
        <p:nvSpPr>
          <p:cNvPr id="2" name="Slide Number">
            <a:extLst>
              <a:ext uri="{FF2B5EF4-FFF2-40B4-BE49-F238E27FC236}">
                <a16:creationId xmlns:a16="http://schemas.microsoft.com/office/drawing/2014/main" id="{39B2C406-AD35-DAA1-0163-EB4D9C82E92F}"/>
              </a:ext>
            </a:extLst>
          </p:cNvPr>
          <p:cNvSpPr>
            <a:spLocks noChangeArrowheads="1"/>
          </p:cNvSpPr>
          <p:nvPr userDrawn="1">
            <p:custDataLst>
              <p:tags r:id="rId8"/>
            </p:custDataLst>
          </p:nvPr>
        </p:nvSpPr>
        <p:spPr bwMode="black">
          <a:xfrm>
            <a:off x="11716784" y="172212"/>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t-IT" sz="900" b="0" smtClean="0">
                <a:solidFill>
                  <a:schemeClr val="accent6"/>
                </a:solidFill>
                <a:latin typeface="+mn-lt"/>
                <a:ea typeface="+mn-ea"/>
                <a:cs typeface="Arial" panose="020B0604020202020204" pitchFamily="34" charset="0"/>
              </a:rPr>
              <a:pPr algn="r" defTabSz="610744" rtl="0" fontAlgn="auto">
                <a:spcBef>
                  <a:spcPts val="0"/>
                </a:spcBef>
                <a:spcAft>
                  <a:spcPts val="0"/>
                </a:spcAft>
                <a:defRPr/>
              </a:pPr>
              <a:t>‹#›</a:t>
            </a:fld>
            <a:endParaRPr lang="it-IT" sz="900" b="0">
              <a:solidFill>
                <a:schemeClr val="accent6"/>
              </a:solidFill>
              <a:latin typeface="+mn-lt"/>
              <a:ea typeface="+mn-ea"/>
              <a:cs typeface="Arial" panose="020B0604020202020204" pitchFamily="34" charset="0"/>
            </a:endParaRPr>
          </a:p>
        </p:txBody>
      </p:sp>
    </p:spTree>
    <p:extLst>
      <p:ext uri="{BB962C8B-B14F-4D97-AF65-F5344CB8AC3E}">
        <p14:creationId xmlns:p14="http://schemas.microsoft.com/office/powerpoint/2010/main" val="21423689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4497107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5050971" y="0"/>
            <a:ext cx="7141029"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554736" y="172212"/>
            <a:ext cx="4111607" cy="800219"/>
          </a:xfrm>
        </p:spPr>
        <p:txBody>
          <a:bodyPr vert="horz" wrap="square" anchor="t" anchorCtr="0">
            <a:noAutofit/>
          </a:bodyPr>
          <a:lstStyle>
            <a:lvl1pPr rtl="0">
              <a:defRPr lang="en-US" sz="2600" b="1" kern="1200" spc="0" baseline="0" smtClean="0">
                <a:ln w="6350" cap="flat">
                  <a:noFill/>
                  <a:miter lim="800000"/>
                </a:ln>
                <a:solidFill>
                  <a:schemeClr val="tx2"/>
                </a:solidFill>
                <a:latin typeface="+mj-lt"/>
                <a:ea typeface="+mj-ea"/>
                <a:cs typeface="+mj-cs"/>
              </a:defRPr>
            </a:lvl1pPr>
          </a:lstStyle>
          <a:p>
            <a:r>
              <a:rPr lang="it-IT"/>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554737" y="613387"/>
            <a:ext cx="4111607" cy="246221"/>
          </a:xfrm>
          <a:prstGeom prst="rect">
            <a:avLst/>
          </a:prstGeom>
        </p:spPr>
        <p:txBody>
          <a:bodyPr wrap="square">
            <a:noAutofit/>
          </a:bodyPr>
          <a:lstStyle>
            <a:lvl1pPr marL="0" indent="0" algn="l" rtl="0">
              <a:buNone/>
              <a:defRPr sz="1600" b="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t-IT" sz="800"/>
              <a:t>Source: …</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accent6"/>
                </a:solidFill>
                <a:cs typeface="+mn-cs"/>
              </a:defRPr>
            </a:lvl1pPr>
          </a:lstStyle>
          <a:p>
            <a:pPr lvl="0">
              <a:buNone/>
            </a:pPr>
            <a:r>
              <a:rPr lang="it-IT"/>
              <a:t>Add tracker</a:t>
            </a:r>
          </a:p>
        </p:txBody>
      </p:sp>
      <p:pic>
        <p:nvPicPr>
          <p:cNvPr id="12" name="Graphic 11">
            <a:extLst>
              <a:ext uri="{FF2B5EF4-FFF2-40B4-BE49-F238E27FC236}">
                <a16:creationId xmlns:a16="http://schemas.microsoft.com/office/drawing/2014/main" id="{4B725879-BEA5-481C-A613-2C4975FCB31D}"/>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9887857" y="6278544"/>
            <a:ext cx="1746379" cy="196048"/>
          </a:xfrm>
          <a:prstGeom prst="rect">
            <a:avLst/>
          </a:prstGeom>
        </p:spPr>
      </p:pic>
      <p:sp>
        <p:nvSpPr>
          <p:cNvPr id="11" name="Slide Number">
            <a:extLst>
              <a:ext uri="{FF2B5EF4-FFF2-40B4-BE49-F238E27FC236}">
                <a16:creationId xmlns:a16="http://schemas.microsoft.com/office/drawing/2014/main" id="{6023F3F7-5411-4AEA-BFEB-DA3EB10740C0}"/>
              </a:ext>
            </a:extLst>
          </p:cNvPr>
          <p:cNvSpPr txBox="1">
            <a:spLocks/>
          </p:cNvSpPr>
          <p:nvPr userDrawn="1"/>
        </p:nvSpPr>
        <p:spPr>
          <a:xfrm>
            <a:off x="11865465" y="6656700"/>
            <a:ext cx="284012" cy="155496"/>
          </a:xfrm>
          <a:prstGeom prst="rect">
            <a:avLst/>
          </a:prstGeom>
        </p:spPr>
        <p:txBody>
          <a:bodyPr vert="horz" wrap="none" lIns="0" tIns="0" rIns="0" bIns="0" rtlCol="0" anchor="ctr">
            <a:noAutofit/>
          </a:bodyPr>
          <a:lstStyle>
            <a:defPPr>
              <a:defRPr lang="en-US"/>
            </a:defPPr>
            <a:lvl1pPr>
              <a:defRPr lang="en-US" sz="1000" baseline="0" smtClean="0">
                <a:latin typeface="+mn-lt"/>
              </a:defRPr>
            </a:lvl1pPr>
          </a:lstStyle>
          <a:p>
            <a:pPr algn="ctr" rtl="0"/>
            <a:fld id="{42C328C1-A84F-4A39-A664-DBA00541A8C6}" type="slidenum">
              <a:rPr lang="it-IT" sz="1020" b="0" smtClean="0">
                <a:solidFill>
                  <a:schemeClr val="tx2"/>
                </a:solidFill>
                <a:latin typeface="Century Gothic" panose="020B0502020202020204" pitchFamily="34" charset="0"/>
                <a:sym typeface="Century Gothic" panose="020B0502020202020204" pitchFamily="34" charset="0"/>
              </a:rPr>
              <a:pPr algn="ctr" rtl="0"/>
              <a:t>‹#›</a:t>
            </a:fld>
            <a:endParaRPr lang="it-IT" sz="1020" b="0">
              <a:solidFill>
                <a:schemeClr val="tx2"/>
              </a:solidFill>
              <a:latin typeface="Century Gothic" panose="020B0502020202020204" pitchFamily="34" charset="0"/>
              <a:sym typeface="Century Gothic" panose="020B0502020202020204" pitchFamily="34" charset="0"/>
            </a:endParaRPr>
          </a:p>
        </p:txBody>
      </p:sp>
    </p:spTree>
    <p:extLst>
      <p:ext uri="{BB962C8B-B14F-4D97-AF65-F5344CB8AC3E}">
        <p14:creationId xmlns:p14="http://schemas.microsoft.com/office/powerpoint/2010/main" val="1920004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Diapositiva base">
    <p:spTree>
      <p:nvGrpSpPr>
        <p:cNvPr id="1" name=""/>
        <p:cNvGrpSpPr/>
        <p:nvPr/>
      </p:nvGrpSpPr>
      <p:grpSpPr>
        <a:xfrm>
          <a:off x="0" y="0"/>
          <a:ext cx="0" cy="0"/>
          <a:chOff x="0" y="0"/>
          <a:chExt cx="0" cy="0"/>
        </a:xfrm>
      </p:grpSpPr>
      <p:graphicFrame>
        <p:nvGraphicFramePr>
          <p:cNvPr id="4" name="Object 3" hidden="1"/>
          <p:cNvGraphicFramePr>
            <a:graphicFrameLocks/>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Object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5" name="Text Placeholder 4"/>
          <p:cNvSpPr>
            <a:spLocks noGrp="1"/>
          </p:cNvSpPr>
          <p:nvPr>
            <p:ph type="body" sz="quarter" idx="10" hasCustomPrompt="1"/>
          </p:nvPr>
        </p:nvSpPr>
        <p:spPr>
          <a:xfrm>
            <a:off x="600221" y="6487437"/>
            <a:ext cx="8684308" cy="370563"/>
          </a:xfrm>
          <a:prstGeom prst="rect">
            <a:avLst/>
          </a:prstGeom>
        </p:spPr>
        <p:txBody>
          <a:bodyPr lIns="0" tIns="0" rIns="0" bIns="72000" anchor="b">
            <a:normAutofit/>
          </a:bodyPr>
          <a:lstStyle>
            <a:lvl1pPr marL="0" indent="0" rtl="0">
              <a:spcBef>
                <a:spcPts val="0"/>
              </a:spcBef>
              <a:buNone/>
              <a:defRPr sz="800">
                <a:solidFill>
                  <a:schemeClr val="bg1">
                    <a:lumMod val="50000"/>
                  </a:schemeClr>
                </a:solidFill>
                <a:latin typeface="Century Gothic" panose="020B0502020202020204" pitchFamily="34" charset="0"/>
                <a:sym typeface="Century Gothic" panose="020B0502020202020204" pitchFamily="34" charset="0"/>
              </a:defRPr>
            </a:lvl1pPr>
          </a:lstStyle>
          <a:p>
            <a:pPr lvl="0"/>
            <a:r>
              <a:rPr lang="it-IT"/>
              <a:t>1) XXX</a:t>
            </a:r>
          </a:p>
        </p:txBody>
      </p:sp>
      <p:sp>
        <p:nvSpPr>
          <p:cNvPr id="8" name="Rettangolo 3">
            <a:extLst>
              <a:ext uri="{FF2B5EF4-FFF2-40B4-BE49-F238E27FC236}">
                <a16:creationId xmlns:a16="http://schemas.microsoft.com/office/drawing/2014/main" id="{7CC17D46-EA67-4C22-8897-1C3741F1B6C6}"/>
              </a:ext>
            </a:extLst>
          </p:cNvPr>
          <p:cNvSpPr/>
          <p:nvPr userDrawn="1"/>
        </p:nvSpPr>
        <p:spPr>
          <a:xfrm>
            <a:off x="-491737" y="0"/>
            <a:ext cx="360000" cy="360000"/>
          </a:xfrm>
          <a:prstGeom prst="rect">
            <a:avLst/>
          </a:prstGeom>
          <a:solidFill>
            <a:srgbClr val="003A7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eaLnBrk="1" hangingPunct="1">
              <a:defRPr/>
            </a:pPr>
            <a:endParaRPr lang="it-IT"/>
          </a:p>
        </p:txBody>
      </p:sp>
      <p:sp>
        <p:nvSpPr>
          <p:cNvPr id="9" name="Rettangolo 46">
            <a:extLst>
              <a:ext uri="{FF2B5EF4-FFF2-40B4-BE49-F238E27FC236}">
                <a16:creationId xmlns:a16="http://schemas.microsoft.com/office/drawing/2014/main" id="{F6421C30-AAD3-48F7-8C8D-5B95C52BABC9}"/>
              </a:ext>
            </a:extLst>
          </p:cNvPr>
          <p:cNvSpPr/>
          <p:nvPr userDrawn="1"/>
        </p:nvSpPr>
        <p:spPr>
          <a:xfrm>
            <a:off x="-491737" y="490802"/>
            <a:ext cx="360000" cy="360000"/>
          </a:xfrm>
          <a:prstGeom prst="rect">
            <a:avLst/>
          </a:prstGeom>
          <a:solidFill>
            <a:srgbClr val="406B9B"/>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eaLnBrk="1" hangingPunct="1">
              <a:defRPr/>
            </a:pPr>
            <a:endParaRPr lang="it-IT"/>
          </a:p>
        </p:txBody>
      </p:sp>
      <p:sp>
        <p:nvSpPr>
          <p:cNvPr id="10" name="Rettangolo 47">
            <a:extLst>
              <a:ext uri="{FF2B5EF4-FFF2-40B4-BE49-F238E27FC236}">
                <a16:creationId xmlns:a16="http://schemas.microsoft.com/office/drawing/2014/main" id="{71389951-BCB9-4266-92FD-B2A672706F4D}"/>
              </a:ext>
            </a:extLst>
          </p:cNvPr>
          <p:cNvSpPr/>
          <p:nvPr userDrawn="1"/>
        </p:nvSpPr>
        <p:spPr>
          <a:xfrm>
            <a:off x="-491737" y="981604"/>
            <a:ext cx="360000" cy="360000"/>
          </a:xfrm>
          <a:prstGeom prst="rect">
            <a:avLst/>
          </a:prstGeom>
          <a:solidFill>
            <a:srgbClr val="7F9CBC"/>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eaLnBrk="1" hangingPunct="1">
              <a:defRPr/>
            </a:pPr>
            <a:endParaRPr lang="it-IT"/>
          </a:p>
        </p:txBody>
      </p:sp>
      <p:sp>
        <p:nvSpPr>
          <p:cNvPr id="12" name="Rettangolo 48">
            <a:extLst>
              <a:ext uri="{FF2B5EF4-FFF2-40B4-BE49-F238E27FC236}">
                <a16:creationId xmlns:a16="http://schemas.microsoft.com/office/drawing/2014/main" id="{0E96979F-DA46-44A8-B694-1185B3324C75}"/>
              </a:ext>
            </a:extLst>
          </p:cNvPr>
          <p:cNvSpPr/>
          <p:nvPr userDrawn="1"/>
        </p:nvSpPr>
        <p:spPr>
          <a:xfrm>
            <a:off x="-491737" y="1472406"/>
            <a:ext cx="360000" cy="360000"/>
          </a:xfrm>
          <a:prstGeom prst="rect">
            <a:avLst/>
          </a:prstGeom>
          <a:solidFill>
            <a:srgbClr val="BFCEDD"/>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eaLnBrk="1" hangingPunct="1">
              <a:defRPr/>
            </a:pPr>
            <a:endParaRPr lang="it-IT"/>
          </a:p>
        </p:txBody>
      </p:sp>
      <p:sp>
        <p:nvSpPr>
          <p:cNvPr id="13" name="Rettangolo 40">
            <a:extLst>
              <a:ext uri="{FF2B5EF4-FFF2-40B4-BE49-F238E27FC236}">
                <a16:creationId xmlns:a16="http://schemas.microsoft.com/office/drawing/2014/main" id="{1452B4F0-8799-4DA4-A40B-C93344F86ED7}"/>
              </a:ext>
            </a:extLst>
          </p:cNvPr>
          <p:cNvSpPr/>
          <p:nvPr userDrawn="1"/>
        </p:nvSpPr>
        <p:spPr>
          <a:xfrm>
            <a:off x="-491737" y="1963208"/>
            <a:ext cx="360000" cy="360000"/>
          </a:xfrm>
          <a:prstGeom prst="rect">
            <a:avLst/>
          </a:prstGeom>
          <a:solidFill>
            <a:srgbClr val="AAD1E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eaLnBrk="1" hangingPunct="1">
              <a:defRPr/>
            </a:pPr>
            <a:endParaRPr lang="it-IT"/>
          </a:p>
        </p:txBody>
      </p:sp>
      <p:sp>
        <p:nvSpPr>
          <p:cNvPr id="14" name="Rettangolo 105">
            <a:extLst>
              <a:ext uri="{FF2B5EF4-FFF2-40B4-BE49-F238E27FC236}">
                <a16:creationId xmlns:a16="http://schemas.microsoft.com/office/drawing/2014/main" id="{3A2D2CC1-0FBD-42DA-89D0-944C35C9BBD1}"/>
              </a:ext>
            </a:extLst>
          </p:cNvPr>
          <p:cNvSpPr/>
          <p:nvPr userDrawn="1"/>
        </p:nvSpPr>
        <p:spPr>
          <a:xfrm>
            <a:off x="-491737" y="2454010"/>
            <a:ext cx="360000" cy="360000"/>
          </a:xfrm>
          <a:prstGeom prst="rect">
            <a:avLst/>
          </a:prstGeom>
          <a:solidFill>
            <a:srgbClr val="C6E0E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eaLnBrk="1" hangingPunct="1">
              <a:defRPr/>
            </a:pPr>
            <a:endParaRPr lang="it-IT"/>
          </a:p>
        </p:txBody>
      </p:sp>
      <p:sp>
        <p:nvSpPr>
          <p:cNvPr id="15" name="Rettangolo 107">
            <a:extLst>
              <a:ext uri="{FF2B5EF4-FFF2-40B4-BE49-F238E27FC236}">
                <a16:creationId xmlns:a16="http://schemas.microsoft.com/office/drawing/2014/main" id="{66810833-C815-43B7-9B88-C77F95E29AF8}"/>
              </a:ext>
            </a:extLst>
          </p:cNvPr>
          <p:cNvSpPr/>
          <p:nvPr userDrawn="1"/>
        </p:nvSpPr>
        <p:spPr>
          <a:xfrm>
            <a:off x="-491737" y="2944813"/>
            <a:ext cx="360000" cy="360000"/>
          </a:xfrm>
          <a:prstGeom prst="rect">
            <a:avLst/>
          </a:prstGeom>
          <a:solidFill>
            <a:srgbClr val="E2F0F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eaLnBrk="1" hangingPunct="1">
              <a:defRPr/>
            </a:pPr>
            <a:endParaRPr lang="it-IT"/>
          </a:p>
        </p:txBody>
      </p:sp>
      <p:sp>
        <p:nvSpPr>
          <p:cNvPr id="16" name="Rettangolo 107">
            <a:extLst>
              <a:ext uri="{FF2B5EF4-FFF2-40B4-BE49-F238E27FC236}">
                <a16:creationId xmlns:a16="http://schemas.microsoft.com/office/drawing/2014/main" id="{F67E53F3-5002-4EF2-AD84-688F9881E4DC}"/>
              </a:ext>
            </a:extLst>
          </p:cNvPr>
          <p:cNvSpPr/>
          <p:nvPr userDrawn="1"/>
        </p:nvSpPr>
        <p:spPr>
          <a:xfrm>
            <a:off x="-491737" y="3435616"/>
            <a:ext cx="360000" cy="360000"/>
          </a:xfrm>
          <a:prstGeom prst="rect">
            <a:avLst/>
          </a:prstGeom>
          <a:solidFill>
            <a:srgbClr val="F0F7FB"/>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eaLnBrk="1" hangingPunct="1">
              <a:defRPr/>
            </a:pPr>
            <a:endParaRPr lang="it-IT"/>
          </a:p>
        </p:txBody>
      </p:sp>
      <p:pic>
        <p:nvPicPr>
          <p:cNvPr id="17" name="Graphic 16">
            <a:extLst>
              <a:ext uri="{FF2B5EF4-FFF2-40B4-BE49-F238E27FC236}">
                <a16:creationId xmlns:a16="http://schemas.microsoft.com/office/drawing/2014/main" id="{50E31562-4BDF-4BD4-8C16-C41412ECE19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3805" y="6474492"/>
            <a:ext cx="1746379" cy="196048"/>
          </a:xfrm>
          <a:prstGeom prst="rect">
            <a:avLst/>
          </a:prstGeom>
        </p:spPr>
      </p:pic>
      <p:sp>
        <p:nvSpPr>
          <p:cNvPr id="20" name="TextBox 19">
            <a:extLst>
              <a:ext uri="{FF2B5EF4-FFF2-40B4-BE49-F238E27FC236}">
                <a16:creationId xmlns:a16="http://schemas.microsoft.com/office/drawing/2014/main" id="{12C9A618-F6AF-4DF6-B8A7-00BCC905F9AF}"/>
              </a:ext>
            </a:extLst>
          </p:cNvPr>
          <p:cNvSpPr txBox="1"/>
          <p:nvPr userDrawn="1"/>
        </p:nvSpPr>
        <p:spPr>
          <a:xfrm>
            <a:off x="169176" y="6532572"/>
            <a:ext cx="307975" cy="184666"/>
          </a:xfrm>
          <a:prstGeom prst="rect">
            <a:avLst/>
          </a:prstGeom>
          <a:noFill/>
        </p:spPr>
        <p:txBody>
          <a:bodyPr wrap="square" lIns="0" tIns="0" rIns="0" bIns="0" rtlCol="0">
            <a:spAutoFit/>
          </a:bodyPr>
          <a:lstStyle/>
          <a:p>
            <a:pPr marL="0" indent="0" algn="ctr" rtl="0">
              <a:spcBef>
                <a:spcPts val="600"/>
              </a:spcBef>
              <a:buSzPct val="100000"/>
              <a:buFont typeface="Arial"/>
              <a:buNone/>
            </a:pPr>
            <a:fld id="{C58DF478-B544-4ED8-9ED4-6A2648E2D233}" type="slidenum">
              <a:rPr lang="it-IT" sz="1200" noProof="0" smtClean="0">
                <a:solidFill>
                  <a:schemeClr val="tx1"/>
                </a:solidFill>
                <a:latin typeface="Century Gothic" panose="020B0502020202020204" pitchFamily="34" charset="0"/>
                <a:cs typeface="Calibri" panose="020F0502020204030204" pitchFamily="34" charset="0"/>
              </a:rPr>
              <a:pPr marL="0" indent="0" algn="ctr" rtl="0">
                <a:spcBef>
                  <a:spcPts val="600"/>
                </a:spcBef>
                <a:buSzPct val="100000"/>
                <a:buFont typeface="Arial"/>
                <a:buNone/>
              </a:pPr>
              <a:t>‹#›</a:t>
            </a:fld>
            <a:endParaRPr lang="it-IT" sz="1200" noProof="0">
              <a:solidFill>
                <a:schemeClr val="tx1"/>
              </a:solidFill>
              <a:latin typeface="Century Gothic" panose="020B0502020202020204" pitchFamily="34" charset="0"/>
              <a:cs typeface="Calibri" panose="020F0502020204030204" pitchFamily="34" charset="0"/>
            </a:endParaRPr>
          </a:p>
        </p:txBody>
      </p:sp>
      <p:sp>
        <p:nvSpPr>
          <p:cNvPr id="7" name="Titolo 1">
            <a:extLst>
              <a:ext uri="{FF2B5EF4-FFF2-40B4-BE49-F238E27FC236}">
                <a16:creationId xmlns:a16="http://schemas.microsoft.com/office/drawing/2014/main" id="{F9008333-D018-D6BA-840F-A1DC1DD7AB6C}"/>
              </a:ext>
            </a:extLst>
          </p:cNvPr>
          <p:cNvSpPr>
            <a:spLocks noGrp="1"/>
          </p:cNvSpPr>
          <p:nvPr>
            <p:ph type="ctrTitle" hasCustomPrompt="1"/>
          </p:nvPr>
        </p:nvSpPr>
        <p:spPr>
          <a:xfrm>
            <a:off x="499621" y="126128"/>
            <a:ext cx="11514046" cy="765123"/>
          </a:xfrm>
          <a:prstGeom prst="rect">
            <a:avLst/>
          </a:prstGeom>
        </p:spPr>
        <p:txBody>
          <a:bodyPr vert="horz" lIns="0" tIns="0" rIns="0" bIns="0" anchor="t"/>
          <a:lstStyle>
            <a:lvl1pPr algn="l" rtl="0">
              <a:defRPr sz="2200" b="1">
                <a:solidFill>
                  <a:srgbClr val="003A79"/>
                </a:solidFill>
                <a:latin typeface="Century Gothic" pitchFamily="34" charset="0"/>
                <a:cs typeface="Arial"/>
                <a:sym typeface="Century Gothic" panose="020B0502020202020204" pitchFamily="34" charset="0"/>
              </a:defRPr>
            </a:lvl1pPr>
          </a:lstStyle>
          <a:p>
            <a:r>
              <a:rPr lang="it-IT"/>
              <a:t>Fare clic per modificare stile</a:t>
            </a:r>
          </a:p>
        </p:txBody>
      </p:sp>
    </p:spTree>
    <p:extLst>
      <p:ext uri="{BB962C8B-B14F-4D97-AF65-F5344CB8AC3E}">
        <p14:creationId xmlns:p14="http://schemas.microsoft.com/office/powerpoint/2010/main" val="33036364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2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203518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tags" Target="../tags/tag2.xml"/><Relationship Id="rId15" Type="http://schemas.openxmlformats.org/officeDocument/2006/relationships/tags" Target="../tags/tag3.xml"/><Relationship Id="rId16" Type="http://schemas.openxmlformats.org/officeDocument/2006/relationships/tags" Target="../tags/tag4.xml"/><Relationship Id="rId17" Type="http://schemas.openxmlformats.org/officeDocument/2006/relationships/tags" Target="../tags/tag5.xml"/><Relationship Id="rId18" Type="http://schemas.openxmlformats.org/officeDocument/2006/relationships/tags" Target="../tags/tag6.xml"/><Relationship Id="rId19" Type="http://schemas.openxmlformats.org/officeDocument/2006/relationships/tags" Target="../tags/tag7.xml"/><Relationship Id="rId20" Type="http://schemas.openxmlformats.org/officeDocument/2006/relationships/tags" Target="../tags/tag8.xml"/><Relationship Id="rId21" Type="http://schemas.openxmlformats.org/officeDocument/2006/relationships/tags" Target="../tags/tag9.xml"/><Relationship Id="rId22" Type="http://schemas.openxmlformats.org/officeDocument/2006/relationships/tags" Target="../tags/tag10.xml"/><Relationship Id="rId23" Type="http://schemas.openxmlformats.org/officeDocument/2006/relationships/tags" Target="../tags/tag11.xml"/><Relationship Id="rId24" Type="http://schemas.openxmlformats.org/officeDocument/2006/relationships/tags" Target="../tags/tag12.xml"/><Relationship Id="rId25" Type="http://schemas.openxmlformats.org/officeDocument/2006/relationships/tags" Target="../tags/tag13.xml"/><Relationship Id="rId26" Type="http://schemas.openxmlformats.org/officeDocument/2006/relationships/tags" Target="../tags/tag14.xml"/><Relationship Id="rId27" Type="http://schemas.openxmlformats.org/officeDocument/2006/relationships/tags" Target="../tags/tag15.xml"/><Relationship Id="rId28" Type="http://schemas.openxmlformats.org/officeDocument/2006/relationships/tags" Target="../tags/tag16.xml"/><Relationship Id="rId29" Type="http://schemas.openxmlformats.org/officeDocument/2006/relationships/tags" Target="../tags/tag17.xml"/><Relationship Id="rId30" Type="http://schemas.openxmlformats.org/officeDocument/2006/relationships/tags" Target="../tags/tag18.xml"/><Relationship Id="rId31" Type="http://schemas.openxmlformats.org/officeDocument/2006/relationships/tags" Target="../tags/tag19.xml"/><Relationship Id="rId32" Type="http://schemas.openxmlformats.org/officeDocument/2006/relationships/tags" Target="../tags/tag20.xml"/><Relationship Id="rId33" Type="http://schemas.openxmlformats.org/officeDocument/2006/relationships/tags" Target="../tags/tag21.xml"/><Relationship Id="rId34" Type="http://schemas.openxmlformats.org/officeDocument/2006/relationships/tags" Target="../tags/tag22.xml"/><Relationship Id="rId35" Type="http://schemas.openxmlformats.org/officeDocument/2006/relationships/oleObject" Target="../embeddings/oleObject1.bin"/><Relationship Id="rId36" Type="http://schemas.openxmlformats.org/officeDocument/2006/relationships/image" Target="../media/image1.emf"/><Relationship Id="rId37" Type="http://schemas.openxmlformats.org/officeDocument/2006/relationships/image" Target="../media/image2.svg"/><Relationship Id="rId38"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slideLayout" Target="../slideLayouts/slideLayout26.xml"/><Relationship Id="rId15" Type="http://schemas.openxmlformats.org/officeDocument/2006/relationships/slideLayout" Target="../slideLayouts/slideLayout27.xml"/><Relationship Id="rId16" Type="http://schemas.openxmlformats.org/officeDocument/2006/relationships/slideLayout" Target="../slideLayouts/slideLayout28.xml"/><Relationship Id="rId17" Type="http://schemas.openxmlformats.org/officeDocument/2006/relationships/slideLayout" Target="../slideLayouts/slideLayout29.xml"/><Relationship Id="rId18" Type="http://schemas.openxmlformats.org/officeDocument/2006/relationships/slideLayout" Target="../slideLayouts/slideLayout30.xml"/><Relationship Id="rId19" Type="http://schemas.openxmlformats.org/officeDocument/2006/relationships/slideLayout" Target="../slideLayouts/slideLayout31.xml"/><Relationship Id="rId20" Type="http://schemas.openxmlformats.org/officeDocument/2006/relationships/slideLayout" Target="../slideLayouts/slideLayout32.xml"/><Relationship Id="rId21" Type="http://schemas.openxmlformats.org/officeDocument/2006/relationships/theme" Target="../theme/theme2.xml"/><Relationship Id="rId22" Type="http://schemas.openxmlformats.org/officeDocument/2006/relationships/tags" Target="../tags/tag90.xml"/><Relationship Id="rId23" Type="http://schemas.openxmlformats.org/officeDocument/2006/relationships/tags" Target="../tags/tag91.xml"/><Relationship Id="rId24" Type="http://schemas.openxmlformats.org/officeDocument/2006/relationships/tags" Target="../tags/tag92.xml"/><Relationship Id="rId25" Type="http://schemas.openxmlformats.org/officeDocument/2006/relationships/tags" Target="../tags/tag93.xml"/><Relationship Id="rId26" Type="http://schemas.openxmlformats.org/officeDocument/2006/relationships/tags" Target="../tags/tag94.xml"/><Relationship Id="rId27" Type="http://schemas.openxmlformats.org/officeDocument/2006/relationships/tags" Target="../tags/tag95.xml"/><Relationship Id="rId28" Type="http://schemas.openxmlformats.org/officeDocument/2006/relationships/tags" Target="../tags/tag96.xml"/><Relationship Id="rId29" Type="http://schemas.openxmlformats.org/officeDocument/2006/relationships/tags" Target="../tags/tag97.xml"/><Relationship Id="rId30" Type="http://schemas.openxmlformats.org/officeDocument/2006/relationships/tags" Target="../tags/tag98.xml"/><Relationship Id="rId31" Type="http://schemas.openxmlformats.org/officeDocument/2006/relationships/tags" Target="../tags/tag99.xml"/><Relationship Id="rId32" Type="http://schemas.openxmlformats.org/officeDocument/2006/relationships/tags" Target="../tags/tag100.xml"/><Relationship Id="rId33" Type="http://schemas.openxmlformats.org/officeDocument/2006/relationships/tags" Target="../tags/tag101.xml"/><Relationship Id="rId34" Type="http://schemas.openxmlformats.org/officeDocument/2006/relationships/tags" Target="../tags/tag102.xml"/><Relationship Id="rId35" Type="http://schemas.openxmlformats.org/officeDocument/2006/relationships/tags" Target="../tags/tag103.xml"/><Relationship Id="rId36" Type="http://schemas.openxmlformats.org/officeDocument/2006/relationships/tags" Target="../tags/tag104.xml"/><Relationship Id="rId37" Type="http://schemas.openxmlformats.org/officeDocument/2006/relationships/tags" Target="../tags/tag105.xml"/><Relationship Id="rId38" Type="http://schemas.openxmlformats.org/officeDocument/2006/relationships/tags" Target="../tags/tag106.xml"/><Relationship Id="rId39" Type="http://schemas.openxmlformats.org/officeDocument/2006/relationships/tags" Target="../tags/tag107.xml"/><Relationship Id="rId40" Type="http://schemas.openxmlformats.org/officeDocument/2006/relationships/tags" Target="../tags/tag108.xml"/><Relationship Id="rId41" Type="http://schemas.openxmlformats.org/officeDocument/2006/relationships/tags" Target="../tags/tag109.xml"/><Relationship Id="rId42" Type="http://schemas.openxmlformats.org/officeDocument/2006/relationships/tags" Target="../tags/tag110.xml"/><Relationship Id="rId43" Type="http://schemas.openxmlformats.org/officeDocument/2006/relationships/oleObject" Target="../embeddings/oleObject11.bin"/><Relationship Id="rId44" Type="http://schemas.openxmlformats.org/officeDocument/2006/relationships/image" Target="../media/image1.emf"/><Relationship Id="rId45"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4BC40847-AF8B-4097-9A07-2349A751A051}"/>
              </a:ext>
            </a:extLst>
          </p:cNvPr>
          <p:cNvGraphicFramePr>
            <a:graphicFrameLocks/>
          </p:cNvGraphicFramePr>
          <p:nvPr userDrawn="1">
            <p:custDataLst>
              <p:tags r:id="rId14"/>
            </p:custDataLst>
            <p:extLst>
              <p:ext uri="{D42A27DB-BD31-4B8C-83A1-F6EECF244321}">
                <p14:modId xmlns:p14="http://schemas.microsoft.com/office/powerpoint/2010/main" val="12909858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5" imgW="413" imgH="416" progId="TCLayout.ActiveDocument.1">
                  <p:embed/>
                </p:oleObj>
              </mc:Choice>
              <mc:Fallback>
                <p:oleObj name="think-cell Slide" r:id="rId35"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3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1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200" b="1" i="0" baseline="0">
              <a:solidFill>
                <a:schemeClr val="bg1"/>
              </a:solidFill>
              <a:latin typeface="Century Gothic" panose="020B0502020202020204" pitchFamily="34" charset="0"/>
              <a:ea typeface="+mj-ea"/>
              <a:cs typeface="+mj-cs"/>
              <a:sym typeface="Century Gothic" panose="020B0502020202020204" pitchFamily="34" charset="0"/>
            </a:endParaRPr>
          </a:p>
        </p:txBody>
      </p:sp>
      <p:pic>
        <p:nvPicPr>
          <p:cNvPr id="171" name="Graphic 170">
            <a:extLst>
              <a:ext uri="{FF2B5EF4-FFF2-40B4-BE49-F238E27FC236}">
                <a16:creationId xmlns:a16="http://schemas.microsoft.com/office/drawing/2014/main" id="{6AA0E831-7CDF-4BA5-A73D-8C9057D3C6D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7"/>
              </a:ext>
            </a:extLst>
          </a:blip>
          <a:stretch>
            <a:fillRect/>
          </a:stretch>
        </p:blipFill>
        <p:spPr>
          <a:xfrm>
            <a:off x="10649006" y="6613485"/>
            <a:ext cx="1443288" cy="162023"/>
          </a:xfrm>
          <a:prstGeom prst="rect">
            <a:avLst/>
          </a:prstGeom>
        </p:spPr>
      </p:pic>
      <p:sp>
        <p:nvSpPr>
          <p:cNvPr id="16" name="4. Footnote" hidden="1">
            <a:extLst>
              <a:ext uri="{FF2B5EF4-FFF2-40B4-BE49-F238E27FC236}">
                <a16:creationId xmlns:a16="http://schemas.microsoft.com/office/drawing/2014/main" id="{772E4927-517C-4D61-9929-9FFDE5F31A03}"/>
              </a:ext>
            </a:extLst>
          </p:cNvPr>
          <p:cNvSpPr txBox="1"/>
          <p:nvPr userDrawn="1">
            <p:custDataLst>
              <p:tags r:id="rId16"/>
            </p:custDataLst>
          </p:nvPr>
        </p:nvSpPr>
        <p:spPr>
          <a:xfrm>
            <a:off x="553972" y="6278400"/>
            <a:ext cx="7278624"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solidFill>
                  <a:schemeClr val="accent6"/>
                </a:solidFill>
                <a:cs typeface="Arial" panose="020B0604020202020204" pitchFamily="34" charset="0"/>
              </a:defRPr>
            </a:lvl1pPr>
          </a:lstStyle>
          <a:p>
            <a:pPr lvl="0" rtl="0"/>
            <a:r>
              <a:rPr lang="it-IT"/>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17"/>
            </p:custDataLst>
          </p:nvPr>
        </p:nvSpPr>
        <p:spPr>
          <a:xfrm>
            <a:off x="554736" y="172212"/>
            <a:ext cx="11082528" cy="731520"/>
          </a:xfrm>
          <a:prstGeom prst="rect">
            <a:avLst/>
          </a:prstGeom>
        </p:spPr>
        <p:txBody>
          <a:bodyPr vert="horz" wrap="square" lIns="0" tIns="0" rIns="0" bIns="0" rtlCol="0" anchor="b" anchorCtr="0">
            <a:noAutofit/>
          </a:bodyPr>
          <a:lstStyle/>
          <a:p>
            <a:pPr lvl="0"/>
            <a:r>
              <a:rPr lang="it-IT"/>
              <a:t>Click to edit Master title style</a:t>
            </a:r>
          </a:p>
        </p:txBody>
      </p:sp>
      <p:sp>
        <p:nvSpPr>
          <p:cNvPr id="4" name="Sticker" hidden="1">
            <a:extLst>
              <a:ext uri="{FF2B5EF4-FFF2-40B4-BE49-F238E27FC236}">
                <a16:creationId xmlns:a16="http://schemas.microsoft.com/office/drawing/2014/main" id="{F9BB011A-568C-4B05-AE57-EB000B2FD8BB}"/>
              </a:ext>
            </a:extLst>
          </p:cNvPr>
          <p:cNvSpPr txBox="1"/>
          <p:nvPr userDrawn="1"/>
        </p:nvSpPr>
        <p:spPr>
          <a:xfrm>
            <a:off x="554736" y="1289273"/>
            <a:ext cx="381515"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solidFill>
                  <a:schemeClr val="accent6"/>
                </a:solidFill>
              </a:defRPr>
            </a:lvl1pPr>
          </a:lstStyle>
          <a:p>
            <a:pPr lvl="0" rtl="0"/>
            <a:r>
              <a:rPr lang="it-IT"/>
              <a:t>STICKER</a:t>
            </a:r>
          </a:p>
        </p:txBody>
      </p:sp>
      <p:sp>
        <p:nvSpPr>
          <p:cNvPr id="169" name="ACET" hidden="1">
            <a:extLst>
              <a:ext uri="{FF2B5EF4-FFF2-40B4-BE49-F238E27FC236}">
                <a16:creationId xmlns:a16="http://schemas.microsoft.com/office/drawing/2014/main" id="{62CF7362-20CB-4908-AFFE-D4E2B9A5DF3B}"/>
              </a:ext>
            </a:extLst>
          </p:cNvPr>
          <p:cNvSpPr txBox="1"/>
          <p:nvPr userDrawn="1">
            <p:custDataLst>
              <p:tags r:id="rId18"/>
            </p:custDataLst>
          </p:nvPr>
        </p:nvSpPr>
        <p:spPr>
          <a:xfrm>
            <a:off x="5987738" y="2170800"/>
            <a:ext cx="3049253" cy="569387"/>
          </a:xfrm>
          <a:prstGeom prst="rect">
            <a:avLst/>
          </a:prstGeom>
        </p:spPr>
        <p:txBody>
          <a:bodyPr vert="horz" wrap="square" lIns="0" tIns="0" rIns="0" bIns="0" rtlCol="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it-IT"/>
              <a:t>Above Chart Exhibit Title</a:t>
            </a:r>
          </a:p>
          <a:p>
            <a:pPr lvl="0" rtl="0"/>
            <a:r>
              <a:rPr lang="it-IT" b="0"/>
              <a:t>Unit of Measure</a:t>
            </a:r>
          </a:p>
        </p:txBody>
      </p:sp>
      <p:sp>
        <p:nvSpPr>
          <p:cNvPr id="5" name="Text Placeholder 4">
            <a:extLst>
              <a:ext uri="{FF2B5EF4-FFF2-40B4-BE49-F238E27FC236}">
                <a16:creationId xmlns:a16="http://schemas.microsoft.com/office/drawing/2014/main" id="{4C1F3293-4EFE-461D-940D-7EE66BAE31C5}"/>
              </a:ext>
            </a:extLst>
          </p:cNvPr>
          <p:cNvSpPr>
            <a:spLocks noGrp="1"/>
          </p:cNvSpPr>
          <p:nvPr>
            <p:ph type="body" idx="1"/>
          </p:nvPr>
        </p:nvSpPr>
        <p:spPr>
          <a:xfrm>
            <a:off x="554736" y="2170800"/>
            <a:ext cx="3757439" cy="1384995"/>
          </a:xfrm>
          <a:prstGeom prst="rect">
            <a:avLst/>
          </a:prstGeom>
        </p:spPr>
        <p:txBody>
          <a:bodyPr vert="horz" wrap="square" lIns="0" tIns="0" rIns="0" bIns="0" rtlCol="0">
            <a:spAutoFit/>
          </a:bodyPr>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p>
        </p:txBody>
      </p:sp>
      <p:grpSp>
        <p:nvGrpSpPr>
          <p:cNvPr id="170" name="LegendLines" hidden="1">
            <a:extLst>
              <a:ext uri="{FF2B5EF4-FFF2-40B4-BE49-F238E27FC236}">
                <a16:creationId xmlns:a16="http://schemas.microsoft.com/office/drawing/2014/main" id="{487D6645-FB6F-4155-9002-A143204F3516}"/>
              </a:ext>
            </a:extLst>
          </p:cNvPr>
          <p:cNvGrpSpPr/>
          <p:nvPr userDrawn="1"/>
        </p:nvGrpSpPr>
        <p:grpSpPr>
          <a:xfrm>
            <a:off x="10317304" y="3165612"/>
            <a:ext cx="1297518" cy="927508"/>
            <a:chOff x="10162879" y="3259161"/>
            <a:chExt cx="1297518" cy="927508"/>
          </a:xfrm>
        </p:grpSpPr>
        <p:sp>
          <p:nvSpPr>
            <p:cNvPr id="172" name="Legend1" hidden="1">
              <a:extLst>
                <a:ext uri="{FF2B5EF4-FFF2-40B4-BE49-F238E27FC236}">
                  <a16:creationId xmlns:a16="http://schemas.microsoft.com/office/drawing/2014/main" id="{8EC5EE51-C6C2-4FD7-9CAF-923DD6A87B7C}"/>
                </a:ext>
              </a:extLst>
            </p:cNvPr>
            <p:cNvSpPr txBox="1"/>
            <p:nvPr/>
          </p:nvSpPr>
          <p:spPr>
            <a:xfrm>
              <a:off x="10886522" y="3259161"/>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173" name="Legend2" hidden="1">
              <a:extLst>
                <a:ext uri="{FF2B5EF4-FFF2-40B4-BE49-F238E27FC236}">
                  <a16:creationId xmlns:a16="http://schemas.microsoft.com/office/drawing/2014/main" id="{25AD162E-84D8-4B86-A9FE-E6E98248EFD1}"/>
                </a:ext>
              </a:extLst>
            </p:cNvPr>
            <p:cNvSpPr txBox="1"/>
            <p:nvPr/>
          </p:nvSpPr>
          <p:spPr>
            <a:xfrm>
              <a:off x="10886522" y="3630582"/>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174" name="Legend3" hidden="1">
              <a:extLst>
                <a:ext uri="{FF2B5EF4-FFF2-40B4-BE49-F238E27FC236}">
                  <a16:creationId xmlns:a16="http://schemas.microsoft.com/office/drawing/2014/main" id="{10C494FE-4F51-4587-99E1-CB74B3C022C4}"/>
                </a:ext>
              </a:extLst>
            </p:cNvPr>
            <p:cNvSpPr txBox="1"/>
            <p:nvPr/>
          </p:nvSpPr>
          <p:spPr>
            <a:xfrm>
              <a:off x="10886522" y="4002003"/>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175" name="LineLegend3" hidden="1">
              <a:extLst>
                <a:ext uri="{FF2B5EF4-FFF2-40B4-BE49-F238E27FC236}">
                  <a16:creationId xmlns:a16="http://schemas.microsoft.com/office/drawing/2014/main" id="{F7A46DAB-F2C1-427E-86F3-A4106CF8C368}"/>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rtl="0"/>
              <a:endParaRPr lang="it-IT" sz="1200" baseline="0">
                <a:solidFill>
                  <a:schemeClr val="accent6"/>
                </a:solidFill>
                <a:ea typeface="+mn-ea"/>
              </a:endParaRPr>
            </a:p>
          </p:txBody>
        </p:sp>
        <p:sp>
          <p:nvSpPr>
            <p:cNvPr id="176" name="LineLegend2" hidden="1">
              <a:extLst>
                <a:ext uri="{FF2B5EF4-FFF2-40B4-BE49-F238E27FC236}">
                  <a16:creationId xmlns:a16="http://schemas.microsoft.com/office/drawing/2014/main" id="{8C652453-4B68-4920-AC8E-D05ACB0E4CD1}"/>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rtl="0"/>
              <a:endParaRPr lang="it-IT" sz="1200" baseline="0">
                <a:solidFill>
                  <a:schemeClr val="accent6"/>
                </a:solidFill>
                <a:ea typeface="+mn-ea"/>
              </a:endParaRPr>
            </a:p>
          </p:txBody>
        </p:sp>
        <p:sp>
          <p:nvSpPr>
            <p:cNvPr id="177" name="LineLegend1" hidden="1">
              <a:extLst>
                <a:ext uri="{FF2B5EF4-FFF2-40B4-BE49-F238E27FC236}">
                  <a16:creationId xmlns:a16="http://schemas.microsoft.com/office/drawing/2014/main" id="{88270F0C-7F80-41CD-9404-489E6328697B}"/>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rtl="0"/>
              <a:endParaRPr lang="it-IT" sz="1200" baseline="0">
                <a:solidFill>
                  <a:schemeClr val="accent6"/>
                </a:solidFill>
                <a:ea typeface="+mn-ea"/>
              </a:endParaRPr>
            </a:p>
          </p:txBody>
        </p:sp>
      </p:grpSp>
      <p:grpSp>
        <p:nvGrpSpPr>
          <p:cNvPr id="178" name="LegendMoons" hidden="1">
            <a:extLst>
              <a:ext uri="{FF2B5EF4-FFF2-40B4-BE49-F238E27FC236}">
                <a16:creationId xmlns:a16="http://schemas.microsoft.com/office/drawing/2014/main" id="{4B5BB371-61BE-4C84-B3B7-022B23C9A4FB}"/>
              </a:ext>
            </a:extLst>
          </p:cNvPr>
          <p:cNvGrpSpPr/>
          <p:nvPr userDrawn="1"/>
        </p:nvGrpSpPr>
        <p:grpSpPr>
          <a:xfrm>
            <a:off x="10688315" y="1145373"/>
            <a:ext cx="926507" cy="1731859"/>
            <a:chOff x="7723680" y="1702457"/>
            <a:chExt cx="926507" cy="1731859"/>
          </a:xfrm>
        </p:grpSpPr>
        <p:sp>
          <p:nvSpPr>
            <p:cNvPr id="186" name="Legend1" hidden="1">
              <a:extLst>
                <a:ext uri="{FF2B5EF4-FFF2-40B4-BE49-F238E27FC236}">
                  <a16:creationId xmlns:a16="http://schemas.microsoft.com/office/drawing/2014/main" id="{537BD51B-96C9-4FD5-BB83-2E3CE34EE3D8}"/>
                </a:ext>
              </a:extLst>
            </p:cNvPr>
            <p:cNvSpPr txBox="1"/>
            <p:nvPr/>
          </p:nvSpPr>
          <p:spPr>
            <a:xfrm>
              <a:off x="8076312" y="1725205"/>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198" name="Legend2" hidden="1">
              <a:extLst>
                <a:ext uri="{FF2B5EF4-FFF2-40B4-BE49-F238E27FC236}">
                  <a16:creationId xmlns:a16="http://schemas.microsoft.com/office/drawing/2014/main" id="{4E47A7F3-5FD8-4618-A429-5084A93A2457}"/>
                </a:ext>
              </a:extLst>
            </p:cNvPr>
            <p:cNvSpPr txBox="1"/>
            <p:nvPr/>
          </p:nvSpPr>
          <p:spPr>
            <a:xfrm>
              <a:off x="8076312" y="2100664"/>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199" name="Legend3" hidden="1">
              <a:extLst>
                <a:ext uri="{FF2B5EF4-FFF2-40B4-BE49-F238E27FC236}">
                  <a16:creationId xmlns:a16="http://schemas.microsoft.com/office/drawing/2014/main" id="{3FBD13E3-32FE-49B7-97D6-4B2B2211FD44}"/>
                </a:ext>
              </a:extLst>
            </p:cNvPr>
            <p:cNvSpPr txBox="1"/>
            <p:nvPr/>
          </p:nvSpPr>
          <p:spPr>
            <a:xfrm>
              <a:off x="8076312" y="2476123"/>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00" name="Legend4" hidden="1">
              <a:extLst>
                <a:ext uri="{FF2B5EF4-FFF2-40B4-BE49-F238E27FC236}">
                  <a16:creationId xmlns:a16="http://schemas.microsoft.com/office/drawing/2014/main" id="{AEDD9FE0-1BF6-4D5D-9E72-67FBB2EC23FC}"/>
                </a:ext>
              </a:extLst>
            </p:cNvPr>
            <p:cNvSpPr txBox="1"/>
            <p:nvPr/>
          </p:nvSpPr>
          <p:spPr>
            <a:xfrm>
              <a:off x="8076312" y="2851582"/>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01" name="Legend5" hidden="1">
              <a:extLst>
                <a:ext uri="{FF2B5EF4-FFF2-40B4-BE49-F238E27FC236}">
                  <a16:creationId xmlns:a16="http://schemas.microsoft.com/office/drawing/2014/main" id="{3207816F-A3D3-4D13-9FBE-9312425A7C94}"/>
                </a:ext>
              </a:extLst>
            </p:cNvPr>
            <p:cNvSpPr txBox="1"/>
            <p:nvPr/>
          </p:nvSpPr>
          <p:spPr>
            <a:xfrm>
              <a:off x="8076312" y="3227043"/>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grpSp>
          <p:nvGrpSpPr>
            <p:cNvPr id="202" name="MoonLegend1" hidden="1">
              <a:extLst>
                <a:ext uri="{FF2B5EF4-FFF2-40B4-BE49-F238E27FC236}">
                  <a16:creationId xmlns:a16="http://schemas.microsoft.com/office/drawing/2014/main" id="{55C6FC3B-B11F-43B0-B69A-1994270BD568}"/>
                </a:ext>
              </a:extLst>
            </p:cNvPr>
            <p:cNvGrpSpPr>
              <a:grpSpLocks noChangeAspect="1"/>
            </p:cNvGrpSpPr>
            <p:nvPr>
              <p:custDataLst>
                <p:tags r:id="rId20"/>
              </p:custDataLst>
            </p:nvPr>
          </p:nvGrpSpPr>
          <p:grpSpPr>
            <a:xfrm>
              <a:off x="7723680" y="1702457"/>
              <a:ext cx="228600" cy="228600"/>
              <a:chOff x="762000" y="1270000"/>
              <a:chExt cx="254000" cy="254000"/>
            </a:xfrm>
          </p:grpSpPr>
          <p:sp>
            <p:nvSpPr>
              <p:cNvPr id="215" name="Oval 214" hidden="1">
                <a:extLst>
                  <a:ext uri="{FF2B5EF4-FFF2-40B4-BE49-F238E27FC236}">
                    <a16:creationId xmlns:a16="http://schemas.microsoft.com/office/drawing/2014/main" id="{06969340-4495-42E3-A96B-4AE1C8DB1496}"/>
                  </a:ext>
                </a:extLst>
              </p:cNvPr>
              <p:cNvSpPr/>
              <p:nvPr>
                <p:custDataLst>
                  <p:tags r:id="rId3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endParaRPr lang="it-IT" sz="1200">
                  <a:solidFill>
                    <a:schemeClr val="accent6"/>
                  </a:solidFill>
                </a:endParaRPr>
              </a:p>
            </p:txBody>
          </p:sp>
          <p:sp>
            <p:nvSpPr>
              <p:cNvPr id="216" name="Arc 215" hidden="1">
                <a:extLst>
                  <a:ext uri="{FF2B5EF4-FFF2-40B4-BE49-F238E27FC236}">
                    <a16:creationId xmlns:a16="http://schemas.microsoft.com/office/drawing/2014/main" id="{5B5BD47E-2D42-451B-8538-A99042685C89}"/>
                  </a:ext>
                </a:extLst>
              </p:cNvPr>
              <p:cNvSpPr/>
              <p:nvPr>
                <p:custDataLst>
                  <p:tags r:id="rId34"/>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rtl="0"/>
                <a:endParaRPr lang="it-IT" sz="1200">
                  <a:solidFill>
                    <a:schemeClr val="accent6"/>
                  </a:solidFill>
                </a:endParaRPr>
              </a:p>
            </p:txBody>
          </p:sp>
        </p:grpSp>
        <p:grpSp>
          <p:nvGrpSpPr>
            <p:cNvPr id="203" name="MoonLegend2" hidden="1">
              <a:extLst>
                <a:ext uri="{FF2B5EF4-FFF2-40B4-BE49-F238E27FC236}">
                  <a16:creationId xmlns:a16="http://schemas.microsoft.com/office/drawing/2014/main" id="{5FB0BAF9-A786-4DC5-A13E-4E7E6A54CE8C}"/>
                </a:ext>
              </a:extLst>
            </p:cNvPr>
            <p:cNvGrpSpPr>
              <a:grpSpLocks noChangeAspect="1"/>
            </p:cNvGrpSpPr>
            <p:nvPr>
              <p:custDataLst>
                <p:tags r:id="rId21"/>
              </p:custDataLst>
            </p:nvPr>
          </p:nvGrpSpPr>
          <p:grpSpPr>
            <a:xfrm>
              <a:off x="7723680" y="2078270"/>
              <a:ext cx="228600" cy="228600"/>
              <a:chOff x="762000" y="1270000"/>
              <a:chExt cx="254000" cy="254000"/>
            </a:xfrm>
          </p:grpSpPr>
          <p:sp>
            <p:nvSpPr>
              <p:cNvPr id="213" name="Oval 212" hidden="1">
                <a:extLst>
                  <a:ext uri="{FF2B5EF4-FFF2-40B4-BE49-F238E27FC236}">
                    <a16:creationId xmlns:a16="http://schemas.microsoft.com/office/drawing/2014/main" id="{17B71139-A637-493F-B0E2-83B0699DA17A}"/>
                  </a:ext>
                </a:extLst>
              </p:cNvPr>
              <p:cNvSpPr/>
              <p:nvPr>
                <p:custDataLst>
                  <p:tags r:id="rId3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endParaRPr lang="it-IT" sz="1200">
                  <a:solidFill>
                    <a:schemeClr val="accent6"/>
                  </a:solidFill>
                </a:endParaRPr>
              </a:p>
            </p:txBody>
          </p:sp>
          <p:sp>
            <p:nvSpPr>
              <p:cNvPr id="214" name="Arc 213" hidden="1">
                <a:extLst>
                  <a:ext uri="{FF2B5EF4-FFF2-40B4-BE49-F238E27FC236}">
                    <a16:creationId xmlns:a16="http://schemas.microsoft.com/office/drawing/2014/main" id="{F1B9201C-6B12-4281-99F5-DE33C9A731CD}"/>
                  </a:ext>
                </a:extLst>
              </p:cNvPr>
              <p:cNvSpPr/>
              <p:nvPr>
                <p:custDataLst>
                  <p:tags r:id="rId32"/>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rtl="0"/>
                <a:endParaRPr lang="it-IT" sz="1200">
                  <a:solidFill>
                    <a:schemeClr val="accent6"/>
                  </a:solidFill>
                </a:endParaRPr>
              </a:p>
            </p:txBody>
          </p:sp>
        </p:grpSp>
        <p:grpSp>
          <p:nvGrpSpPr>
            <p:cNvPr id="204" name="MoonLegend3" hidden="1">
              <a:extLst>
                <a:ext uri="{FF2B5EF4-FFF2-40B4-BE49-F238E27FC236}">
                  <a16:creationId xmlns:a16="http://schemas.microsoft.com/office/drawing/2014/main" id="{B6633C64-153F-4205-9182-AC87EC8479F5}"/>
                </a:ext>
              </a:extLst>
            </p:cNvPr>
            <p:cNvGrpSpPr>
              <a:grpSpLocks noChangeAspect="1"/>
            </p:cNvGrpSpPr>
            <p:nvPr>
              <p:custDataLst>
                <p:tags r:id="rId22"/>
              </p:custDataLst>
            </p:nvPr>
          </p:nvGrpSpPr>
          <p:grpSpPr>
            <a:xfrm>
              <a:off x="7723680" y="2454085"/>
              <a:ext cx="228600" cy="228600"/>
              <a:chOff x="762000" y="1270000"/>
              <a:chExt cx="254000" cy="254000"/>
            </a:xfrm>
          </p:grpSpPr>
          <p:sp>
            <p:nvSpPr>
              <p:cNvPr id="211" name="Oval 210" hidden="1">
                <a:extLst>
                  <a:ext uri="{FF2B5EF4-FFF2-40B4-BE49-F238E27FC236}">
                    <a16:creationId xmlns:a16="http://schemas.microsoft.com/office/drawing/2014/main" id="{82C62FC8-0132-4AB9-B5B5-E909C9F7EDA0}"/>
                  </a:ext>
                </a:extLst>
              </p:cNvPr>
              <p:cNvSpPr/>
              <p:nvPr>
                <p:custDataLst>
                  <p:tags r:id="rId2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endParaRPr lang="it-IT" sz="1200">
                  <a:solidFill>
                    <a:schemeClr val="accent6"/>
                  </a:solidFill>
                </a:endParaRPr>
              </a:p>
            </p:txBody>
          </p:sp>
          <p:sp>
            <p:nvSpPr>
              <p:cNvPr id="212" name="Arc 211" hidden="1">
                <a:extLst>
                  <a:ext uri="{FF2B5EF4-FFF2-40B4-BE49-F238E27FC236}">
                    <a16:creationId xmlns:a16="http://schemas.microsoft.com/office/drawing/2014/main" id="{42292166-5B3B-4505-ACAB-0FC230686AC5}"/>
                  </a:ext>
                </a:extLst>
              </p:cNvPr>
              <p:cNvSpPr/>
              <p:nvPr>
                <p:custDataLst>
                  <p:tags r:id="rId30"/>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rtl="0"/>
                <a:endParaRPr lang="it-IT" sz="1200">
                  <a:solidFill>
                    <a:schemeClr val="accent6"/>
                  </a:solidFill>
                </a:endParaRPr>
              </a:p>
            </p:txBody>
          </p:sp>
        </p:grpSp>
        <p:grpSp>
          <p:nvGrpSpPr>
            <p:cNvPr id="205" name="MoonLegend4" hidden="1">
              <a:extLst>
                <a:ext uri="{FF2B5EF4-FFF2-40B4-BE49-F238E27FC236}">
                  <a16:creationId xmlns:a16="http://schemas.microsoft.com/office/drawing/2014/main" id="{B5D90304-5C2E-4C04-91EC-D159673CDD98}"/>
                </a:ext>
              </a:extLst>
            </p:cNvPr>
            <p:cNvGrpSpPr>
              <a:grpSpLocks noChangeAspect="1"/>
            </p:cNvGrpSpPr>
            <p:nvPr>
              <p:custDataLst>
                <p:tags r:id="rId23"/>
              </p:custDataLst>
            </p:nvPr>
          </p:nvGrpSpPr>
          <p:grpSpPr>
            <a:xfrm>
              <a:off x="7723680" y="2829900"/>
              <a:ext cx="228600" cy="228600"/>
              <a:chOff x="762000" y="1270000"/>
              <a:chExt cx="254000" cy="254000"/>
            </a:xfrm>
          </p:grpSpPr>
          <p:sp>
            <p:nvSpPr>
              <p:cNvPr id="209" name="Oval 208" hidden="1">
                <a:extLst>
                  <a:ext uri="{FF2B5EF4-FFF2-40B4-BE49-F238E27FC236}">
                    <a16:creationId xmlns:a16="http://schemas.microsoft.com/office/drawing/2014/main" id="{B4C97950-5AAA-4FBD-BBB9-2FDDBCC51869}"/>
                  </a:ext>
                </a:extLst>
              </p:cNvPr>
              <p:cNvSpPr/>
              <p:nvPr>
                <p:custDataLst>
                  <p:tags r:id="rId2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endParaRPr lang="it-IT" sz="1200">
                  <a:solidFill>
                    <a:schemeClr val="accent6"/>
                  </a:solidFill>
                </a:endParaRPr>
              </a:p>
            </p:txBody>
          </p:sp>
          <p:sp>
            <p:nvSpPr>
              <p:cNvPr id="210" name="Arc 209" hidden="1">
                <a:extLst>
                  <a:ext uri="{FF2B5EF4-FFF2-40B4-BE49-F238E27FC236}">
                    <a16:creationId xmlns:a16="http://schemas.microsoft.com/office/drawing/2014/main" id="{68728E28-D97A-4A23-AA8E-18B892AA4A56}"/>
                  </a:ext>
                </a:extLst>
              </p:cNvPr>
              <p:cNvSpPr/>
              <p:nvPr>
                <p:custDataLst>
                  <p:tags r:id="rId28"/>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rtl="0"/>
                <a:endParaRPr lang="it-IT" sz="1200">
                  <a:solidFill>
                    <a:schemeClr val="accent6"/>
                  </a:solidFill>
                </a:endParaRPr>
              </a:p>
            </p:txBody>
          </p:sp>
        </p:grpSp>
        <p:grpSp>
          <p:nvGrpSpPr>
            <p:cNvPr id="206" name="MoonLegend5" hidden="1">
              <a:extLst>
                <a:ext uri="{FF2B5EF4-FFF2-40B4-BE49-F238E27FC236}">
                  <a16:creationId xmlns:a16="http://schemas.microsoft.com/office/drawing/2014/main" id="{6CC9AD5E-F869-4B18-8D18-F52BDA73B0E1}"/>
                </a:ext>
              </a:extLst>
            </p:cNvPr>
            <p:cNvGrpSpPr>
              <a:grpSpLocks noChangeAspect="1"/>
            </p:cNvGrpSpPr>
            <p:nvPr>
              <p:custDataLst>
                <p:tags r:id="rId24"/>
              </p:custDataLst>
            </p:nvPr>
          </p:nvGrpSpPr>
          <p:grpSpPr>
            <a:xfrm>
              <a:off x="7723680" y="3205716"/>
              <a:ext cx="228600" cy="228600"/>
              <a:chOff x="762000" y="1270000"/>
              <a:chExt cx="254000" cy="254000"/>
            </a:xfrm>
          </p:grpSpPr>
          <p:sp>
            <p:nvSpPr>
              <p:cNvPr id="207" name="Oval 206" hidden="1">
                <a:extLst>
                  <a:ext uri="{FF2B5EF4-FFF2-40B4-BE49-F238E27FC236}">
                    <a16:creationId xmlns:a16="http://schemas.microsoft.com/office/drawing/2014/main" id="{5F3FB46A-5585-4039-AFB6-E2DC327AEA86}"/>
                  </a:ext>
                </a:extLst>
              </p:cNvPr>
              <p:cNvSpPr/>
              <p:nvPr>
                <p:custDataLst>
                  <p:tags r:id="rId2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endParaRPr lang="it-IT" sz="1200">
                  <a:solidFill>
                    <a:schemeClr val="accent6"/>
                  </a:solidFill>
                </a:endParaRPr>
              </a:p>
            </p:txBody>
          </p:sp>
          <p:sp>
            <p:nvSpPr>
              <p:cNvPr id="208" name="Arc 207" hidden="1">
                <a:extLst>
                  <a:ext uri="{FF2B5EF4-FFF2-40B4-BE49-F238E27FC236}">
                    <a16:creationId xmlns:a16="http://schemas.microsoft.com/office/drawing/2014/main" id="{46FFDC73-D7D4-4A87-8C81-A0140D8BDCBF}"/>
                  </a:ext>
                </a:extLst>
              </p:cNvPr>
              <p:cNvSpPr/>
              <p:nvPr>
                <p:custDataLst>
                  <p:tags r:id="rId26"/>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rtl="0"/>
                <a:endParaRPr lang="it-IT" sz="1200">
                  <a:solidFill>
                    <a:schemeClr val="accent6"/>
                  </a:solidFill>
                </a:endParaRPr>
              </a:p>
            </p:txBody>
          </p:sp>
        </p:grpSp>
      </p:grpSp>
      <p:grpSp>
        <p:nvGrpSpPr>
          <p:cNvPr id="217" name="LegendBoxes" hidden="1">
            <a:extLst>
              <a:ext uri="{FF2B5EF4-FFF2-40B4-BE49-F238E27FC236}">
                <a16:creationId xmlns:a16="http://schemas.microsoft.com/office/drawing/2014/main" id="{C80DB8CA-2969-40F1-AD0E-0E24B5CD1F37}"/>
              </a:ext>
            </a:extLst>
          </p:cNvPr>
          <p:cNvGrpSpPr/>
          <p:nvPr userDrawn="1"/>
        </p:nvGrpSpPr>
        <p:grpSpPr>
          <a:xfrm>
            <a:off x="10714801" y="4396889"/>
            <a:ext cx="900021" cy="1686504"/>
            <a:chOff x="10652400" y="4338213"/>
            <a:chExt cx="900021" cy="1686504"/>
          </a:xfrm>
        </p:grpSpPr>
        <p:sp>
          <p:nvSpPr>
            <p:cNvPr id="218" name="RectangleLegend1" hidden="1">
              <a:extLst>
                <a:ext uri="{FF2B5EF4-FFF2-40B4-BE49-F238E27FC236}">
                  <a16:creationId xmlns:a16="http://schemas.microsoft.com/office/drawing/2014/main" id="{D18139B3-DF0B-4653-A991-2326AB2F53E7}"/>
                </a:ext>
              </a:extLst>
            </p:cNvPr>
            <p:cNvSpPr/>
            <p:nvPr/>
          </p:nvSpPr>
          <p:spPr>
            <a:xfrm>
              <a:off x="1065240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sz="1200">
                <a:solidFill>
                  <a:schemeClr val="accent6"/>
                </a:solidFill>
              </a:endParaRPr>
            </a:p>
          </p:txBody>
        </p:sp>
        <p:sp>
          <p:nvSpPr>
            <p:cNvPr id="219" name="RectangleLegend2" hidden="1">
              <a:extLst>
                <a:ext uri="{FF2B5EF4-FFF2-40B4-BE49-F238E27FC236}">
                  <a16:creationId xmlns:a16="http://schemas.microsoft.com/office/drawing/2014/main" id="{940EC9A3-6797-4FD3-AECC-5237E9F89503}"/>
                </a:ext>
              </a:extLst>
            </p:cNvPr>
            <p:cNvSpPr/>
            <p:nvPr/>
          </p:nvSpPr>
          <p:spPr>
            <a:xfrm>
              <a:off x="1065240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sz="1200">
                <a:solidFill>
                  <a:schemeClr val="accent6"/>
                </a:solidFill>
              </a:endParaRPr>
            </a:p>
          </p:txBody>
        </p:sp>
        <p:sp>
          <p:nvSpPr>
            <p:cNvPr id="220" name="RectangleLegend3" hidden="1">
              <a:extLst>
                <a:ext uri="{FF2B5EF4-FFF2-40B4-BE49-F238E27FC236}">
                  <a16:creationId xmlns:a16="http://schemas.microsoft.com/office/drawing/2014/main" id="{07AD0650-D65E-4500-8330-9A9F1B7E4A20}"/>
                </a:ext>
              </a:extLst>
            </p:cNvPr>
            <p:cNvSpPr/>
            <p:nvPr/>
          </p:nvSpPr>
          <p:spPr>
            <a:xfrm>
              <a:off x="1065240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sz="1200">
                <a:solidFill>
                  <a:schemeClr val="accent6"/>
                </a:solidFill>
              </a:endParaRPr>
            </a:p>
          </p:txBody>
        </p:sp>
        <p:sp>
          <p:nvSpPr>
            <p:cNvPr id="221" name="RectangleLegend4" hidden="1">
              <a:extLst>
                <a:ext uri="{FF2B5EF4-FFF2-40B4-BE49-F238E27FC236}">
                  <a16:creationId xmlns:a16="http://schemas.microsoft.com/office/drawing/2014/main" id="{BBD361AB-47A7-4C5E-8C70-DAA32F09C7B7}"/>
                </a:ext>
              </a:extLst>
            </p:cNvPr>
            <p:cNvSpPr/>
            <p:nvPr/>
          </p:nvSpPr>
          <p:spPr>
            <a:xfrm>
              <a:off x="1065240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sz="1200">
                <a:solidFill>
                  <a:schemeClr val="accent6"/>
                </a:solidFill>
              </a:endParaRPr>
            </a:p>
          </p:txBody>
        </p:sp>
        <p:sp>
          <p:nvSpPr>
            <p:cNvPr id="222" name="RectangleLegend5" hidden="1">
              <a:extLst>
                <a:ext uri="{FF2B5EF4-FFF2-40B4-BE49-F238E27FC236}">
                  <a16:creationId xmlns:a16="http://schemas.microsoft.com/office/drawing/2014/main" id="{5334252E-604D-4804-BC74-0C1D84C2939F}"/>
                </a:ext>
              </a:extLst>
            </p:cNvPr>
            <p:cNvSpPr/>
            <p:nvPr/>
          </p:nvSpPr>
          <p:spPr>
            <a:xfrm>
              <a:off x="1065240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sz="1200">
                <a:solidFill>
                  <a:schemeClr val="accent6"/>
                </a:solidFill>
              </a:endParaRPr>
            </a:p>
          </p:txBody>
        </p:sp>
        <p:sp>
          <p:nvSpPr>
            <p:cNvPr id="223" name="Legend1" hidden="1">
              <a:extLst>
                <a:ext uri="{FF2B5EF4-FFF2-40B4-BE49-F238E27FC236}">
                  <a16:creationId xmlns:a16="http://schemas.microsoft.com/office/drawing/2014/main" id="{CF6A7E39-1665-4D64-99D8-471077D86818}"/>
                </a:ext>
              </a:extLst>
            </p:cNvPr>
            <p:cNvSpPr txBox="1"/>
            <p:nvPr/>
          </p:nvSpPr>
          <p:spPr>
            <a:xfrm>
              <a:off x="10978546" y="4338213"/>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24" name="Legend2" hidden="1">
              <a:extLst>
                <a:ext uri="{FF2B5EF4-FFF2-40B4-BE49-F238E27FC236}">
                  <a16:creationId xmlns:a16="http://schemas.microsoft.com/office/drawing/2014/main" id="{2CA57C3A-D815-4130-BADF-53FDDAB4E0A7}"/>
                </a:ext>
              </a:extLst>
            </p:cNvPr>
            <p:cNvSpPr txBox="1"/>
            <p:nvPr/>
          </p:nvSpPr>
          <p:spPr>
            <a:xfrm>
              <a:off x="10978546" y="4717711"/>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25" name="Legend3" hidden="1">
              <a:extLst>
                <a:ext uri="{FF2B5EF4-FFF2-40B4-BE49-F238E27FC236}">
                  <a16:creationId xmlns:a16="http://schemas.microsoft.com/office/drawing/2014/main" id="{00297F41-4514-43B9-A74B-2D7350582E0A}"/>
                </a:ext>
              </a:extLst>
            </p:cNvPr>
            <p:cNvSpPr txBox="1"/>
            <p:nvPr/>
          </p:nvSpPr>
          <p:spPr>
            <a:xfrm>
              <a:off x="10978546" y="5097209"/>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26" name="Legend4" hidden="1">
              <a:extLst>
                <a:ext uri="{FF2B5EF4-FFF2-40B4-BE49-F238E27FC236}">
                  <a16:creationId xmlns:a16="http://schemas.microsoft.com/office/drawing/2014/main" id="{4A8EFB80-589B-4B68-A2D0-02C4254A5C94}"/>
                </a:ext>
              </a:extLst>
            </p:cNvPr>
            <p:cNvSpPr txBox="1"/>
            <p:nvPr/>
          </p:nvSpPr>
          <p:spPr>
            <a:xfrm>
              <a:off x="10978546" y="5468630"/>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27" name="Legend5" hidden="1">
              <a:extLst>
                <a:ext uri="{FF2B5EF4-FFF2-40B4-BE49-F238E27FC236}">
                  <a16:creationId xmlns:a16="http://schemas.microsoft.com/office/drawing/2014/main" id="{B1C80673-6282-463E-889D-AE418BF95E50}"/>
                </a:ext>
              </a:extLst>
            </p:cNvPr>
            <p:cNvSpPr txBox="1"/>
            <p:nvPr/>
          </p:nvSpPr>
          <p:spPr>
            <a:xfrm>
              <a:off x="10978545" y="5840051"/>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grpSp>
      <p:pic>
        <p:nvPicPr>
          <p:cNvPr id="7" name="Grid" hidden="1">
            <a:extLst>
              <a:ext uri="{FF2B5EF4-FFF2-40B4-BE49-F238E27FC236}">
                <a16:creationId xmlns:a16="http://schemas.microsoft.com/office/drawing/2014/main" id="{64273CDE-ED19-AD51-61E0-A6DA7160A843}"/>
              </a:ext>
            </a:extLst>
          </p:cNvPr>
          <p:cNvPicPr>
            <a:picLocks noChangeAspect="1"/>
          </p:cNvPicPr>
          <p:nvPr userDrawn="1">
            <p:custDataLst>
              <p:tags r:id="rId19"/>
            </p:custDataLst>
          </p:nvPr>
        </p:nvPicPr>
        <p:blipFill>
          <a:blip r:embed="rId38">
            <a:extLst>
              <a:ext uri="{28A0092B-C50C-407E-A947-70E740481C1C}">
                <a14:useLocalDpi xmlns:a14="http://schemas.microsoft.com/office/drawing/2010/main" val="0"/>
              </a:ext>
            </a:extLst>
          </a:blip>
          <a:stretch>
            <a:fillRect/>
          </a:stretch>
        </p:blipFill>
        <p:spPr>
          <a:xfrm>
            <a:off x="0" y="0"/>
            <a:ext cx="12184601" cy="6858000"/>
          </a:xfrm>
          <a:prstGeom prst="rect">
            <a:avLst/>
          </a:prstGeom>
        </p:spPr>
      </p:pic>
    </p:spTree>
    <p:extLst>
      <p:ext uri="{BB962C8B-B14F-4D97-AF65-F5344CB8AC3E}">
        <p14:creationId xmlns:p14="http://schemas.microsoft.com/office/powerpoint/2010/main" val="40789164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841" r:id="rId11"/>
    <p:sldLayoutId id="2147483672" r:id="rId12"/>
  </p:sldLayoutIdLst>
  <p:txStyles>
    <p:titleStyle>
      <a:lvl1pPr algn="l" defTabSz="914400" rtl="0" eaLnBrk="1" latinLnBrk="0" hangingPunct="1">
        <a:lnSpc>
          <a:spcPct val="100000"/>
        </a:lnSpc>
        <a:spcBef>
          <a:spcPct val="0"/>
        </a:spcBef>
        <a:buNone/>
        <a:defRPr lang="en-US" sz="2200" b="1" kern="1200" spc="0" baseline="0" dirty="0">
          <a:ln w="6350" cap="flat">
            <a:noFill/>
            <a:miter lim="800000"/>
          </a:ln>
          <a:solidFill>
            <a:schemeClr val="accent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None/>
        <a:defRPr lang="en-US" sz="1600" kern="1200" dirty="0">
          <a:solidFill>
            <a:schemeClr val="tx1"/>
          </a:solidFill>
          <a:latin typeface="+mn-lt"/>
          <a:ea typeface="+mn-ea"/>
          <a:cs typeface="Arial" panose="020B0604020202020204" pitchFamily="34" charset="0"/>
        </a:defRPr>
      </a:lvl1pPr>
      <a:lvl2pPr marL="211138" indent="-207963" algn="l" defTabSz="914400" rtl="0" eaLnBrk="1" latinLnBrk="0" hangingPunct="1">
        <a:lnSpc>
          <a:spcPct val="100000"/>
        </a:lnSpc>
        <a:spcBef>
          <a:spcPts val="0"/>
        </a:spcBef>
        <a:spcAft>
          <a:spcPts val="300"/>
        </a:spcAft>
        <a:buClr>
          <a:schemeClr val="accent1"/>
        </a:buClr>
        <a:buSzPct val="125000"/>
        <a:buFont typeface="Century Gothic" panose="020B0502020202020204" pitchFamily="34" charset="0"/>
        <a:buChar char="▪"/>
        <a:defRPr lang="en-US" sz="1600" kern="1200" dirty="0">
          <a:solidFill>
            <a:schemeClr val="tx1"/>
          </a:solidFill>
          <a:latin typeface="+mn-lt"/>
          <a:ea typeface="+mn-ea"/>
          <a:cs typeface="+mn-cs"/>
        </a:defRPr>
      </a:lvl2pPr>
      <a:lvl3pPr marL="442793" indent="-215997"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732142" indent="-285750" algn="l" defTabSz="914400" rtl="0" eaLnBrk="1" latinLnBrk="0" hangingPunct="1">
        <a:lnSpc>
          <a:spcPct val="100000"/>
        </a:lnSpc>
        <a:spcBef>
          <a:spcPts val="0"/>
        </a:spcBef>
        <a:spcAft>
          <a:spcPts val="300"/>
        </a:spcAft>
        <a:buClr>
          <a:schemeClr val="accent1"/>
        </a:buClr>
        <a:buSzPct val="120000"/>
        <a:buFont typeface="Century Gothic" panose="020B0502020202020204" pitchFamily="34" charset="0"/>
        <a:buChar char="▫"/>
        <a:defRPr lang="en-US" sz="1600" kern="1200" dirty="0">
          <a:solidFill>
            <a:schemeClr val="tx1"/>
          </a:solidFill>
          <a:latin typeface="+mn-lt"/>
          <a:ea typeface="+mn-ea"/>
          <a:cs typeface="+mn-cs"/>
        </a:defRPr>
      </a:lvl4pPr>
      <a:lvl5pPr marL="817187" indent="-14759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4BC40847-AF8B-4097-9A07-2349A751A051}"/>
              </a:ext>
            </a:extLst>
          </p:cNvPr>
          <p:cNvGraphicFramePr>
            <a:graphicFrameLocks/>
          </p:cNvGraphicFramePr>
          <p:nvPr userDrawn="1">
            <p:custDataLst>
              <p:tags r:id="rId22"/>
            </p:custDataLst>
            <p:extLst>
              <p:ext uri="{D42A27DB-BD31-4B8C-83A1-F6EECF244321}">
                <p14:modId xmlns:p14="http://schemas.microsoft.com/office/powerpoint/2010/main" val="19748459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3" imgW="413" imgH="416" progId="TCLayout.ActiveDocument.1">
                  <p:embed/>
                </p:oleObj>
              </mc:Choice>
              <mc:Fallback>
                <p:oleObj name="think-cell Slide" r:id="rId43"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44"/>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2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t-IT" sz="2200" b="1" i="0" baseline="0">
              <a:solidFill>
                <a:schemeClr val="bg1"/>
              </a:solidFill>
              <a:latin typeface="Century Gothic" panose="020B0502020202020204" pitchFamily="34" charset="0"/>
              <a:ea typeface="+mj-ea"/>
              <a:cs typeface="+mj-cs"/>
              <a:sym typeface="Century Gothic" panose="020B0502020202020204" pitchFamily="34" charset="0"/>
            </a:endParaRPr>
          </a:p>
        </p:txBody>
      </p:sp>
      <p:pic>
        <p:nvPicPr>
          <p:cNvPr id="171" name="Graphic 170">
            <a:extLst>
              <a:ext uri="{FF2B5EF4-FFF2-40B4-BE49-F238E27FC236}">
                <a16:creationId xmlns:a16="http://schemas.microsoft.com/office/drawing/2014/main" id="{6AA0E831-7CDF-4BA5-A73D-8C9057D3C6D8}"/>
              </a:ext>
            </a:extLst>
          </p:cNvPr>
          <p:cNvPicPr>
            <a:picLocks noChangeAspect="1"/>
          </p:cNvPicPr>
          <p:nvPr userDrawn="1"/>
        </p:nvPicPr>
        <p:blipFill>
          <a:blip>
            <a:extLst>
              <a:ext uri="{96DAC541-7B7A-43D3-8B79-37D633B846F1}">
                <asvg:svgBlip xmlns:asvg="http://schemas.microsoft.com/office/drawing/2016/SVG/main" r:embed="rId45"/>
              </a:ext>
            </a:extLst>
          </a:blip>
          <a:stretch>
            <a:fillRect/>
          </a:stretch>
        </p:blipFill>
        <p:spPr>
          <a:xfrm>
            <a:off x="9887857" y="6278544"/>
            <a:ext cx="1746379" cy="196048"/>
          </a:xfrm>
          <a:prstGeom prst="rect">
            <a:avLst/>
          </a:prstGeom>
        </p:spPr>
      </p:pic>
      <p:sp>
        <p:nvSpPr>
          <p:cNvPr id="16" name="4. Footnote" hidden="1">
            <a:extLst>
              <a:ext uri="{FF2B5EF4-FFF2-40B4-BE49-F238E27FC236}">
                <a16:creationId xmlns:a16="http://schemas.microsoft.com/office/drawing/2014/main" id="{772E4927-517C-4D61-9929-9FFDE5F31A03}"/>
              </a:ext>
            </a:extLst>
          </p:cNvPr>
          <p:cNvSpPr txBox="1"/>
          <p:nvPr userDrawn="1">
            <p:custDataLst>
              <p:tags r:id="rId24"/>
            </p:custDataLst>
          </p:nvPr>
        </p:nvSpPr>
        <p:spPr>
          <a:xfrm>
            <a:off x="553972" y="6278400"/>
            <a:ext cx="7278624"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solidFill>
                  <a:schemeClr val="accent6"/>
                </a:solidFill>
                <a:cs typeface="Arial" panose="020B0604020202020204" pitchFamily="34" charset="0"/>
              </a:defRPr>
            </a:lvl1pPr>
          </a:lstStyle>
          <a:p>
            <a:pPr lvl="0" rtl="0"/>
            <a:r>
              <a:rPr lang="it-IT"/>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5"/>
            </p:custDataLst>
          </p:nvPr>
        </p:nvSpPr>
        <p:spPr>
          <a:xfrm>
            <a:off x="554736" y="172212"/>
            <a:ext cx="11082528" cy="731520"/>
          </a:xfrm>
          <a:prstGeom prst="rect">
            <a:avLst/>
          </a:prstGeom>
        </p:spPr>
        <p:txBody>
          <a:bodyPr vert="horz" wrap="square" lIns="0" tIns="0" rIns="0" bIns="0" rtlCol="0" anchor="b" anchorCtr="0">
            <a:noAutofit/>
          </a:bodyPr>
          <a:lstStyle/>
          <a:p>
            <a:pPr lvl="0"/>
            <a:r>
              <a:rPr lang="it-IT"/>
              <a:t>Click to edit Master title style</a:t>
            </a:r>
          </a:p>
        </p:txBody>
      </p:sp>
      <p:grpSp>
        <p:nvGrpSpPr>
          <p:cNvPr id="59" name="Grid" hidden="1">
            <a:extLst>
              <a:ext uri="{FF2B5EF4-FFF2-40B4-BE49-F238E27FC236}">
                <a16:creationId xmlns:a16="http://schemas.microsoft.com/office/drawing/2014/main" id="{D35250B8-D61E-4F1A-9ACD-6E1BB958B78E}"/>
              </a:ext>
            </a:extLst>
          </p:cNvPr>
          <p:cNvGrpSpPr/>
          <p:nvPr userDrawn="1">
            <p:custDataLst>
              <p:tags r:id="rId26"/>
            </p:custDataLst>
          </p:nvPr>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it-IT">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t-IT" sz="1323">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rtl="0"/>
              <a:endParaRPr lang="it-IT" sz="1323">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sp>
        <p:nvSpPr>
          <p:cNvPr id="4" name="Sticker" hidden="1">
            <a:extLst>
              <a:ext uri="{FF2B5EF4-FFF2-40B4-BE49-F238E27FC236}">
                <a16:creationId xmlns:a16="http://schemas.microsoft.com/office/drawing/2014/main" id="{F9BB011A-568C-4B05-AE57-EB000B2FD8BB}"/>
              </a:ext>
            </a:extLst>
          </p:cNvPr>
          <p:cNvSpPr txBox="1"/>
          <p:nvPr userDrawn="1"/>
        </p:nvSpPr>
        <p:spPr>
          <a:xfrm>
            <a:off x="554736" y="1289273"/>
            <a:ext cx="381515"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solidFill>
                  <a:schemeClr val="accent6"/>
                </a:solidFill>
              </a:defRPr>
            </a:lvl1pPr>
          </a:lstStyle>
          <a:p>
            <a:pPr lvl="0" rtl="0"/>
            <a:r>
              <a:rPr lang="it-IT"/>
              <a:t>STICKER</a:t>
            </a:r>
          </a:p>
        </p:txBody>
      </p:sp>
      <p:sp>
        <p:nvSpPr>
          <p:cNvPr id="169" name="ACET" hidden="1">
            <a:extLst>
              <a:ext uri="{FF2B5EF4-FFF2-40B4-BE49-F238E27FC236}">
                <a16:creationId xmlns:a16="http://schemas.microsoft.com/office/drawing/2014/main" id="{62CF7362-20CB-4908-AFFE-D4E2B9A5DF3B}"/>
              </a:ext>
            </a:extLst>
          </p:cNvPr>
          <p:cNvSpPr txBox="1"/>
          <p:nvPr userDrawn="1">
            <p:custDataLst>
              <p:tags r:id="rId27"/>
            </p:custDataLst>
          </p:nvPr>
        </p:nvSpPr>
        <p:spPr>
          <a:xfrm>
            <a:off x="5987738" y="2170800"/>
            <a:ext cx="3049253" cy="569387"/>
          </a:xfrm>
          <a:prstGeom prst="rect">
            <a:avLst/>
          </a:prstGeom>
        </p:spPr>
        <p:txBody>
          <a:bodyPr vert="horz" wrap="square" lIns="0" tIns="0" rIns="0" bIns="0" rtlCol="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it-IT"/>
              <a:t>Above Chart Exhibit Title</a:t>
            </a:r>
          </a:p>
          <a:p>
            <a:pPr lvl="0" rtl="0"/>
            <a:r>
              <a:rPr lang="it-IT" b="0"/>
              <a:t>Unit of Measure</a:t>
            </a:r>
          </a:p>
        </p:txBody>
      </p:sp>
      <p:sp>
        <p:nvSpPr>
          <p:cNvPr id="5" name="Text Placeholder 4">
            <a:extLst>
              <a:ext uri="{FF2B5EF4-FFF2-40B4-BE49-F238E27FC236}">
                <a16:creationId xmlns:a16="http://schemas.microsoft.com/office/drawing/2014/main" id="{4C1F3293-4EFE-461D-940D-7EE66BAE31C5}"/>
              </a:ext>
            </a:extLst>
          </p:cNvPr>
          <p:cNvSpPr>
            <a:spLocks noGrp="1"/>
          </p:cNvSpPr>
          <p:nvPr>
            <p:ph type="body" idx="1"/>
          </p:nvPr>
        </p:nvSpPr>
        <p:spPr>
          <a:xfrm>
            <a:off x="554736" y="2170800"/>
            <a:ext cx="3757439" cy="1384995"/>
          </a:xfrm>
          <a:prstGeom prst="rect">
            <a:avLst/>
          </a:prstGeom>
        </p:spPr>
        <p:txBody>
          <a:bodyPr vert="horz" wrap="square" lIns="0" tIns="0" rIns="0" bIns="0" rtlCol="0">
            <a:spAutoFit/>
          </a:bodyPr>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p>
        </p:txBody>
      </p:sp>
      <p:grpSp>
        <p:nvGrpSpPr>
          <p:cNvPr id="170" name="LegendLines" hidden="1">
            <a:extLst>
              <a:ext uri="{FF2B5EF4-FFF2-40B4-BE49-F238E27FC236}">
                <a16:creationId xmlns:a16="http://schemas.microsoft.com/office/drawing/2014/main" id="{487D6645-FB6F-4155-9002-A143204F3516}"/>
              </a:ext>
            </a:extLst>
          </p:cNvPr>
          <p:cNvGrpSpPr/>
          <p:nvPr userDrawn="1"/>
        </p:nvGrpSpPr>
        <p:grpSpPr>
          <a:xfrm>
            <a:off x="10317304" y="3165612"/>
            <a:ext cx="1297518" cy="927508"/>
            <a:chOff x="10162879" y="3259161"/>
            <a:chExt cx="1297518" cy="927508"/>
          </a:xfrm>
        </p:grpSpPr>
        <p:sp>
          <p:nvSpPr>
            <p:cNvPr id="172" name="Legend1" hidden="1">
              <a:extLst>
                <a:ext uri="{FF2B5EF4-FFF2-40B4-BE49-F238E27FC236}">
                  <a16:creationId xmlns:a16="http://schemas.microsoft.com/office/drawing/2014/main" id="{8EC5EE51-C6C2-4FD7-9CAF-923DD6A87B7C}"/>
                </a:ext>
              </a:extLst>
            </p:cNvPr>
            <p:cNvSpPr txBox="1"/>
            <p:nvPr/>
          </p:nvSpPr>
          <p:spPr>
            <a:xfrm>
              <a:off x="10886522" y="3259161"/>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173" name="Legend2" hidden="1">
              <a:extLst>
                <a:ext uri="{FF2B5EF4-FFF2-40B4-BE49-F238E27FC236}">
                  <a16:creationId xmlns:a16="http://schemas.microsoft.com/office/drawing/2014/main" id="{25AD162E-84D8-4B86-A9FE-E6E98248EFD1}"/>
                </a:ext>
              </a:extLst>
            </p:cNvPr>
            <p:cNvSpPr txBox="1"/>
            <p:nvPr/>
          </p:nvSpPr>
          <p:spPr>
            <a:xfrm>
              <a:off x="10886522" y="3630582"/>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174" name="Legend3" hidden="1">
              <a:extLst>
                <a:ext uri="{FF2B5EF4-FFF2-40B4-BE49-F238E27FC236}">
                  <a16:creationId xmlns:a16="http://schemas.microsoft.com/office/drawing/2014/main" id="{10C494FE-4F51-4587-99E1-CB74B3C022C4}"/>
                </a:ext>
              </a:extLst>
            </p:cNvPr>
            <p:cNvSpPr txBox="1"/>
            <p:nvPr/>
          </p:nvSpPr>
          <p:spPr>
            <a:xfrm>
              <a:off x="10886522" y="4002003"/>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175" name="LineLegend3" hidden="1">
              <a:extLst>
                <a:ext uri="{FF2B5EF4-FFF2-40B4-BE49-F238E27FC236}">
                  <a16:creationId xmlns:a16="http://schemas.microsoft.com/office/drawing/2014/main" id="{F7A46DAB-F2C1-427E-86F3-A4106CF8C368}"/>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rtl="0"/>
              <a:endParaRPr lang="it-IT" sz="1200" baseline="0">
                <a:solidFill>
                  <a:schemeClr val="accent6"/>
                </a:solidFill>
                <a:ea typeface="+mn-ea"/>
              </a:endParaRPr>
            </a:p>
          </p:txBody>
        </p:sp>
        <p:sp>
          <p:nvSpPr>
            <p:cNvPr id="176" name="LineLegend2" hidden="1">
              <a:extLst>
                <a:ext uri="{FF2B5EF4-FFF2-40B4-BE49-F238E27FC236}">
                  <a16:creationId xmlns:a16="http://schemas.microsoft.com/office/drawing/2014/main" id="{8C652453-4B68-4920-AC8E-D05ACB0E4CD1}"/>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rtl="0"/>
              <a:endParaRPr lang="it-IT" sz="1200" baseline="0">
                <a:solidFill>
                  <a:schemeClr val="accent6"/>
                </a:solidFill>
                <a:ea typeface="+mn-ea"/>
              </a:endParaRPr>
            </a:p>
          </p:txBody>
        </p:sp>
        <p:sp>
          <p:nvSpPr>
            <p:cNvPr id="177" name="LineLegend1" hidden="1">
              <a:extLst>
                <a:ext uri="{FF2B5EF4-FFF2-40B4-BE49-F238E27FC236}">
                  <a16:creationId xmlns:a16="http://schemas.microsoft.com/office/drawing/2014/main" id="{88270F0C-7F80-41CD-9404-489E6328697B}"/>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rtl="0"/>
              <a:endParaRPr lang="it-IT" sz="1200" baseline="0">
                <a:solidFill>
                  <a:schemeClr val="accent6"/>
                </a:solidFill>
                <a:ea typeface="+mn-ea"/>
              </a:endParaRPr>
            </a:p>
          </p:txBody>
        </p:sp>
      </p:grpSp>
      <p:grpSp>
        <p:nvGrpSpPr>
          <p:cNvPr id="178" name="LegendMoons" hidden="1">
            <a:extLst>
              <a:ext uri="{FF2B5EF4-FFF2-40B4-BE49-F238E27FC236}">
                <a16:creationId xmlns:a16="http://schemas.microsoft.com/office/drawing/2014/main" id="{4B5BB371-61BE-4C84-B3B7-022B23C9A4FB}"/>
              </a:ext>
            </a:extLst>
          </p:cNvPr>
          <p:cNvGrpSpPr/>
          <p:nvPr userDrawn="1"/>
        </p:nvGrpSpPr>
        <p:grpSpPr>
          <a:xfrm>
            <a:off x="10688315" y="1145373"/>
            <a:ext cx="926507" cy="1731859"/>
            <a:chOff x="7723680" y="1702457"/>
            <a:chExt cx="926507" cy="1731859"/>
          </a:xfrm>
        </p:grpSpPr>
        <p:sp>
          <p:nvSpPr>
            <p:cNvPr id="186" name="Legend1" hidden="1">
              <a:extLst>
                <a:ext uri="{FF2B5EF4-FFF2-40B4-BE49-F238E27FC236}">
                  <a16:creationId xmlns:a16="http://schemas.microsoft.com/office/drawing/2014/main" id="{537BD51B-96C9-4FD5-BB83-2E3CE34EE3D8}"/>
                </a:ext>
              </a:extLst>
            </p:cNvPr>
            <p:cNvSpPr txBox="1"/>
            <p:nvPr/>
          </p:nvSpPr>
          <p:spPr>
            <a:xfrm>
              <a:off x="8076312" y="1725205"/>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198" name="Legend2" hidden="1">
              <a:extLst>
                <a:ext uri="{FF2B5EF4-FFF2-40B4-BE49-F238E27FC236}">
                  <a16:creationId xmlns:a16="http://schemas.microsoft.com/office/drawing/2014/main" id="{4E47A7F3-5FD8-4618-A429-5084A93A2457}"/>
                </a:ext>
              </a:extLst>
            </p:cNvPr>
            <p:cNvSpPr txBox="1"/>
            <p:nvPr/>
          </p:nvSpPr>
          <p:spPr>
            <a:xfrm>
              <a:off x="8076312" y="2100664"/>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199" name="Legend3" hidden="1">
              <a:extLst>
                <a:ext uri="{FF2B5EF4-FFF2-40B4-BE49-F238E27FC236}">
                  <a16:creationId xmlns:a16="http://schemas.microsoft.com/office/drawing/2014/main" id="{3FBD13E3-32FE-49B7-97D6-4B2B2211FD44}"/>
                </a:ext>
              </a:extLst>
            </p:cNvPr>
            <p:cNvSpPr txBox="1"/>
            <p:nvPr/>
          </p:nvSpPr>
          <p:spPr>
            <a:xfrm>
              <a:off x="8076312" y="2476123"/>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00" name="Legend4" hidden="1">
              <a:extLst>
                <a:ext uri="{FF2B5EF4-FFF2-40B4-BE49-F238E27FC236}">
                  <a16:creationId xmlns:a16="http://schemas.microsoft.com/office/drawing/2014/main" id="{AEDD9FE0-1BF6-4D5D-9E72-67FBB2EC23FC}"/>
                </a:ext>
              </a:extLst>
            </p:cNvPr>
            <p:cNvSpPr txBox="1"/>
            <p:nvPr/>
          </p:nvSpPr>
          <p:spPr>
            <a:xfrm>
              <a:off x="8076312" y="2851582"/>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01" name="Legend5" hidden="1">
              <a:extLst>
                <a:ext uri="{FF2B5EF4-FFF2-40B4-BE49-F238E27FC236}">
                  <a16:creationId xmlns:a16="http://schemas.microsoft.com/office/drawing/2014/main" id="{3207816F-A3D3-4D13-9FBE-9312425A7C94}"/>
                </a:ext>
              </a:extLst>
            </p:cNvPr>
            <p:cNvSpPr txBox="1"/>
            <p:nvPr/>
          </p:nvSpPr>
          <p:spPr>
            <a:xfrm>
              <a:off x="8076312" y="3227043"/>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grpSp>
          <p:nvGrpSpPr>
            <p:cNvPr id="202" name="MoonLegend1" hidden="1">
              <a:extLst>
                <a:ext uri="{FF2B5EF4-FFF2-40B4-BE49-F238E27FC236}">
                  <a16:creationId xmlns:a16="http://schemas.microsoft.com/office/drawing/2014/main" id="{55C6FC3B-B11F-43B0-B69A-1994270BD568}"/>
                </a:ext>
              </a:extLst>
            </p:cNvPr>
            <p:cNvGrpSpPr>
              <a:grpSpLocks noChangeAspect="1"/>
            </p:cNvGrpSpPr>
            <p:nvPr>
              <p:custDataLst>
                <p:tags r:id="rId28"/>
              </p:custDataLst>
            </p:nvPr>
          </p:nvGrpSpPr>
          <p:grpSpPr>
            <a:xfrm>
              <a:off x="7723680" y="1702457"/>
              <a:ext cx="228600" cy="228600"/>
              <a:chOff x="762000" y="1270000"/>
              <a:chExt cx="254000" cy="254000"/>
            </a:xfrm>
          </p:grpSpPr>
          <p:sp>
            <p:nvSpPr>
              <p:cNvPr id="215" name="Oval 214" hidden="1">
                <a:extLst>
                  <a:ext uri="{FF2B5EF4-FFF2-40B4-BE49-F238E27FC236}">
                    <a16:creationId xmlns:a16="http://schemas.microsoft.com/office/drawing/2014/main" id="{06969340-4495-42E3-A96B-4AE1C8DB1496}"/>
                  </a:ext>
                </a:extLst>
              </p:cNvPr>
              <p:cNvSpPr/>
              <p:nvPr>
                <p:custDataLst>
                  <p:tags r:id="rId4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endParaRPr lang="it-IT" sz="1200">
                  <a:solidFill>
                    <a:schemeClr val="accent6"/>
                  </a:solidFill>
                </a:endParaRPr>
              </a:p>
            </p:txBody>
          </p:sp>
          <p:sp>
            <p:nvSpPr>
              <p:cNvPr id="216" name="Arc 215" hidden="1">
                <a:extLst>
                  <a:ext uri="{FF2B5EF4-FFF2-40B4-BE49-F238E27FC236}">
                    <a16:creationId xmlns:a16="http://schemas.microsoft.com/office/drawing/2014/main" id="{5B5BD47E-2D42-451B-8538-A99042685C89}"/>
                  </a:ext>
                </a:extLst>
              </p:cNvPr>
              <p:cNvSpPr/>
              <p:nvPr>
                <p:custDataLst>
                  <p:tags r:id="rId42"/>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rtl="0"/>
                <a:endParaRPr lang="it-IT" sz="1200">
                  <a:solidFill>
                    <a:schemeClr val="accent6"/>
                  </a:solidFill>
                </a:endParaRPr>
              </a:p>
            </p:txBody>
          </p:sp>
        </p:grpSp>
        <p:grpSp>
          <p:nvGrpSpPr>
            <p:cNvPr id="203" name="MoonLegend2" hidden="1">
              <a:extLst>
                <a:ext uri="{FF2B5EF4-FFF2-40B4-BE49-F238E27FC236}">
                  <a16:creationId xmlns:a16="http://schemas.microsoft.com/office/drawing/2014/main" id="{5FB0BAF9-A786-4DC5-A13E-4E7E6A54CE8C}"/>
                </a:ext>
              </a:extLst>
            </p:cNvPr>
            <p:cNvGrpSpPr>
              <a:grpSpLocks noChangeAspect="1"/>
            </p:cNvGrpSpPr>
            <p:nvPr>
              <p:custDataLst>
                <p:tags r:id="rId29"/>
              </p:custDataLst>
            </p:nvPr>
          </p:nvGrpSpPr>
          <p:grpSpPr>
            <a:xfrm>
              <a:off x="7723680" y="2078270"/>
              <a:ext cx="228600" cy="228600"/>
              <a:chOff x="762000" y="1270000"/>
              <a:chExt cx="254000" cy="254000"/>
            </a:xfrm>
          </p:grpSpPr>
          <p:sp>
            <p:nvSpPr>
              <p:cNvPr id="213" name="Oval 212" hidden="1">
                <a:extLst>
                  <a:ext uri="{FF2B5EF4-FFF2-40B4-BE49-F238E27FC236}">
                    <a16:creationId xmlns:a16="http://schemas.microsoft.com/office/drawing/2014/main" id="{17B71139-A637-493F-B0E2-83B0699DA17A}"/>
                  </a:ext>
                </a:extLst>
              </p:cNvPr>
              <p:cNvSpPr/>
              <p:nvPr>
                <p:custDataLst>
                  <p:tags r:id="rId3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endParaRPr lang="it-IT" sz="1200">
                  <a:solidFill>
                    <a:schemeClr val="accent6"/>
                  </a:solidFill>
                </a:endParaRPr>
              </a:p>
            </p:txBody>
          </p:sp>
          <p:sp>
            <p:nvSpPr>
              <p:cNvPr id="214" name="Arc 213" hidden="1">
                <a:extLst>
                  <a:ext uri="{FF2B5EF4-FFF2-40B4-BE49-F238E27FC236}">
                    <a16:creationId xmlns:a16="http://schemas.microsoft.com/office/drawing/2014/main" id="{F1B9201C-6B12-4281-99F5-DE33C9A731CD}"/>
                  </a:ext>
                </a:extLst>
              </p:cNvPr>
              <p:cNvSpPr/>
              <p:nvPr>
                <p:custDataLst>
                  <p:tags r:id="rId40"/>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rtl="0"/>
                <a:endParaRPr lang="it-IT" sz="1200">
                  <a:solidFill>
                    <a:schemeClr val="accent6"/>
                  </a:solidFill>
                </a:endParaRPr>
              </a:p>
            </p:txBody>
          </p:sp>
        </p:grpSp>
        <p:grpSp>
          <p:nvGrpSpPr>
            <p:cNvPr id="204" name="MoonLegend3" hidden="1">
              <a:extLst>
                <a:ext uri="{FF2B5EF4-FFF2-40B4-BE49-F238E27FC236}">
                  <a16:creationId xmlns:a16="http://schemas.microsoft.com/office/drawing/2014/main" id="{B6633C64-153F-4205-9182-AC87EC8479F5}"/>
                </a:ext>
              </a:extLst>
            </p:cNvPr>
            <p:cNvGrpSpPr>
              <a:grpSpLocks noChangeAspect="1"/>
            </p:cNvGrpSpPr>
            <p:nvPr>
              <p:custDataLst>
                <p:tags r:id="rId30"/>
              </p:custDataLst>
            </p:nvPr>
          </p:nvGrpSpPr>
          <p:grpSpPr>
            <a:xfrm>
              <a:off x="7723680" y="2454085"/>
              <a:ext cx="228600" cy="228600"/>
              <a:chOff x="762000" y="1270000"/>
              <a:chExt cx="254000" cy="254000"/>
            </a:xfrm>
          </p:grpSpPr>
          <p:sp>
            <p:nvSpPr>
              <p:cNvPr id="211" name="Oval 210" hidden="1">
                <a:extLst>
                  <a:ext uri="{FF2B5EF4-FFF2-40B4-BE49-F238E27FC236}">
                    <a16:creationId xmlns:a16="http://schemas.microsoft.com/office/drawing/2014/main" id="{82C62FC8-0132-4AB9-B5B5-E909C9F7EDA0}"/>
                  </a:ext>
                </a:extLst>
              </p:cNvPr>
              <p:cNvSpPr/>
              <p:nvPr>
                <p:custDataLst>
                  <p:tags r:id="rId3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endParaRPr lang="it-IT" sz="1200">
                  <a:solidFill>
                    <a:schemeClr val="accent6"/>
                  </a:solidFill>
                </a:endParaRPr>
              </a:p>
            </p:txBody>
          </p:sp>
          <p:sp>
            <p:nvSpPr>
              <p:cNvPr id="212" name="Arc 211" hidden="1">
                <a:extLst>
                  <a:ext uri="{FF2B5EF4-FFF2-40B4-BE49-F238E27FC236}">
                    <a16:creationId xmlns:a16="http://schemas.microsoft.com/office/drawing/2014/main" id="{42292166-5B3B-4505-ACAB-0FC230686AC5}"/>
                  </a:ext>
                </a:extLst>
              </p:cNvPr>
              <p:cNvSpPr/>
              <p:nvPr>
                <p:custDataLst>
                  <p:tags r:id="rId38"/>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rtl="0"/>
                <a:endParaRPr lang="it-IT" sz="1200">
                  <a:solidFill>
                    <a:schemeClr val="accent6"/>
                  </a:solidFill>
                </a:endParaRPr>
              </a:p>
            </p:txBody>
          </p:sp>
        </p:grpSp>
        <p:grpSp>
          <p:nvGrpSpPr>
            <p:cNvPr id="205" name="MoonLegend4" hidden="1">
              <a:extLst>
                <a:ext uri="{FF2B5EF4-FFF2-40B4-BE49-F238E27FC236}">
                  <a16:creationId xmlns:a16="http://schemas.microsoft.com/office/drawing/2014/main" id="{B5D90304-5C2E-4C04-91EC-D159673CDD98}"/>
                </a:ext>
              </a:extLst>
            </p:cNvPr>
            <p:cNvGrpSpPr>
              <a:grpSpLocks noChangeAspect="1"/>
            </p:cNvGrpSpPr>
            <p:nvPr>
              <p:custDataLst>
                <p:tags r:id="rId31"/>
              </p:custDataLst>
            </p:nvPr>
          </p:nvGrpSpPr>
          <p:grpSpPr>
            <a:xfrm>
              <a:off x="7723680" y="2829900"/>
              <a:ext cx="228600" cy="228600"/>
              <a:chOff x="762000" y="1270000"/>
              <a:chExt cx="254000" cy="254000"/>
            </a:xfrm>
          </p:grpSpPr>
          <p:sp>
            <p:nvSpPr>
              <p:cNvPr id="209" name="Oval 208" hidden="1">
                <a:extLst>
                  <a:ext uri="{FF2B5EF4-FFF2-40B4-BE49-F238E27FC236}">
                    <a16:creationId xmlns:a16="http://schemas.microsoft.com/office/drawing/2014/main" id="{B4C97950-5AAA-4FBD-BBB9-2FDDBCC51869}"/>
                  </a:ext>
                </a:extLst>
              </p:cNvPr>
              <p:cNvSpPr/>
              <p:nvPr>
                <p:custDataLst>
                  <p:tags r:id="rId3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endParaRPr lang="it-IT" sz="1200">
                  <a:solidFill>
                    <a:schemeClr val="accent6"/>
                  </a:solidFill>
                </a:endParaRPr>
              </a:p>
            </p:txBody>
          </p:sp>
          <p:sp>
            <p:nvSpPr>
              <p:cNvPr id="210" name="Arc 209" hidden="1">
                <a:extLst>
                  <a:ext uri="{FF2B5EF4-FFF2-40B4-BE49-F238E27FC236}">
                    <a16:creationId xmlns:a16="http://schemas.microsoft.com/office/drawing/2014/main" id="{68728E28-D97A-4A23-AA8E-18B892AA4A56}"/>
                  </a:ext>
                </a:extLst>
              </p:cNvPr>
              <p:cNvSpPr/>
              <p:nvPr>
                <p:custDataLst>
                  <p:tags r:id="rId36"/>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rtl="0"/>
                <a:endParaRPr lang="it-IT" sz="1200">
                  <a:solidFill>
                    <a:schemeClr val="accent6"/>
                  </a:solidFill>
                </a:endParaRPr>
              </a:p>
            </p:txBody>
          </p:sp>
        </p:grpSp>
        <p:grpSp>
          <p:nvGrpSpPr>
            <p:cNvPr id="206" name="MoonLegend5" hidden="1">
              <a:extLst>
                <a:ext uri="{FF2B5EF4-FFF2-40B4-BE49-F238E27FC236}">
                  <a16:creationId xmlns:a16="http://schemas.microsoft.com/office/drawing/2014/main" id="{6CC9AD5E-F869-4B18-8D18-F52BDA73B0E1}"/>
                </a:ext>
              </a:extLst>
            </p:cNvPr>
            <p:cNvGrpSpPr>
              <a:grpSpLocks noChangeAspect="1"/>
            </p:cNvGrpSpPr>
            <p:nvPr>
              <p:custDataLst>
                <p:tags r:id="rId32"/>
              </p:custDataLst>
            </p:nvPr>
          </p:nvGrpSpPr>
          <p:grpSpPr>
            <a:xfrm>
              <a:off x="7723680" y="3205716"/>
              <a:ext cx="228600" cy="228600"/>
              <a:chOff x="762000" y="1270000"/>
              <a:chExt cx="254000" cy="254000"/>
            </a:xfrm>
          </p:grpSpPr>
          <p:sp>
            <p:nvSpPr>
              <p:cNvPr id="207" name="Oval 206" hidden="1">
                <a:extLst>
                  <a:ext uri="{FF2B5EF4-FFF2-40B4-BE49-F238E27FC236}">
                    <a16:creationId xmlns:a16="http://schemas.microsoft.com/office/drawing/2014/main" id="{5F3FB46A-5585-4039-AFB6-E2DC327AEA86}"/>
                  </a:ext>
                </a:extLst>
              </p:cNvPr>
              <p:cNvSpPr/>
              <p:nvPr>
                <p:custDataLst>
                  <p:tags r:id="rId3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endParaRPr lang="it-IT" sz="1200">
                  <a:solidFill>
                    <a:schemeClr val="accent6"/>
                  </a:solidFill>
                </a:endParaRPr>
              </a:p>
            </p:txBody>
          </p:sp>
          <p:sp>
            <p:nvSpPr>
              <p:cNvPr id="208" name="Arc 207" hidden="1">
                <a:extLst>
                  <a:ext uri="{FF2B5EF4-FFF2-40B4-BE49-F238E27FC236}">
                    <a16:creationId xmlns:a16="http://schemas.microsoft.com/office/drawing/2014/main" id="{46FFDC73-D7D4-4A87-8C81-A0140D8BDCBF}"/>
                  </a:ext>
                </a:extLst>
              </p:cNvPr>
              <p:cNvSpPr/>
              <p:nvPr>
                <p:custDataLst>
                  <p:tags r:id="rId34"/>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rtl="0"/>
                <a:endParaRPr lang="it-IT" sz="1200">
                  <a:solidFill>
                    <a:schemeClr val="accent6"/>
                  </a:solidFill>
                </a:endParaRPr>
              </a:p>
            </p:txBody>
          </p:sp>
        </p:grpSp>
      </p:grpSp>
      <p:grpSp>
        <p:nvGrpSpPr>
          <p:cNvPr id="217" name="LegendBoxes" hidden="1">
            <a:extLst>
              <a:ext uri="{FF2B5EF4-FFF2-40B4-BE49-F238E27FC236}">
                <a16:creationId xmlns:a16="http://schemas.microsoft.com/office/drawing/2014/main" id="{C80DB8CA-2969-40F1-AD0E-0E24B5CD1F37}"/>
              </a:ext>
            </a:extLst>
          </p:cNvPr>
          <p:cNvGrpSpPr/>
          <p:nvPr userDrawn="1"/>
        </p:nvGrpSpPr>
        <p:grpSpPr>
          <a:xfrm>
            <a:off x="10714801" y="4396889"/>
            <a:ext cx="900021" cy="1686504"/>
            <a:chOff x="10652400" y="4338213"/>
            <a:chExt cx="900021" cy="1686504"/>
          </a:xfrm>
        </p:grpSpPr>
        <p:sp>
          <p:nvSpPr>
            <p:cNvPr id="218" name="RectangleLegend1" hidden="1">
              <a:extLst>
                <a:ext uri="{FF2B5EF4-FFF2-40B4-BE49-F238E27FC236}">
                  <a16:creationId xmlns:a16="http://schemas.microsoft.com/office/drawing/2014/main" id="{D18139B3-DF0B-4653-A991-2326AB2F53E7}"/>
                </a:ext>
              </a:extLst>
            </p:cNvPr>
            <p:cNvSpPr/>
            <p:nvPr/>
          </p:nvSpPr>
          <p:spPr>
            <a:xfrm>
              <a:off x="1065240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sz="1200">
                <a:solidFill>
                  <a:schemeClr val="accent6"/>
                </a:solidFill>
              </a:endParaRPr>
            </a:p>
          </p:txBody>
        </p:sp>
        <p:sp>
          <p:nvSpPr>
            <p:cNvPr id="219" name="RectangleLegend2" hidden="1">
              <a:extLst>
                <a:ext uri="{FF2B5EF4-FFF2-40B4-BE49-F238E27FC236}">
                  <a16:creationId xmlns:a16="http://schemas.microsoft.com/office/drawing/2014/main" id="{940EC9A3-6797-4FD3-AECC-5237E9F89503}"/>
                </a:ext>
              </a:extLst>
            </p:cNvPr>
            <p:cNvSpPr/>
            <p:nvPr/>
          </p:nvSpPr>
          <p:spPr>
            <a:xfrm>
              <a:off x="1065240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sz="1200">
                <a:solidFill>
                  <a:schemeClr val="accent6"/>
                </a:solidFill>
              </a:endParaRPr>
            </a:p>
          </p:txBody>
        </p:sp>
        <p:sp>
          <p:nvSpPr>
            <p:cNvPr id="220" name="RectangleLegend3" hidden="1">
              <a:extLst>
                <a:ext uri="{FF2B5EF4-FFF2-40B4-BE49-F238E27FC236}">
                  <a16:creationId xmlns:a16="http://schemas.microsoft.com/office/drawing/2014/main" id="{07AD0650-D65E-4500-8330-9A9F1B7E4A20}"/>
                </a:ext>
              </a:extLst>
            </p:cNvPr>
            <p:cNvSpPr/>
            <p:nvPr/>
          </p:nvSpPr>
          <p:spPr>
            <a:xfrm>
              <a:off x="1065240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sz="1200">
                <a:solidFill>
                  <a:schemeClr val="accent6"/>
                </a:solidFill>
              </a:endParaRPr>
            </a:p>
          </p:txBody>
        </p:sp>
        <p:sp>
          <p:nvSpPr>
            <p:cNvPr id="221" name="RectangleLegend4" hidden="1">
              <a:extLst>
                <a:ext uri="{FF2B5EF4-FFF2-40B4-BE49-F238E27FC236}">
                  <a16:creationId xmlns:a16="http://schemas.microsoft.com/office/drawing/2014/main" id="{BBD361AB-47A7-4C5E-8C70-DAA32F09C7B7}"/>
                </a:ext>
              </a:extLst>
            </p:cNvPr>
            <p:cNvSpPr/>
            <p:nvPr/>
          </p:nvSpPr>
          <p:spPr>
            <a:xfrm>
              <a:off x="1065240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sz="1200">
                <a:solidFill>
                  <a:schemeClr val="accent6"/>
                </a:solidFill>
              </a:endParaRPr>
            </a:p>
          </p:txBody>
        </p:sp>
        <p:sp>
          <p:nvSpPr>
            <p:cNvPr id="222" name="RectangleLegend5" hidden="1">
              <a:extLst>
                <a:ext uri="{FF2B5EF4-FFF2-40B4-BE49-F238E27FC236}">
                  <a16:creationId xmlns:a16="http://schemas.microsoft.com/office/drawing/2014/main" id="{5334252E-604D-4804-BC74-0C1D84C2939F}"/>
                </a:ext>
              </a:extLst>
            </p:cNvPr>
            <p:cNvSpPr/>
            <p:nvPr/>
          </p:nvSpPr>
          <p:spPr>
            <a:xfrm>
              <a:off x="1065240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t-IT" sz="1200">
                <a:solidFill>
                  <a:schemeClr val="accent6"/>
                </a:solidFill>
              </a:endParaRPr>
            </a:p>
          </p:txBody>
        </p:sp>
        <p:sp>
          <p:nvSpPr>
            <p:cNvPr id="223" name="Legend1" hidden="1">
              <a:extLst>
                <a:ext uri="{FF2B5EF4-FFF2-40B4-BE49-F238E27FC236}">
                  <a16:creationId xmlns:a16="http://schemas.microsoft.com/office/drawing/2014/main" id="{CF6A7E39-1665-4D64-99D8-471077D86818}"/>
                </a:ext>
              </a:extLst>
            </p:cNvPr>
            <p:cNvSpPr txBox="1"/>
            <p:nvPr/>
          </p:nvSpPr>
          <p:spPr>
            <a:xfrm>
              <a:off x="10978546" y="4338213"/>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24" name="Legend2" hidden="1">
              <a:extLst>
                <a:ext uri="{FF2B5EF4-FFF2-40B4-BE49-F238E27FC236}">
                  <a16:creationId xmlns:a16="http://schemas.microsoft.com/office/drawing/2014/main" id="{2CA57C3A-D815-4130-BADF-53FDDAB4E0A7}"/>
                </a:ext>
              </a:extLst>
            </p:cNvPr>
            <p:cNvSpPr txBox="1"/>
            <p:nvPr/>
          </p:nvSpPr>
          <p:spPr>
            <a:xfrm>
              <a:off x="10978546" y="4717711"/>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25" name="Legend3" hidden="1">
              <a:extLst>
                <a:ext uri="{FF2B5EF4-FFF2-40B4-BE49-F238E27FC236}">
                  <a16:creationId xmlns:a16="http://schemas.microsoft.com/office/drawing/2014/main" id="{00297F41-4514-43B9-A74B-2D7350582E0A}"/>
                </a:ext>
              </a:extLst>
            </p:cNvPr>
            <p:cNvSpPr txBox="1"/>
            <p:nvPr/>
          </p:nvSpPr>
          <p:spPr>
            <a:xfrm>
              <a:off x="10978546" y="5097209"/>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26" name="Legend4" hidden="1">
              <a:extLst>
                <a:ext uri="{FF2B5EF4-FFF2-40B4-BE49-F238E27FC236}">
                  <a16:creationId xmlns:a16="http://schemas.microsoft.com/office/drawing/2014/main" id="{4A8EFB80-589B-4B68-A2D0-02C4254A5C94}"/>
                </a:ext>
              </a:extLst>
            </p:cNvPr>
            <p:cNvSpPr txBox="1"/>
            <p:nvPr/>
          </p:nvSpPr>
          <p:spPr>
            <a:xfrm>
              <a:off x="10978546" y="5468630"/>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sp>
          <p:nvSpPr>
            <p:cNvPr id="227" name="Legend5" hidden="1">
              <a:extLst>
                <a:ext uri="{FF2B5EF4-FFF2-40B4-BE49-F238E27FC236}">
                  <a16:creationId xmlns:a16="http://schemas.microsoft.com/office/drawing/2014/main" id="{B1C80673-6282-463E-889D-AE418BF95E50}"/>
                </a:ext>
              </a:extLst>
            </p:cNvPr>
            <p:cNvSpPr txBox="1"/>
            <p:nvPr/>
          </p:nvSpPr>
          <p:spPr>
            <a:xfrm>
              <a:off x="10978545" y="5840051"/>
              <a:ext cx="573875" cy="184666"/>
            </a:xfrm>
            <a:prstGeom prst="rect">
              <a:avLst/>
            </a:prstGeom>
            <a:noFill/>
            <a:ln>
              <a:noFill/>
              <a:miter lim="800000"/>
            </a:ln>
          </p:spPr>
          <p:txBody>
            <a:bodyPr wrap="none" lIns="0" tIns="0" rIns="0" bIns="0" rtlCol="0" anchor="t" anchorCtr="0">
              <a:spAutoFit/>
            </a:bodyPr>
            <a:lstStyle/>
            <a:p>
              <a:pPr rtl="0">
                <a:spcAft>
                  <a:spcPts val="600"/>
                </a:spcAft>
              </a:pPr>
              <a:r>
                <a:rPr lang="it-IT" sz="1200">
                  <a:solidFill>
                    <a:schemeClr val="accent6"/>
                  </a:solidFill>
                </a:rPr>
                <a:t>Legend</a:t>
              </a:r>
            </a:p>
          </p:txBody>
        </p:sp>
      </p:grpSp>
    </p:spTree>
    <p:extLst>
      <p:ext uri="{BB962C8B-B14F-4D97-AF65-F5344CB8AC3E}">
        <p14:creationId xmlns:p14="http://schemas.microsoft.com/office/powerpoint/2010/main" val="162679934"/>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62"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3" r:id="rId12"/>
    <p:sldLayoutId id="2147483854" r:id="rId13"/>
    <p:sldLayoutId id="2147483855" r:id="rId14"/>
    <p:sldLayoutId id="2147483856" r:id="rId15"/>
    <p:sldLayoutId id="2147483857" r:id="rId16"/>
    <p:sldLayoutId id="2147483858" r:id="rId17"/>
    <p:sldLayoutId id="2147483859" r:id="rId18"/>
    <p:sldLayoutId id="2147483863" r:id="rId19"/>
    <p:sldLayoutId id="2147483864" r:id="rId20"/>
  </p:sldLayoutIdLst>
  <p:txStyles>
    <p:titleStyle>
      <a:lvl1pPr algn="l" defTabSz="914400" rtl="0" eaLnBrk="1" latinLnBrk="0" hangingPunct="1">
        <a:lnSpc>
          <a:spcPct val="100000"/>
        </a:lnSpc>
        <a:spcBef>
          <a:spcPct val="0"/>
        </a:spcBef>
        <a:buNone/>
        <a:defRPr lang="en-US" sz="2200" b="1" kern="1200" spc="0" baseline="0" dirty="0">
          <a:ln w="6350" cap="flat">
            <a:noFill/>
            <a:miter lim="800000"/>
          </a:ln>
          <a:solidFill>
            <a:schemeClr val="tx2"/>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None/>
        <a:defRPr lang="en-US" sz="1600" kern="1200" dirty="0">
          <a:solidFill>
            <a:schemeClr val="tx1"/>
          </a:solidFill>
          <a:latin typeface="+mn-lt"/>
          <a:ea typeface="+mn-ea"/>
          <a:cs typeface="Arial" panose="020B0604020202020204" pitchFamily="34" charset="0"/>
        </a:defRPr>
      </a:lvl1pPr>
      <a:lvl2pPr marL="211138" indent="-207963" algn="l" defTabSz="914400" rtl="0" eaLnBrk="1" latinLnBrk="0" hangingPunct="1">
        <a:lnSpc>
          <a:spcPct val="100000"/>
        </a:lnSpc>
        <a:spcBef>
          <a:spcPts val="0"/>
        </a:spcBef>
        <a:spcAft>
          <a:spcPts val="300"/>
        </a:spcAft>
        <a:buClr>
          <a:schemeClr val="tx2"/>
        </a:buClr>
        <a:buSzPct val="125000"/>
        <a:buFont typeface="Century Gothic" panose="020B0502020202020204" pitchFamily="34" charset="0"/>
        <a:buChar char="▪"/>
        <a:defRPr lang="en-US" sz="1600" kern="1200" dirty="0">
          <a:solidFill>
            <a:schemeClr val="tx1"/>
          </a:solidFill>
          <a:latin typeface="+mn-lt"/>
          <a:ea typeface="+mn-ea"/>
          <a:cs typeface="+mn-cs"/>
        </a:defRPr>
      </a:lvl2pPr>
      <a:lvl3pPr marL="442793" indent="-215997" algn="l" defTabSz="914400" rtl="0" eaLnBrk="1" latinLnBrk="0" hangingPunct="1">
        <a:lnSpc>
          <a:spcPct val="100000"/>
        </a:lnSpc>
        <a:spcBef>
          <a:spcPts val="0"/>
        </a:spcBef>
        <a:spcAft>
          <a:spcPts val="300"/>
        </a:spcAft>
        <a:buClr>
          <a:schemeClr val="tx2"/>
        </a:buClr>
        <a:buSzPct val="110000"/>
        <a:buFont typeface="Arial" panose="020B0604020202020204" pitchFamily="34" charset="0"/>
        <a:buChar char="‒"/>
        <a:defRPr lang="en-US" sz="1600" kern="1200" dirty="0">
          <a:solidFill>
            <a:schemeClr val="tx1"/>
          </a:solidFill>
          <a:latin typeface="+mn-lt"/>
          <a:ea typeface="+mn-ea"/>
          <a:cs typeface="+mn-cs"/>
        </a:defRPr>
      </a:lvl3pPr>
      <a:lvl4pPr marL="732142" indent="-285750" algn="l" defTabSz="914400" rtl="0" eaLnBrk="1" latinLnBrk="0" hangingPunct="1">
        <a:lnSpc>
          <a:spcPct val="100000"/>
        </a:lnSpc>
        <a:spcBef>
          <a:spcPts val="0"/>
        </a:spcBef>
        <a:spcAft>
          <a:spcPts val="300"/>
        </a:spcAft>
        <a:buClr>
          <a:schemeClr val="tx2"/>
        </a:buClr>
        <a:buSzPct val="120000"/>
        <a:buFont typeface="Century Gothic" panose="020B0502020202020204" pitchFamily="34" charset="0"/>
        <a:buChar char="▫"/>
        <a:defRPr lang="en-US" sz="1600" kern="1200" dirty="0">
          <a:solidFill>
            <a:schemeClr val="tx1"/>
          </a:solidFill>
          <a:latin typeface="+mn-lt"/>
          <a:ea typeface="+mn-ea"/>
          <a:cs typeface="+mn-cs"/>
        </a:defRPr>
      </a:lvl4pPr>
      <a:lvl5pPr marL="817187" indent="-147598" algn="l" defTabSz="914400" rtl="0" eaLnBrk="1" latinLnBrk="0" hangingPunct="1">
        <a:lnSpc>
          <a:spcPct val="100000"/>
        </a:lnSpc>
        <a:spcBef>
          <a:spcPts val="0"/>
        </a:spcBef>
        <a:spcAft>
          <a:spcPts val="300"/>
        </a:spcAft>
        <a:buClr>
          <a:schemeClr val="tx2"/>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ags" Target="../tags/tag230.xml"/><Relationship Id="rId2" Type="http://schemas.openxmlformats.org/officeDocument/2006/relationships/tags" Target="../tags/tag231.xml"/><Relationship Id="rId3" Type="http://schemas.openxmlformats.org/officeDocument/2006/relationships/tags" Target="../tags/tag232.xml"/><Relationship Id="rId4" Type="http://schemas.openxmlformats.org/officeDocument/2006/relationships/tags" Target="../tags/tag233.xml"/><Relationship Id="rId5" Type="http://schemas.openxmlformats.org/officeDocument/2006/relationships/slideLayout" Target="../slideLayouts/slideLayout13.xml"/><Relationship Id="rId6" Type="http://schemas.openxmlformats.org/officeDocument/2006/relationships/notesSlide" Target="../notesSlides/notesSlide1.xml"/><Relationship Id="rId7" Type="http://schemas.openxmlformats.org/officeDocument/2006/relationships/oleObject" Target="../embeddings/oleObject24.bin"/><Relationship Id="rId8" Type="http://schemas.openxmlformats.org/officeDocument/2006/relationships/image" Target="../media/image7.emf"/></Relationships>
</file>

<file path=ppt/slides/_rels/slide2.xml.rels><?xml version='1.0' encoding='UTF-8' standalone='yes'?>
<Relationships xmlns="http://schemas.openxmlformats.org/package/2006/relationships"><Relationship Id="rId1" Type="http://schemas.openxmlformats.org/officeDocument/2006/relationships/tags" Target="../tags/tag234.xml"/><Relationship Id="rId2" Type="http://schemas.openxmlformats.org/officeDocument/2006/relationships/tags" Target="../tags/tag235.xml"/><Relationship Id="rId3" Type="http://schemas.openxmlformats.org/officeDocument/2006/relationships/tags" Target="../tags/tag236.xml"/><Relationship Id="rId4" Type="http://schemas.openxmlformats.org/officeDocument/2006/relationships/tags" Target="../tags/tag237.xml"/><Relationship Id="rId5" Type="http://schemas.openxmlformats.org/officeDocument/2006/relationships/tags" Target="../tags/tag238.xml"/><Relationship Id="rId6" Type="http://schemas.openxmlformats.org/officeDocument/2006/relationships/tags" Target="../tags/tag239.xml"/><Relationship Id="rId7" Type="http://schemas.openxmlformats.org/officeDocument/2006/relationships/tags" Target="../tags/tag240.xml"/><Relationship Id="rId8" Type="http://schemas.openxmlformats.org/officeDocument/2006/relationships/tags" Target="../tags/tag241.xml"/><Relationship Id="rId9" Type="http://schemas.openxmlformats.org/officeDocument/2006/relationships/tags" Target="../tags/tag242.xml"/><Relationship Id="rId10" Type="http://schemas.openxmlformats.org/officeDocument/2006/relationships/slideLayout" Target="../slideLayouts/slideLayout14.xml"/><Relationship Id="rId11" Type="http://schemas.openxmlformats.org/officeDocument/2006/relationships/oleObject" Target="../embeddings/oleObject25.bin"/><Relationship Id="rId12" Type="http://schemas.openxmlformats.org/officeDocument/2006/relationships/image" Target="../media/image8.emf"/><Relationship Id="rId13" Type="http://schemas.openxmlformats.org/officeDocument/2006/relationships/image" Target="../media/image9.svg"/><Relationship Id="rId14" Type="http://schemas.openxmlformats.org/officeDocument/2006/relationships/image" Target="../media/image10.svg"/><Relationship Id="rId15" Type="http://schemas.openxmlformats.org/officeDocument/2006/relationships/image" Target="../media/image11.svg"/></Relationships>
</file>

<file path=ppt/slides/_rels/slide3.xml.rels><?xml version='1.0' encoding='UTF-8' standalone='yes'?>
<Relationships xmlns="http://schemas.openxmlformats.org/package/2006/relationships"><Relationship Id="rId1" Type="http://schemas.openxmlformats.org/officeDocument/2006/relationships/tags" Target="../tags/tag243.xml"/><Relationship Id="rId2" Type="http://schemas.openxmlformats.org/officeDocument/2006/relationships/tags" Target="../tags/tag244.xml"/><Relationship Id="rId3" Type="http://schemas.openxmlformats.org/officeDocument/2006/relationships/tags" Target="../tags/tag245.xml"/><Relationship Id="rId4" Type="http://schemas.openxmlformats.org/officeDocument/2006/relationships/tags" Target="../tags/tag246.xml"/><Relationship Id="rId5" Type="http://schemas.openxmlformats.org/officeDocument/2006/relationships/tags" Target="../tags/tag247.xml"/><Relationship Id="rId6" Type="http://schemas.openxmlformats.org/officeDocument/2006/relationships/tags" Target="../tags/tag248.xml"/><Relationship Id="rId7" Type="http://schemas.openxmlformats.org/officeDocument/2006/relationships/tags" Target="../tags/tag249.xml"/><Relationship Id="rId8" Type="http://schemas.openxmlformats.org/officeDocument/2006/relationships/tags" Target="../tags/tag250.xml"/><Relationship Id="rId9" Type="http://schemas.openxmlformats.org/officeDocument/2006/relationships/tags" Target="../tags/tag251.xml"/><Relationship Id="rId10" Type="http://schemas.openxmlformats.org/officeDocument/2006/relationships/tags" Target="../tags/tag252.xml"/><Relationship Id="rId11" Type="http://schemas.openxmlformats.org/officeDocument/2006/relationships/tags" Target="../tags/tag253.xml"/><Relationship Id="rId12" Type="http://schemas.openxmlformats.org/officeDocument/2006/relationships/slideLayout" Target="../slideLayouts/slideLayout15.xml"/><Relationship Id="rId13" Type="http://schemas.openxmlformats.org/officeDocument/2006/relationships/oleObject" Target="../embeddings/oleObject26.bin"/><Relationship Id="rId14" Type="http://schemas.openxmlformats.org/officeDocument/2006/relationships/image" Target="../media/image12.emf"/><Relationship Id="rId15" Type="http://schemas.openxmlformats.org/officeDocument/2006/relationships/image" Target="../media/image13.svg"/><Relationship Id="rId16" Type="http://schemas.openxmlformats.org/officeDocument/2006/relationships/image" Target="../media/image14.svg"/></Relationships>
</file>

<file path=ppt/slides/_rels/slide4.xml.rels><?xml version='1.0' encoding='UTF-8' standalone='yes'?>
<Relationships xmlns="http://schemas.openxmlformats.org/package/2006/relationships"><Relationship Id="rId1" Type="http://schemas.openxmlformats.org/officeDocument/2006/relationships/tags" Target="../tags/tag254.xml"/><Relationship Id="rId2" Type="http://schemas.openxmlformats.org/officeDocument/2006/relationships/tags" Target="../tags/tag255.xml"/><Relationship Id="rId3" Type="http://schemas.openxmlformats.org/officeDocument/2006/relationships/tags" Target="../tags/tag256.xml"/><Relationship Id="rId4" Type="http://schemas.openxmlformats.org/officeDocument/2006/relationships/tags" Target="../tags/tag257.xml"/><Relationship Id="rId5" Type="http://schemas.openxmlformats.org/officeDocument/2006/relationships/tags" Target="../tags/tag258.xml"/><Relationship Id="rId6" Type="http://schemas.openxmlformats.org/officeDocument/2006/relationships/tags" Target="../tags/tag259.xml"/><Relationship Id="rId7" Type="http://schemas.openxmlformats.org/officeDocument/2006/relationships/tags" Target="../tags/tag260.xml"/><Relationship Id="rId8" Type="http://schemas.openxmlformats.org/officeDocument/2006/relationships/tags" Target="../tags/tag261.xml"/><Relationship Id="rId9" Type="http://schemas.openxmlformats.org/officeDocument/2006/relationships/tags" Target="../tags/tag262.xml"/><Relationship Id="rId10" Type="http://schemas.openxmlformats.org/officeDocument/2006/relationships/tags" Target="../tags/tag263.xml"/><Relationship Id="rId11" Type="http://schemas.openxmlformats.org/officeDocument/2006/relationships/tags" Target="../tags/tag264.xml"/><Relationship Id="rId12" Type="http://schemas.openxmlformats.org/officeDocument/2006/relationships/tags" Target="../tags/tag265.xml"/><Relationship Id="rId13" Type="http://schemas.openxmlformats.org/officeDocument/2006/relationships/tags" Target="../tags/tag266.xml"/><Relationship Id="rId14" Type="http://schemas.openxmlformats.org/officeDocument/2006/relationships/slideLayout" Target="../slideLayouts/slideLayout15.xml"/><Relationship Id="rId15" Type="http://schemas.openxmlformats.org/officeDocument/2006/relationships/oleObject" Target="../embeddings/oleObject27.bin"/><Relationship Id="rId16" Type="http://schemas.openxmlformats.org/officeDocument/2006/relationships/image" Target="../media/image12.emf"/><Relationship Id="rId17" Type="http://schemas.openxmlformats.org/officeDocument/2006/relationships/image" Target="../media/image13.svg"/><Relationship Id="rId18" Type="http://schemas.openxmlformats.org/officeDocument/2006/relationships/image" Target="../media/image14.svg"/></Relationships>
</file>

<file path=ppt/slides/_rels/slide5.xml.rels><?xml version='1.0' encoding='UTF-8' standalone='yes'?>
<Relationships xmlns="http://schemas.openxmlformats.org/package/2006/relationships"><Relationship Id="rId1" Type="http://schemas.openxmlformats.org/officeDocument/2006/relationships/tags" Target="../tags/tag267.xml"/><Relationship Id="rId2" Type="http://schemas.openxmlformats.org/officeDocument/2006/relationships/tags" Target="../tags/tag268.xml"/><Relationship Id="rId3" Type="http://schemas.openxmlformats.org/officeDocument/2006/relationships/tags" Target="../tags/tag269.xml"/><Relationship Id="rId4" Type="http://schemas.openxmlformats.org/officeDocument/2006/relationships/tags" Target="../tags/tag270.xml"/><Relationship Id="rId5" Type="http://schemas.openxmlformats.org/officeDocument/2006/relationships/tags" Target="../tags/tag271.xml"/><Relationship Id="rId6" Type="http://schemas.openxmlformats.org/officeDocument/2006/relationships/tags" Target="../tags/tag272.xml"/><Relationship Id="rId7" Type="http://schemas.openxmlformats.org/officeDocument/2006/relationships/tags" Target="../tags/tag273.xml"/><Relationship Id="rId8" Type="http://schemas.openxmlformats.org/officeDocument/2006/relationships/tags" Target="../tags/tag274.xml"/><Relationship Id="rId9" Type="http://schemas.openxmlformats.org/officeDocument/2006/relationships/tags" Target="../tags/tag275.xml"/><Relationship Id="rId10" Type="http://schemas.openxmlformats.org/officeDocument/2006/relationships/tags" Target="../tags/tag276.xml"/><Relationship Id="rId11" Type="http://schemas.openxmlformats.org/officeDocument/2006/relationships/tags" Target="../tags/tag277.xml"/><Relationship Id="rId12" Type="http://schemas.openxmlformats.org/officeDocument/2006/relationships/tags" Target="../tags/tag278.xml"/><Relationship Id="rId13" Type="http://schemas.openxmlformats.org/officeDocument/2006/relationships/tags" Target="../tags/tag279.xml"/><Relationship Id="rId14" Type="http://schemas.openxmlformats.org/officeDocument/2006/relationships/tags" Target="../tags/tag280.xml"/><Relationship Id="rId15" Type="http://schemas.openxmlformats.org/officeDocument/2006/relationships/tags" Target="../tags/tag281.xml"/><Relationship Id="rId16" Type="http://schemas.openxmlformats.org/officeDocument/2006/relationships/tags" Target="../tags/tag282.xml"/><Relationship Id="rId17" Type="http://schemas.openxmlformats.org/officeDocument/2006/relationships/tags" Target="../tags/tag283.xml"/><Relationship Id="rId18" Type="http://schemas.openxmlformats.org/officeDocument/2006/relationships/tags" Target="../tags/tag284.xml"/><Relationship Id="rId19" Type="http://schemas.openxmlformats.org/officeDocument/2006/relationships/tags" Target="../tags/tag285.xml"/><Relationship Id="rId20" Type="http://schemas.openxmlformats.org/officeDocument/2006/relationships/tags" Target="../tags/tag286.xml"/><Relationship Id="rId21" Type="http://schemas.openxmlformats.org/officeDocument/2006/relationships/tags" Target="../tags/tag287.xml"/><Relationship Id="rId22" Type="http://schemas.openxmlformats.org/officeDocument/2006/relationships/tags" Target="../tags/tag288.xml"/><Relationship Id="rId23" Type="http://schemas.openxmlformats.org/officeDocument/2006/relationships/tags" Target="../tags/tag289.xml"/><Relationship Id="rId24" Type="http://schemas.openxmlformats.org/officeDocument/2006/relationships/tags" Target="../tags/tag290.xml"/><Relationship Id="rId25" Type="http://schemas.openxmlformats.org/officeDocument/2006/relationships/slideLayout" Target="../slideLayouts/slideLayout14.xml"/><Relationship Id="rId26" Type="http://schemas.openxmlformats.org/officeDocument/2006/relationships/oleObject" Target="../embeddings/oleObject28.bin"/><Relationship Id="rId27" Type="http://schemas.openxmlformats.org/officeDocument/2006/relationships/image" Target="../media/image12.emf"/></Relationships>
</file>

<file path=ppt/slides/_rels/slide6.xml.rels><?xml version='1.0' encoding='UTF-8' standalone='yes'?>
<Relationships xmlns="http://schemas.openxmlformats.org/package/2006/relationships"><Relationship Id="rId1" Type="http://schemas.openxmlformats.org/officeDocument/2006/relationships/tags" Target="../tags/tag291.xml"/><Relationship Id="rId2" Type="http://schemas.openxmlformats.org/officeDocument/2006/relationships/tags" Target="../tags/tag292.xml"/><Relationship Id="rId3" Type="http://schemas.openxmlformats.org/officeDocument/2006/relationships/tags" Target="../tags/tag293.xml"/><Relationship Id="rId4" Type="http://schemas.openxmlformats.org/officeDocument/2006/relationships/tags" Target="../tags/tag294.xml"/><Relationship Id="rId5" Type="http://schemas.openxmlformats.org/officeDocument/2006/relationships/tags" Target="../tags/tag295.xml"/><Relationship Id="rId6" Type="http://schemas.openxmlformats.org/officeDocument/2006/relationships/tags" Target="../tags/tag296.xml"/><Relationship Id="rId7" Type="http://schemas.openxmlformats.org/officeDocument/2006/relationships/tags" Target="../tags/tag297.xml"/><Relationship Id="rId8" Type="http://schemas.openxmlformats.org/officeDocument/2006/relationships/tags" Target="../tags/tag298.xml"/><Relationship Id="rId9" Type="http://schemas.openxmlformats.org/officeDocument/2006/relationships/tags" Target="../tags/tag299.xml"/><Relationship Id="rId10" Type="http://schemas.openxmlformats.org/officeDocument/2006/relationships/tags" Target="../tags/tag300.xml"/><Relationship Id="rId11" Type="http://schemas.openxmlformats.org/officeDocument/2006/relationships/tags" Target="../tags/tag301.xml"/><Relationship Id="rId12" Type="http://schemas.openxmlformats.org/officeDocument/2006/relationships/slideLayout" Target="../slideLayouts/slideLayout14.xml"/><Relationship Id="rId13" Type="http://schemas.openxmlformats.org/officeDocument/2006/relationships/oleObject" Target="../embeddings/oleObject29.bin"/><Relationship Id="rId14" Type="http://schemas.openxmlformats.org/officeDocument/2006/relationships/image" Target="../media/image15.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tags" Target="../tags/tag302.xml"/><Relationship Id="rId2" Type="http://schemas.openxmlformats.org/officeDocument/2006/relationships/tags" Target="../tags/tag303.xml"/><Relationship Id="rId3" Type="http://schemas.openxmlformats.org/officeDocument/2006/relationships/slideLayout" Target="../slideLayouts/slideLayout14.xml"/><Relationship Id="rId4" Type="http://schemas.openxmlformats.org/officeDocument/2006/relationships/notesSlide" Target="../notesSlides/notesSlide2.xml"/><Relationship Id="rId5" Type="http://schemas.openxmlformats.org/officeDocument/2006/relationships/oleObject" Target="../embeddings/oleObject30.bin"/><Relationship Id="rId6" Type="http://schemas.openxmlformats.org/officeDocument/2006/relationships/image" Target="../media/image8.emf"/><Relationship Id="rId7"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tags" Target="../tags/tag304.xml"/><Relationship Id="rId2" Type="http://schemas.openxmlformats.org/officeDocument/2006/relationships/tags" Target="../tags/tag305.xml"/><Relationship Id="rId3" Type="http://schemas.openxmlformats.org/officeDocument/2006/relationships/tags" Target="../tags/tag306.xml"/><Relationship Id="rId4" Type="http://schemas.openxmlformats.org/officeDocument/2006/relationships/tags" Target="../tags/tag307.xml"/><Relationship Id="rId5" Type="http://schemas.openxmlformats.org/officeDocument/2006/relationships/slideLayout" Target="../slideLayouts/slideLayout14.xml"/><Relationship Id="rId6" Type="http://schemas.openxmlformats.org/officeDocument/2006/relationships/oleObject" Target="../embeddings/oleObject31.bin"/><Relationship Id="rId7" Type="http://schemas.openxmlformats.org/officeDocument/2006/relationships/image" Target="../media/image12.emf"/></Relationships>
</file>

<file path=ppt/slides/_rels/slide10.xml.rels><?xml version='1.0' encoding='UTF-8' standalone='yes'?>
<Relationships xmlns="http://schemas.openxmlformats.org/package/2006/relationships"><Relationship Id="rId1" Type="http://schemas.openxmlformats.org/officeDocument/2006/relationships/tags" Target="../tags/tag308.xml"/><Relationship Id="rId2" Type="http://schemas.openxmlformats.org/officeDocument/2006/relationships/tags" Target="../tags/tag309.xml"/><Relationship Id="rId3" Type="http://schemas.openxmlformats.org/officeDocument/2006/relationships/tags" Target="../tags/tag310.xml"/><Relationship Id="rId4" Type="http://schemas.openxmlformats.org/officeDocument/2006/relationships/tags" Target="../tags/tag311.xml"/><Relationship Id="rId5" Type="http://schemas.openxmlformats.org/officeDocument/2006/relationships/tags" Target="../tags/tag312.xml"/><Relationship Id="rId6" Type="http://schemas.openxmlformats.org/officeDocument/2006/relationships/tags" Target="../tags/tag313.xml"/><Relationship Id="rId7" Type="http://schemas.openxmlformats.org/officeDocument/2006/relationships/tags" Target="../tags/tag314.xml"/><Relationship Id="rId8" Type="http://schemas.openxmlformats.org/officeDocument/2006/relationships/tags" Target="../tags/tag315.xml"/><Relationship Id="rId9" Type="http://schemas.openxmlformats.org/officeDocument/2006/relationships/tags" Target="../tags/tag316.xml"/><Relationship Id="rId10" Type="http://schemas.openxmlformats.org/officeDocument/2006/relationships/tags" Target="../tags/tag317.xml"/><Relationship Id="rId11" Type="http://schemas.openxmlformats.org/officeDocument/2006/relationships/tags" Target="../tags/tag318.xml"/><Relationship Id="rId12" Type="http://schemas.openxmlformats.org/officeDocument/2006/relationships/slideLayout" Target="../slideLayouts/slideLayout15.xml"/><Relationship Id="rId13" Type="http://schemas.openxmlformats.org/officeDocument/2006/relationships/oleObject" Target="../embeddings/oleObject32.bin"/><Relationship Id="rId14" Type="http://schemas.openxmlformats.org/officeDocument/2006/relationships/image" Target="../media/image12.emf"/><Relationship Id="rId15" Type="http://schemas.openxmlformats.org/officeDocument/2006/relationships/image" Target="../media/image13.svg"/><Relationship Id="rId16" Type="http://schemas.openxmlformats.org/officeDocument/2006/relationships/image" Target="../media/image14.svg"/></Relationships>
</file>

<file path=ppt/slides/_rels/slide11.xml.rels><?xml version='1.0' encoding='UTF-8' standalone='yes'?>
<Relationships xmlns="http://schemas.openxmlformats.org/package/2006/relationships"><Relationship Id="rId1" Type="http://schemas.openxmlformats.org/officeDocument/2006/relationships/tags" Target="../tags/tag319.xml"/><Relationship Id="rId2" Type="http://schemas.openxmlformats.org/officeDocument/2006/relationships/tags" Target="../tags/tag320.xml"/><Relationship Id="rId3" Type="http://schemas.openxmlformats.org/officeDocument/2006/relationships/tags" Target="../tags/tag321.xml"/><Relationship Id="rId4" Type="http://schemas.openxmlformats.org/officeDocument/2006/relationships/tags" Target="../tags/tag322.xml"/><Relationship Id="rId5" Type="http://schemas.openxmlformats.org/officeDocument/2006/relationships/tags" Target="../tags/tag323.xml"/><Relationship Id="rId6" Type="http://schemas.openxmlformats.org/officeDocument/2006/relationships/slideLayout" Target="../slideLayouts/slideLayout21.xml"/><Relationship Id="rId7" Type="http://schemas.openxmlformats.org/officeDocument/2006/relationships/oleObject" Target="../embeddings/oleObject33.bin"/><Relationship Id="rId8" Type="http://schemas.openxmlformats.org/officeDocument/2006/relationships/image" Target="../media/image12.emf"/><Relationship Id="rId9" Type="http://schemas.openxmlformats.org/officeDocument/2006/relationships/image" Target="../media/image18.svg"/><Relationship Id="rId10" Type="http://schemas.openxmlformats.org/officeDocument/2006/relationships/image" Target="../media/image19.svg"/></Relationships>
</file>

<file path=ppt/slides/_rels/slide12.xml.rels><?xml version='1.0' encoding='UTF-8' standalone='yes'?>
<Relationships xmlns="http://schemas.openxmlformats.org/package/2006/relationships"><Relationship Id="rId1" Type="http://schemas.openxmlformats.org/officeDocument/2006/relationships/tags" Target="../tags/tag324.xml"/><Relationship Id="rId2" Type="http://schemas.openxmlformats.org/officeDocument/2006/relationships/slideLayout" Target="../slideLayouts/slideLayout31.xml"/><Relationship Id="rId3" Type="http://schemas.openxmlformats.org/officeDocument/2006/relationships/notesSlide" Target="../notesSlides/notesSlide3.xml"/><Relationship Id="rId4" Type="http://schemas.openxmlformats.org/officeDocument/2006/relationships/oleObject" Target="../embeddings/oleObject34.bin"/><Relationship Id="rId5" Type="http://schemas.openxmlformats.org/officeDocument/2006/relationships/image" Target="../media/image8.emf"/><Relationship Id="rId6" Type="http://schemas.openxmlformats.org/officeDocument/2006/relationships/image" Target="../media/image20.svg"/><Relationship Id="rId7" Type="http://schemas.openxmlformats.org/officeDocument/2006/relationships/image" Target="../media/image21.svg"/><Relationship Id="rId8" Type="http://schemas.openxmlformats.org/officeDocument/2006/relationships/image" Target="../media/image22.svg"/><Relationship Id="rId9" Type="http://schemas.openxmlformats.org/officeDocument/2006/relationships/image" Target="../media/image23.svg"/></Relationships>
</file>

<file path=ppt/slides/_rels/slide13.xml.rels><?xml version='1.0' encoding='UTF-8' standalone='yes'?>
<Relationships xmlns="http://schemas.openxmlformats.org/package/2006/relationships"><Relationship Id="rId1" Type="http://schemas.openxmlformats.org/officeDocument/2006/relationships/tags" Target="../tags/tag325.xml"/><Relationship Id="rId2" Type="http://schemas.openxmlformats.org/officeDocument/2006/relationships/tags" Target="../tags/tag326.xml"/><Relationship Id="rId3" Type="http://schemas.openxmlformats.org/officeDocument/2006/relationships/tags" Target="../tags/tag327.xml"/><Relationship Id="rId4" Type="http://schemas.openxmlformats.org/officeDocument/2006/relationships/tags" Target="../tags/tag328.xml"/><Relationship Id="rId5" Type="http://schemas.openxmlformats.org/officeDocument/2006/relationships/tags" Target="../tags/tag329.xml"/><Relationship Id="rId6" Type="http://schemas.openxmlformats.org/officeDocument/2006/relationships/tags" Target="../tags/tag330.xml"/><Relationship Id="rId7" Type="http://schemas.openxmlformats.org/officeDocument/2006/relationships/tags" Target="../tags/tag331.xml"/><Relationship Id="rId8" Type="http://schemas.openxmlformats.org/officeDocument/2006/relationships/tags" Target="../tags/tag332.xml"/><Relationship Id="rId9" Type="http://schemas.openxmlformats.org/officeDocument/2006/relationships/tags" Target="../tags/tag333.xml"/><Relationship Id="rId10" Type="http://schemas.openxmlformats.org/officeDocument/2006/relationships/slideLayout" Target="../slideLayouts/slideLayout14.xml"/><Relationship Id="rId11" Type="http://schemas.openxmlformats.org/officeDocument/2006/relationships/oleObject" Target="../embeddings/oleObject35.bin"/><Relationship Id="rId12" Type="http://schemas.openxmlformats.org/officeDocument/2006/relationships/image" Target="../media/image8.emf"/><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svg"/><Relationship Id="rId16" Type="http://schemas.openxmlformats.org/officeDocument/2006/relationships/image" Target="../media/image27.svg"/><Relationship Id="rId17" Type="http://schemas.openxmlformats.org/officeDocument/2006/relationships/image" Target="../media/image21.svg"/><Relationship Id="rId18" Type="http://schemas.openxmlformats.org/officeDocument/2006/relationships/image" Target="../media/image23.svg"/></Relationships>
</file>

<file path=ppt/slides/_rels/slide14.xml.rels><?xml version='1.0' encoding='UTF-8' standalone='yes'?>
<Relationships xmlns="http://schemas.openxmlformats.org/package/2006/relationships"><Relationship Id="rId1" Type="http://schemas.openxmlformats.org/officeDocument/2006/relationships/tags" Target="../tags/tag334.xml"/><Relationship Id="rId2" Type="http://schemas.openxmlformats.org/officeDocument/2006/relationships/tags" Target="../tags/tag335.xml"/><Relationship Id="rId3" Type="http://schemas.openxmlformats.org/officeDocument/2006/relationships/tags" Target="../tags/tag336.xml"/><Relationship Id="rId4" Type="http://schemas.openxmlformats.org/officeDocument/2006/relationships/tags" Target="../tags/tag337.xml"/><Relationship Id="rId5" Type="http://schemas.openxmlformats.org/officeDocument/2006/relationships/slideLayout" Target="../slideLayouts/slideLayout21.xml"/><Relationship Id="rId6" Type="http://schemas.openxmlformats.org/officeDocument/2006/relationships/oleObject" Target="../embeddings/oleObject36.bin"/><Relationship Id="rId7" Type="http://schemas.openxmlformats.org/officeDocument/2006/relationships/image" Target="../media/image12.emf"/><Relationship Id="rId8" Type="http://schemas.openxmlformats.org/officeDocument/2006/relationships/image" Target="../media/image28.png"/><Relationship Id="rId9" Type="http://schemas.openxmlformats.org/officeDocument/2006/relationships/image" Target="../media/image29.svg"/></Relationships>
</file>

<file path=ppt/slides/_rels/slide15.xml.rels><?xml version='1.0' encoding='UTF-8' standalone='yes'?>
<Relationships xmlns="http://schemas.openxmlformats.org/package/2006/relationships"><Relationship Id="rId1" Type="http://schemas.openxmlformats.org/officeDocument/2006/relationships/tags" Target="../tags/tag338.xml"/><Relationship Id="rId2" Type="http://schemas.openxmlformats.org/officeDocument/2006/relationships/tags" Target="../tags/tag339.xml"/><Relationship Id="rId3" Type="http://schemas.openxmlformats.org/officeDocument/2006/relationships/tags" Target="../tags/tag340.xml"/><Relationship Id="rId4" Type="http://schemas.openxmlformats.org/officeDocument/2006/relationships/tags" Target="../tags/tag341.xml"/><Relationship Id="rId5" Type="http://schemas.openxmlformats.org/officeDocument/2006/relationships/tags" Target="../tags/tag342.xml"/><Relationship Id="rId6" Type="http://schemas.openxmlformats.org/officeDocument/2006/relationships/tags" Target="../tags/tag343.xml"/><Relationship Id="rId7" Type="http://schemas.openxmlformats.org/officeDocument/2006/relationships/tags" Target="../tags/tag344.xml"/><Relationship Id="rId8" Type="http://schemas.openxmlformats.org/officeDocument/2006/relationships/tags" Target="../tags/tag345.xml"/><Relationship Id="rId9" Type="http://schemas.openxmlformats.org/officeDocument/2006/relationships/tags" Target="../tags/tag346.xml"/><Relationship Id="rId10" Type="http://schemas.openxmlformats.org/officeDocument/2006/relationships/tags" Target="../tags/tag347.xml"/><Relationship Id="rId11" Type="http://schemas.openxmlformats.org/officeDocument/2006/relationships/tags" Target="../tags/tag348.xml"/><Relationship Id="rId12" Type="http://schemas.openxmlformats.org/officeDocument/2006/relationships/slideLayout" Target="../slideLayouts/slideLayout15.xml"/><Relationship Id="rId13" Type="http://schemas.openxmlformats.org/officeDocument/2006/relationships/oleObject" Target="../embeddings/oleObject37.bin"/><Relationship Id="rId14" Type="http://schemas.openxmlformats.org/officeDocument/2006/relationships/image" Target="../media/image12.emf"/><Relationship Id="rId15" Type="http://schemas.openxmlformats.org/officeDocument/2006/relationships/image" Target="../media/image13.svg"/><Relationship Id="rId16" Type="http://schemas.openxmlformats.org/officeDocument/2006/relationships/image" Target="../media/image14.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tags" Target="../tags/tag349.xml"/><Relationship Id="rId2" Type="http://schemas.openxmlformats.org/officeDocument/2006/relationships/tags" Target="../tags/tag350.xml"/><Relationship Id="rId3" Type="http://schemas.openxmlformats.org/officeDocument/2006/relationships/tags" Target="../tags/tag351.xml"/><Relationship Id="rId4" Type="http://schemas.openxmlformats.org/officeDocument/2006/relationships/tags" Target="../tags/tag352.xml"/><Relationship Id="rId5" Type="http://schemas.openxmlformats.org/officeDocument/2006/relationships/tags" Target="../tags/tag353.xml"/><Relationship Id="rId6" Type="http://schemas.openxmlformats.org/officeDocument/2006/relationships/tags" Target="../tags/tag354.xml"/><Relationship Id="rId7" Type="http://schemas.openxmlformats.org/officeDocument/2006/relationships/tags" Target="../tags/tag355.xml"/><Relationship Id="rId8" Type="http://schemas.openxmlformats.org/officeDocument/2006/relationships/tags" Target="../tags/tag356.xml"/><Relationship Id="rId9" Type="http://schemas.openxmlformats.org/officeDocument/2006/relationships/slideLayout" Target="../slideLayouts/slideLayout21.xml"/><Relationship Id="rId10" Type="http://schemas.openxmlformats.org/officeDocument/2006/relationships/oleObject" Target="../embeddings/oleObject38.bin"/><Relationship Id="rId11" Type="http://schemas.openxmlformats.org/officeDocument/2006/relationships/image" Target="../media/image12.emf"/><Relationship Id="rId12" Type="http://schemas.openxmlformats.org/officeDocument/2006/relationships/image" Target="../media/image19.svg"/><Relationship Id="rId13" Type="http://schemas.openxmlformats.org/officeDocument/2006/relationships/image" Target="../media/image30.svg"/></Relationships>
</file>

<file path=ppt/slides/_rels/slide18.xml.rels><?xml version='1.0' encoding='UTF-8' standalone='yes'?>
<Relationships xmlns="http://schemas.openxmlformats.org/package/2006/relationships"><Relationship Id="rId1" Type="http://schemas.openxmlformats.org/officeDocument/2006/relationships/tags" Target="../tags/tag357.xml"/><Relationship Id="rId2" Type="http://schemas.openxmlformats.org/officeDocument/2006/relationships/tags" Target="../tags/tag358.xml"/><Relationship Id="rId3" Type="http://schemas.openxmlformats.org/officeDocument/2006/relationships/slideLayout" Target="../slideLayouts/slideLayout32.xml"/><Relationship Id="rId4" Type="http://schemas.openxmlformats.org/officeDocument/2006/relationships/notesSlide" Target="../notesSlides/notesSlide4.xml"/><Relationship Id="rId5" Type="http://schemas.openxmlformats.org/officeDocument/2006/relationships/oleObject" Target="../embeddings/oleObject39.bin"/><Relationship Id="rId6" Type="http://schemas.openxmlformats.org/officeDocument/2006/relationships/image" Target="../media/image12.emf"/><Relationship Id="rId7" Type="http://schemas.openxmlformats.org/officeDocument/2006/relationships/image" Target="../media/image31.sv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png"/><Relationship Id="rId11" Type="http://schemas.openxmlformats.org/officeDocument/2006/relationships/image" Target="../media/image35.jpeg"/><Relationship Id="rId12" Type="http://schemas.openxmlformats.org/officeDocument/2006/relationships/image" Target="../media/image36.png"/><Relationship Id="rId13" Type="http://schemas.openxmlformats.org/officeDocument/2006/relationships/image" Target="../media/image37.png"/><Relationship Id="rId14" Type="http://schemas.openxmlformats.org/officeDocument/2006/relationships/image" Target="../media/image38.png"/><Relationship Id="rId15" Type="http://schemas.openxmlformats.org/officeDocument/2006/relationships/image" Target="../media/image39.png"/><Relationship Id="rId16" Type="http://schemas.openxmlformats.org/officeDocument/2006/relationships/image" Target="../media/image40.jpeg"/><Relationship Id="rId17" Type="http://schemas.openxmlformats.org/officeDocument/2006/relationships/image" Target="../media/image41.png"/><Relationship Id="rId18" Type="http://schemas.openxmlformats.org/officeDocument/2006/relationships/image" Target="../media/image42.png"/><Relationship Id="rId19" Type="http://schemas.openxmlformats.org/officeDocument/2006/relationships/image" Target="../media/image43.png"/><Relationship Id="rId20" Type="http://schemas.openxmlformats.org/officeDocument/2006/relationships/image" Target="../media/image44.png"/><Relationship Id="rId21" Type="http://schemas.openxmlformats.org/officeDocument/2006/relationships/image" Target="../media/image45.png"/></Relationships>
</file>

<file path=ppt/slides/_rels/slide19.xml.rels><?xml version='1.0' encoding='UTF-8' standalone='yes'?>
<Relationships xmlns="http://schemas.openxmlformats.org/package/2006/relationships"><Relationship Id="rId1" Type="http://schemas.openxmlformats.org/officeDocument/2006/relationships/tags" Target="../tags/tag359.xml"/><Relationship Id="rId2" Type="http://schemas.openxmlformats.org/officeDocument/2006/relationships/slideLayout" Target="../slideLayouts/slideLayout2.xml"/><Relationship Id="rId3" Type="http://schemas.openxmlformats.org/officeDocument/2006/relationships/oleObject" Target="../embeddings/oleObject40.bin"/><Relationship Id="rId4" Type="http://schemas.openxmlformats.org/officeDocument/2006/relationships/image" Target="../media/image15.emf"/></Relationships>
</file>

<file path=ppt/slides/_rels/slide20.xml.rels><?xml version='1.0' encoding='UTF-8' standalone='yes'?>
<Relationships xmlns="http://schemas.openxmlformats.org/package/2006/relationships"><Relationship Id="rId1" Type="http://schemas.openxmlformats.org/officeDocument/2006/relationships/tags" Target="../tags/tag360.xml"/><Relationship Id="rId2" Type="http://schemas.openxmlformats.org/officeDocument/2006/relationships/slideLayout" Target="../slideLayouts/slideLayout2.xml"/><Relationship Id="rId3" Type="http://schemas.openxmlformats.org/officeDocument/2006/relationships/oleObject" Target="../embeddings/oleObject41.bin"/><Relationship Id="rId4" Type="http://schemas.openxmlformats.org/officeDocument/2006/relationships/image" Target="../media/image15.emf"/></Relationships>
</file>

<file path=ppt/slides/_rels/slide21.xml.rels><?xml version='1.0' encoding='UTF-8' standalone='yes'?>
<Relationships xmlns="http://schemas.openxmlformats.org/package/2006/relationships"><Relationship Id="rId1" Type="http://schemas.openxmlformats.org/officeDocument/2006/relationships/tags" Target="../tags/tag361.xml"/><Relationship Id="rId2" Type="http://schemas.openxmlformats.org/officeDocument/2006/relationships/tags" Target="../tags/tag362.xml"/><Relationship Id="rId3" Type="http://schemas.openxmlformats.org/officeDocument/2006/relationships/slideLayout" Target="../slideLayouts/slideLayout14.xml"/><Relationship Id="rId4" Type="http://schemas.openxmlformats.org/officeDocument/2006/relationships/oleObject" Target="../embeddings/oleObject42.bin"/><Relationship Id="rId5" Type="http://schemas.openxmlformats.org/officeDocument/2006/relationships/image" Target="../media/image8.emf"/></Relationships>
</file>

<file path=ppt/slides/_rels/slide22.xml.rels><?xml version='1.0' encoding='UTF-8' standalone='yes'?>
<Relationships xmlns="http://schemas.openxmlformats.org/package/2006/relationships"><Relationship Id="rId1" Type="http://schemas.openxmlformats.org/officeDocument/2006/relationships/tags" Target="../tags/tag363.xml"/><Relationship Id="rId2" Type="http://schemas.openxmlformats.org/officeDocument/2006/relationships/tags" Target="../tags/tag364.xml"/><Relationship Id="rId3" Type="http://schemas.openxmlformats.org/officeDocument/2006/relationships/tags" Target="../tags/tag365.xml"/><Relationship Id="rId4" Type="http://schemas.openxmlformats.org/officeDocument/2006/relationships/tags" Target="../tags/tag366.xml"/><Relationship Id="rId5" Type="http://schemas.openxmlformats.org/officeDocument/2006/relationships/slideLayout" Target="../slideLayouts/slideLayout14.xml"/><Relationship Id="rId6" Type="http://schemas.openxmlformats.org/officeDocument/2006/relationships/oleObject" Target="../embeddings/oleObject43.bin"/><Relationship Id="rId7" Type="http://schemas.openxmlformats.org/officeDocument/2006/relationships/image" Target="../media/image8.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D09839EB-E036-2FB2-F646-74EF5729C684}"/>
              </a:ext>
            </a:extLst>
          </p:cNvPr>
          <p:cNvGraphicFramePr>
            <a:graphicFrameLocks/>
          </p:cNvGraphicFramePr>
          <p:nvPr>
            <p:custDataLst>
              <p:tags r:id="rId1"/>
            </p:custDataLst>
            <p:extLst>
              <p:ext uri="{D42A27DB-BD31-4B8C-83A1-F6EECF244321}">
                <p14:modId xmlns:p14="http://schemas.microsoft.com/office/powerpoint/2010/main" val="40702054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84" imgH="484" progId="TCLayout.ActiveDocument.1">
                  <p:embed/>
                </p:oleObj>
              </mc:Choice>
              <mc:Fallback>
                <p:oleObj name="think-cell Slide" r:id="rId7" imgW="484" imgH="484" progId="TCLayout.ActiveDocument.1">
                  <p:embed/>
                  <p:pic>
                    <p:nvPicPr>
                      <p:cNvPr id="5" name="Object 6" hidden="1">
                        <a:extLst>
                          <a:ext uri="{FF2B5EF4-FFF2-40B4-BE49-F238E27FC236}">
                            <a16:creationId xmlns:a16="http://schemas.microsoft.com/office/drawing/2014/main" id="{D09839EB-E036-2FB2-F646-74EF5729C684}"/>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Documenttype">
            <a:extLst>
              <a:ext uri="{FF2B5EF4-FFF2-40B4-BE49-F238E27FC236}">
                <a16:creationId xmlns:a16="http://schemas.microsoft.com/office/drawing/2014/main" id="{18F3E003-1D54-921C-DC6C-07695B319035}"/>
              </a:ext>
            </a:extLst>
          </p:cNvPr>
          <p:cNvSpPr>
            <a:spLocks noGrp="1"/>
          </p:cNvSpPr>
          <p:nvPr>
            <p:ph type="body" sz="quarter" idx="13"/>
            <p:custDataLst>
              <p:tags r:id="rId2"/>
            </p:custDataLst>
          </p:nvPr>
        </p:nvSpPr>
        <p:spPr/>
        <p:txBody>
          <a:bodyPr/>
          <a:lstStyle/>
          <a:p>
            <a:r>
              <a:rPr lang="it-IT" noProof="0"/>
              <a:t>Settembre 2026</a:t>
            </a:r>
          </a:p>
        </p:txBody>
      </p:sp>
      <p:sp>
        <p:nvSpPr>
          <p:cNvPr id="3" name="Subtitle">
            <a:extLst>
              <a:ext uri="{FF2B5EF4-FFF2-40B4-BE49-F238E27FC236}">
                <a16:creationId xmlns:a16="http://schemas.microsoft.com/office/drawing/2014/main" id="{16120D75-353B-5B9A-6AA5-FE57E0BCF2AD}"/>
              </a:ext>
            </a:extLst>
          </p:cNvPr>
          <p:cNvSpPr>
            <a:spLocks noGrp="1"/>
          </p:cNvSpPr>
          <p:nvPr>
            <p:ph type="subTitle" idx="1"/>
            <p:custDataLst>
              <p:tags r:id="rId3"/>
            </p:custDataLst>
          </p:nvPr>
        </p:nvSpPr>
        <p:spPr/>
        <p:txBody>
          <a:bodyPr/>
          <a:lstStyle/>
          <a:p>
            <a:r>
              <a:rPr lang="it-IT"/>
              <a:t>Focus su gestione </a:t>
            </a:r>
            <a:r>
              <a:rPr lang="it-IT" err="1"/>
              <a:t>pre-settlement</a:t>
            </a:r>
            <a:r>
              <a:rPr lang="it-IT"/>
              <a:t> e transitorio OPAS</a:t>
            </a:r>
            <a:endParaRPr lang="it-IT" noProof="0"/>
          </a:p>
        </p:txBody>
      </p:sp>
      <p:sp>
        <p:nvSpPr>
          <p:cNvPr id="4" name="Title">
            <a:extLst>
              <a:ext uri="{FF2B5EF4-FFF2-40B4-BE49-F238E27FC236}">
                <a16:creationId xmlns:a16="http://schemas.microsoft.com/office/drawing/2014/main" id="{A514BD19-DD93-F0ED-4021-8CB92749AE59}"/>
              </a:ext>
            </a:extLst>
          </p:cNvPr>
          <p:cNvSpPr>
            <a:spLocks noGrp="1"/>
          </p:cNvSpPr>
          <p:nvPr>
            <p:ph type="title"/>
            <p:custDataLst>
              <p:tags r:id="rId4"/>
            </p:custDataLst>
          </p:nvPr>
        </p:nvSpPr>
        <p:spPr/>
        <p:txBody>
          <a:bodyPr vert="horz"/>
          <a:lstStyle/>
          <a:p>
            <a:r>
              <a:rPr lang="it-IT" noProof="0"/>
              <a:t>Project Strade Bianche</a:t>
            </a:r>
          </a:p>
        </p:txBody>
      </p:sp>
    </p:spTree>
    <p:extLst>
      <p:ext uri="{BB962C8B-B14F-4D97-AF65-F5344CB8AC3E}">
        <p14:creationId xmlns:p14="http://schemas.microsoft.com/office/powerpoint/2010/main" val="1909627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E65C9F40-7B61-8687-D8BD-AC2F62ADF6AF}"/>
              </a:ext>
            </a:extLst>
          </p:cNvPr>
          <p:cNvGraphicFramePr>
            <a:graphicFrameLocks/>
          </p:cNvGraphicFramePr>
          <p:nvPr>
            <p:custDataLst>
              <p:tags r:id="rId1"/>
            </p:custDataLst>
            <p:extLst>
              <p:ext uri="{D42A27DB-BD31-4B8C-83A1-F6EECF244321}">
                <p14:modId xmlns:p14="http://schemas.microsoft.com/office/powerpoint/2010/main" val="28115487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05" imgH="405" progId="TCLayout.ActiveDocument.1">
                  <p:embed/>
                </p:oleObj>
              </mc:Choice>
              <mc:Fallback>
                <p:oleObj name="think-cell Slide" r:id="rId11" imgW="405" imgH="405" progId="TCLayout.ActiveDocument.1">
                  <p:embed/>
                  <p:pic>
                    <p:nvPicPr>
                      <p:cNvPr id="5" name="Object 6" hidden="1">
                        <a:extLst>
                          <a:ext uri="{FF2B5EF4-FFF2-40B4-BE49-F238E27FC236}">
                            <a16:creationId xmlns:a16="http://schemas.microsoft.com/office/drawing/2014/main" id="{E65C9F40-7B61-8687-D8BD-AC2F62ADF6AF}"/>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B1A27FBF-DF49-FCE7-662C-EC62BBCA1A4B}"/>
              </a:ext>
            </a:extLst>
          </p:cNvPr>
          <p:cNvSpPr>
            <a:spLocks noGrp="1"/>
          </p:cNvSpPr>
          <p:nvPr>
            <p:ph type="title"/>
            <p:custDataLst>
              <p:tags r:id="rId2"/>
            </p:custDataLst>
          </p:nvPr>
        </p:nvSpPr>
        <p:spPr>
          <a:xfrm>
            <a:off x="554736" y="172212"/>
            <a:ext cx="11082528" cy="400110"/>
          </a:xfrm>
        </p:spPr>
        <p:txBody>
          <a:bodyPr vert="horz">
            <a:noAutofit/>
          </a:bodyPr>
          <a:lstStyle/>
          <a:p>
            <a:r>
              <a:rPr lang="it-IT"/>
              <a:t>Agenda – solo ad uso interno per il meeting di oggi</a:t>
            </a:r>
          </a:p>
        </p:txBody>
      </p:sp>
      <p:sp>
        <p:nvSpPr>
          <p:cNvPr id="4" name="1. On-page tracker">
            <a:extLst>
              <a:ext uri="{FF2B5EF4-FFF2-40B4-BE49-F238E27FC236}">
                <a16:creationId xmlns:a16="http://schemas.microsoft.com/office/drawing/2014/main" id="{03BDBAAB-04C2-382D-393E-20F5B8DE5D7E}"/>
              </a:ext>
            </a:extLst>
          </p:cNvPr>
          <p:cNvSpPr>
            <a:spLocks noGrp="1"/>
          </p:cNvSpPr>
          <p:nvPr>
            <p:ph type="body" sz="quarter" idx="10"/>
            <p:custDataLst>
              <p:tags r:id="rId3"/>
            </p:custDataLst>
          </p:nvPr>
        </p:nvSpPr>
        <p:spPr/>
        <p:txBody>
          <a:bodyPr/>
          <a:lstStyle/>
          <a:p>
            <a:endParaRPr lang="it-IT"/>
          </a:p>
        </p:txBody>
      </p:sp>
      <p:sp>
        <p:nvSpPr>
          <p:cNvPr id="7" name="TextBox 6">
            <a:extLst>
              <a:ext uri="{FF2B5EF4-FFF2-40B4-BE49-F238E27FC236}">
                <a16:creationId xmlns:a16="http://schemas.microsoft.com/office/drawing/2014/main" id="{D742B8A8-F470-2065-42F1-E8F47A9A7644}"/>
              </a:ext>
            </a:extLst>
          </p:cNvPr>
          <p:cNvSpPr txBox="1">
            <a:spLocks/>
          </p:cNvSpPr>
          <p:nvPr/>
        </p:nvSpPr>
        <p:spPr>
          <a:xfrm>
            <a:off x="2694868" y="2508327"/>
            <a:ext cx="8942396" cy="1508105"/>
          </a:xfrm>
          <a:prstGeom prst="rect">
            <a:avLst/>
          </a:prstGeom>
          <a:noFill/>
          <a:ln w="6350">
            <a:noFill/>
            <a:miter lim="800000"/>
          </a:ln>
        </p:spPr>
        <p:txBody>
          <a:bodyPr wrap="square" lIns="0" tIns="0" rIns="0" bIns="0">
            <a:spAutoFit/>
          </a:bodyPr>
          <a:lstStyle/>
          <a:p>
            <a:pPr lvl="0">
              <a:spcBef>
                <a:spcPts val="1200"/>
              </a:spcBef>
              <a:buSzPts val="1000"/>
              <a:tabLst>
                <a:tab pos="457200" algn="l"/>
              </a:tabLst>
            </a:pPr>
            <a:r>
              <a:rPr lang="en-US" sz="1400" err="1">
                <a:solidFill>
                  <a:srgbClr val="000000"/>
                </a:solidFill>
                <a:latin typeface="+mj-lt"/>
                <a:ea typeface="Times New Roman" panose="02020603050405020304" pitchFamily="18" charset="0"/>
                <a:cs typeface="Aptos" panose="020B0004020202020204" pitchFamily="34" charset="0"/>
              </a:rPr>
              <a:t>R</a:t>
            </a:r>
            <a:r>
              <a:rPr lang="en-US" sz="1400" err="1">
                <a:solidFill>
                  <a:srgbClr val="000000"/>
                </a:solidFill>
                <a:effectLst/>
                <a:latin typeface="+mj-lt"/>
                <a:ea typeface="Times New Roman" panose="02020603050405020304" pitchFamily="18" charset="0"/>
                <a:cs typeface="Aptos" panose="020B0004020202020204" pitchFamily="34" charset="0"/>
              </a:rPr>
              <a:t>appresentazione</a:t>
            </a:r>
            <a:r>
              <a:rPr lang="en-US" sz="1400">
                <a:solidFill>
                  <a:srgbClr val="000000"/>
                </a:solidFill>
                <a:effectLst/>
                <a:latin typeface="+mj-lt"/>
                <a:ea typeface="Times New Roman" panose="02020603050405020304" pitchFamily="18" charset="0"/>
                <a:cs typeface="Aptos" panose="020B0004020202020204" pitchFamily="34" charset="0"/>
              </a:rPr>
              <a:t> delle </a:t>
            </a:r>
            <a:r>
              <a:rPr lang="en-US" sz="1400" err="1">
                <a:solidFill>
                  <a:srgbClr val="000000"/>
                </a:solidFill>
                <a:effectLst/>
                <a:latin typeface="+mj-lt"/>
                <a:ea typeface="Times New Roman" panose="02020603050405020304" pitchFamily="18" charset="0"/>
                <a:cs typeface="Aptos" panose="020B0004020202020204" pitchFamily="34" charset="0"/>
              </a:rPr>
              <a:t>principali</a:t>
            </a:r>
            <a:r>
              <a:rPr lang="en-US" sz="1400">
                <a:solidFill>
                  <a:srgbClr val="000000"/>
                </a:solidFill>
                <a:effectLst/>
                <a:latin typeface="+mj-lt"/>
                <a:ea typeface="Times New Roman" panose="02020603050405020304" pitchFamily="18" charset="0"/>
                <a:cs typeface="Aptos" panose="020B0004020202020204" pitchFamily="34" charset="0"/>
              </a:rPr>
              <a:t> </a:t>
            </a:r>
            <a:r>
              <a:rPr lang="en-US" sz="1400" err="1">
                <a:solidFill>
                  <a:srgbClr val="000000"/>
                </a:solidFill>
                <a:effectLst/>
                <a:latin typeface="+mj-lt"/>
                <a:ea typeface="Times New Roman" panose="02020603050405020304" pitchFamily="18" charset="0"/>
                <a:cs typeface="Aptos" panose="020B0004020202020204" pitchFamily="34" charset="0"/>
              </a:rPr>
              <a:t>attività</a:t>
            </a:r>
            <a:r>
              <a:rPr lang="en-US" sz="1400">
                <a:solidFill>
                  <a:srgbClr val="000000"/>
                </a:solidFill>
                <a:effectLst/>
                <a:latin typeface="+mj-lt"/>
                <a:ea typeface="Times New Roman" panose="02020603050405020304" pitchFamily="18" charset="0"/>
                <a:cs typeface="Aptos" panose="020B0004020202020204" pitchFamily="34" charset="0"/>
              </a:rPr>
              <a:t> da </a:t>
            </a:r>
            <a:r>
              <a:rPr lang="en-US" sz="1400" err="1">
                <a:solidFill>
                  <a:srgbClr val="000000"/>
                </a:solidFill>
                <a:effectLst/>
                <a:latin typeface="+mj-lt"/>
                <a:ea typeface="Times New Roman" panose="02020603050405020304" pitchFamily="18" charset="0"/>
                <a:cs typeface="Aptos" panose="020B0004020202020204" pitchFamily="34" charset="0"/>
              </a:rPr>
              <a:t>completare</a:t>
            </a:r>
            <a:r>
              <a:rPr lang="en-US" sz="1400">
                <a:solidFill>
                  <a:srgbClr val="000000"/>
                </a:solidFill>
                <a:effectLst/>
                <a:latin typeface="+mj-lt"/>
                <a:ea typeface="Times New Roman" panose="02020603050405020304" pitchFamily="18" charset="0"/>
                <a:cs typeface="Aptos" panose="020B0004020202020204" pitchFamily="34" charset="0"/>
              </a:rPr>
              <a:t> prima del settlement, con vista per </a:t>
            </a:r>
            <a:r>
              <a:rPr lang="en-US" sz="1400" b="1" err="1">
                <a:solidFill>
                  <a:schemeClr val="tx2"/>
                </a:solidFill>
                <a:effectLst/>
                <a:latin typeface="+mj-lt"/>
                <a:ea typeface="Times New Roman" panose="02020603050405020304" pitchFamily="18" charset="0"/>
                <a:cs typeface="Aptos" panose="020B0004020202020204" pitchFamily="34" charset="0"/>
              </a:rPr>
              <a:t>Divisione</a:t>
            </a:r>
            <a:r>
              <a:rPr lang="en-US" sz="1400" b="1">
                <a:solidFill>
                  <a:schemeClr val="tx2"/>
                </a:solidFill>
                <a:effectLst/>
                <a:latin typeface="+mj-lt"/>
                <a:ea typeface="Times New Roman" panose="02020603050405020304" pitchFamily="18" charset="0"/>
                <a:cs typeface="Aptos" panose="020B0004020202020204" pitchFamily="34" charset="0"/>
              </a:rPr>
              <a:t> e ADG:</a:t>
            </a:r>
            <a:endParaRPr lang="en-US" sz="1400" b="1">
              <a:solidFill>
                <a:schemeClr val="tx2"/>
              </a:solidFill>
              <a:latin typeface="+mj-lt"/>
              <a:ea typeface="Times New Roman" panose="02020603050405020304" pitchFamily="18" charset="0"/>
              <a:cs typeface="Aptos" panose="020B0004020202020204" pitchFamily="34" charset="0"/>
            </a:endParaRPr>
          </a:p>
          <a:p>
            <a:pPr marL="285750" lvl="0" indent="-285750">
              <a:buClr>
                <a:schemeClr val="tx2"/>
              </a:buClr>
              <a:buSzPct val="100000"/>
              <a:buFont typeface="Wingdings" panose="05000000000000000000" pitchFamily="2" charset="2"/>
              <a:buChar char="§"/>
              <a:tabLst>
                <a:tab pos="457200" algn="l"/>
              </a:tabLst>
            </a:pPr>
            <a:r>
              <a:rPr lang="it-IT" sz="1400" b="1">
                <a:solidFill>
                  <a:schemeClr val="tx2"/>
                </a:solidFill>
                <a:effectLst/>
                <a:latin typeface="+mj-lt"/>
                <a:ea typeface="Aptos" panose="020B0004020202020204" pitchFamily="34" charset="0"/>
                <a:cs typeface="Aptos" panose="020B0004020202020204" pitchFamily="34" charset="0"/>
              </a:rPr>
              <a:t>Framework complessivo</a:t>
            </a:r>
            <a:r>
              <a:rPr lang="it-IT" sz="1400">
                <a:solidFill>
                  <a:srgbClr val="000000"/>
                </a:solidFill>
                <a:effectLst/>
                <a:latin typeface="+mj-lt"/>
                <a:ea typeface="Aptos" panose="020B0004020202020204" pitchFamily="34" charset="0"/>
                <a:cs typeface="Aptos" panose="020B0004020202020204" pitchFamily="34" charset="0"/>
              </a:rPr>
              <a:t>: vista strutturata delle principali aree della Banca coinvolte e delle relative attività preparatorie da presidiare in vista del settlement, distinguendo Aree di Governo e Divisioni</a:t>
            </a:r>
          </a:p>
          <a:p>
            <a:pPr marL="285750" lvl="0" indent="-285750">
              <a:buClr>
                <a:schemeClr val="tx2"/>
              </a:buClr>
              <a:buSzPct val="100000"/>
              <a:buFont typeface="Wingdings" panose="05000000000000000000" pitchFamily="2" charset="2"/>
              <a:buChar char="§"/>
              <a:tabLst>
                <a:tab pos="457200" algn="l"/>
              </a:tabLst>
            </a:pPr>
            <a:r>
              <a:rPr lang="it-IT" sz="1400" b="1">
                <a:solidFill>
                  <a:schemeClr val="tx2"/>
                </a:solidFill>
                <a:latin typeface="+mj-lt"/>
              </a:rPr>
              <a:t>Deep dive esemplificativi</a:t>
            </a:r>
            <a:r>
              <a:rPr lang="it-IT" sz="1400">
                <a:solidFill>
                  <a:srgbClr val="000000"/>
                </a:solidFill>
                <a:effectLst/>
                <a:latin typeface="+mj-lt"/>
                <a:ea typeface="Aptos" panose="020B0004020202020204" pitchFamily="34" charset="0"/>
                <a:cs typeface="Aptos" panose="020B0004020202020204" pitchFamily="34" charset="0"/>
              </a:rPr>
              <a:t>: apertura del framework su un’Area di Governo (CFO), per mostrare concretamente, per ciascuna, attività da completare, principali decisioni/temi da indirizzare e responsabilità nel periodo pre-settlement</a:t>
            </a:r>
          </a:p>
        </p:txBody>
      </p:sp>
      <p:sp>
        <p:nvSpPr>
          <p:cNvPr id="6" name="Rectangle: Rounded Corners 5">
            <a:extLst>
              <a:ext uri="{FF2B5EF4-FFF2-40B4-BE49-F238E27FC236}">
                <a16:creationId xmlns:a16="http://schemas.microsoft.com/office/drawing/2014/main" id="{E01D5327-15A7-8EA5-7115-BC18A8975798}"/>
              </a:ext>
            </a:extLst>
          </p:cNvPr>
          <p:cNvSpPr>
            <a:spLocks/>
          </p:cNvSpPr>
          <p:nvPr/>
        </p:nvSpPr>
        <p:spPr>
          <a:xfrm>
            <a:off x="554735" y="1252186"/>
            <a:ext cx="1905000" cy="955999"/>
          </a:xfrm>
          <a:prstGeom prst="roundRect">
            <a:avLst/>
          </a:prstGeom>
          <a:solidFill>
            <a:schemeClr val="accent2"/>
          </a:solidFill>
          <a:ln w="6350" cap="sq">
            <a:no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r>
              <a:rPr lang="it-IT" b="1">
                <a:solidFill>
                  <a:schemeClr val="bg2"/>
                </a:solidFill>
                <a:latin typeface="+mj-lt"/>
              </a:rPr>
              <a:t>Timeline complessiva e scenari </a:t>
            </a:r>
          </a:p>
        </p:txBody>
      </p:sp>
      <p:sp>
        <p:nvSpPr>
          <p:cNvPr id="8" name="Rectangle: Rounded Corners 7">
            <a:extLst>
              <a:ext uri="{FF2B5EF4-FFF2-40B4-BE49-F238E27FC236}">
                <a16:creationId xmlns:a16="http://schemas.microsoft.com/office/drawing/2014/main" id="{01D03154-1488-DCDD-BD3D-681511C897CD}"/>
              </a:ext>
            </a:extLst>
          </p:cNvPr>
          <p:cNvSpPr>
            <a:spLocks/>
          </p:cNvSpPr>
          <p:nvPr/>
        </p:nvSpPr>
        <p:spPr>
          <a:xfrm>
            <a:off x="554735" y="2411252"/>
            <a:ext cx="1905000" cy="1746942"/>
          </a:xfrm>
          <a:prstGeom prst="roundRect">
            <a:avLst>
              <a:gd name="adj" fmla="val 12236"/>
            </a:avLst>
          </a:prstGeom>
          <a:solidFill>
            <a:schemeClr val="accent2"/>
          </a:solidFill>
          <a:ln w="6350" cap="sq">
            <a:no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lvl="0">
              <a:spcBef>
                <a:spcPts val="1200"/>
              </a:spcBef>
              <a:buSzPts val="1000"/>
              <a:tabLst>
                <a:tab pos="457200" algn="l"/>
              </a:tabLst>
            </a:pPr>
            <a:r>
              <a:rPr lang="en-US" b="1" err="1">
                <a:solidFill>
                  <a:schemeClr val="bg2"/>
                </a:solidFill>
                <a:latin typeface="+mj-lt"/>
                <a:ea typeface="Times New Roman" panose="02020603050405020304" pitchFamily="18" charset="0"/>
                <a:cs typeface="Aptos" panose="020B0004020202020204" pitchFamily="34" charset="0"/>
              </a:rPr>
              <a:t>Gestione</a:t>
            </a:r>
            <a:r>
              <a:rPr lang="en-US" b="1">
                <a:solidFill>
                  <a:schemeClr val="bg2"/>
                </a:solidFill>
                <a:latin typeface="+mj-lt"/>
                <a:ea typeface="Times New Roman" panose="02020603050405020304" pitchFamily="18" charset="0"/>
                <a:cs typeface="Aptos" panose="020B0004020202020204" pitchFamily="34" charset="0"/>
              </a:rPr>
              <a:t> </a:t>
            </a:r>
            <a:r>
              <a:rPr lang="en-US" b="1" err="1">
                <a:solidFill>
                  <a:schemeClr val="bg2"/>
                </a:solidFill>
                <a:latin typeface="+mj-lt"/>
                <a:ea typeface="Times New Roman" panose="02020603050405020304" pitchFamily="18" charset="0"/>
                <a:cs typeface="Aptos" panose="020B0004020202020204" pitchFamily="34" charset="0"/>
              </a:rPr>
              <a:t>attività</a:t>
            </a:r>
            <a:r>
              <a:rPr lang="en-US" b="1">
                <a:solidFill>
                  <a:schemeClr val="bg2"/>
                </a:solidFill>
                <a:latin typeface="+mj-lt"/>
                <a:ea typeface="Times New Roman" panose="02020603050405020304" pitchFamily="18" charset="0"/>
                <a:cs typeface="Aptos" panose="020B0004020202020204" pitchFamily="34" charset="0"/>
              </a:rPr>
              <a:t> </a:t>
            </a:r>
            <a:r>
              <a:rPr lang="en-US" b="1" err="1">
                <a:solidFill>
                  <a:schemeClr val="bg2"/>
                </a:solidFill>
                <a:latin typeface="+mj-lt"/>
                <a:ea typeface="Times New Roman" panose="02020603050405020304" pitchFamily="18" charset="0"/>
                <a:cs typeface="Aptos" panose="020B0004020202020204" pitchFamily="34" charset="0"/>
              </a:rPr>
              <a:t>preparatorie</a:t>
            </a:r>
            <a:r>
              <a:rPr lang="en-US" b="1">
                <a:solidFill>
                  <a:schemeClr val="bg2"/>
                </a:solidFill>
                <a:latin typeface="+mj-lt"/>
                <a:ea typeface="Times New Roman" panose="02020603050405020304" pitchFamily="18" charset="0"/>
                <a:cs typeface="Aptos" panose="020B0004020202020204" pitchFamily="34" charset="0"/>
              </a:rPr>
              <a:t> – </a:t>
            </a:r>
            <a:r>
              <a:rPr lang="en-US" b="1" err="1">
                <a:solidFill>
                  <a:schemeClr val="bg2"/>
                </a:solidFill>
                <a:latin typeface="+mj-lt"/>
                <a:ea typeface="Times New Roman" panose="02020603050405020304" pitchFamily="18" charset="0"/>
                <a:cs typeface="Aptos" panose="020B0004020202020204" pitchFamily="34" charset="0"/>
              </a:rPr>
              <a:t>periodo</a:t>
            </a:r>
            <a:r>
              <a:rPr lang="en-US" b="1">
                <a:solidFill>
                  <a:schemeClr val="bg2"/>
                </a:solidFill>
                <a:latin typeface="+mj-lt"/>
                <a:ea typeface="Times New Roman" panose="02020603050405020304" pitchFamily="18" charset="0"/>
                <a:cs typeface="Aptos" panose="020B0004020202020204" pitchFamily="34" charset="0"/>
              </a:rPr>
              <a:t> pre-settlement</a:t>
            </a:r>
            <a:r>
              <a:rPr lang="en-US">
                <a:solidFill>
                  <a:schemeClr val="bg2"/>
                </a:solidFill>
                <a:latin typeface="+mj-lt"/>
                <a:ea typeface="Times New Roman" panose="02020603050405020304" pitchFamily="18" charset="0"/>
                <a:cs typeface="Aptos" panose="020B0004020202020204" pitchFamily="34" charset="0"/>
              </a:rPr>
              <a:t> </a:t>
            </a:r>
            <a:endParaRPr lang="en-US">
              <a:solidFill>
                <a:schemeClr val="bg2"/>
              </a:solidFill>
              <a:latin typeface="+mj-lt"/>
              <a:ea typeface="Aptos" panose="020B0004020202020204" pitchFamily="34" charset="0"/>
              <a:cs typeface="Aptos" panose="020B0004020202020204" pitchFamily="34" charset="0"/>
            </a:endParaRPr>
          </a:p>
        </p:txBody>
      </p:sp>
      <p:sp>
        <p:nvSpPr>
          <p:cNvPr id="11" name="TextBox 10">
            <a:extLst>
              <a:ext uri="{FF2B5EF4-FFF2-40B4-BE49-F238E27FC236}">
                <a16:creationId xmlns:a16="http://schemas.microsoft.com/office/drawing/2014/main" id="{678D2C88-FB11-37DE-B7E7-684931D3D5D1}"/>
              </a:ext>
            </a:extLst>
          </p:cNvPr>
          <p:cNvSpPr txBox="1">
            <a:spLocks/>
          </p:cNvSpPr>
          <p:nvPr/>
        </p:nvSpPr>
        <p:spPr>
          <a:xfrm>
            <a:off x="2694868" y="4481551"/>
            <a:ext cx="8942396" cy="1384995"/>
          </a:xfrm>
          <a:prstGeom prst="rect">
            <a:avLst/>
          </a:prstGeom>
          <a:noFill/>
          <a:ln w="6350">
            <a:noFill/>
            <a:miter lim="800000"/>
          </a:ln>
        </p:spPr>
        <p:txBody>
          <a:bodyPr wrap="square">
            <a:noAutofit/>
          </a:bodyPr>
          <a:lstStyle/>
          <a:p>
            <a:pPr marL="285750" lvl="1" indent="-285750">
              <a:buClr>
                <a:schemeClr val="tx2"/>
              </a:buClr>
              <a:buFont typeface="Wingdings" panose="05000000000000000000" pitchFamily="2" charset="2"/>
              <a:buChar char="§"/>
              <a:tabLst>
                <a:tab pos="914400" algn="l"/>
              </a:tabLst>
            </a:pPr>
            <a:r>
              <a:rPr lang="en-US" sz="1400" b="1" err="1">
                <a:solidFill>
                  <a:schemeClr val="tx2"/>
                </a:solidFill>
                <a:latin typeface="Century Gothic (Body)"/>
                <a:ea typeface="Times New Roman" panose="02020603050405020304" pitchFamily="18" charset="0"/>
                <a:cs typeface="Aptos" panose="020B0004020202020204" pitchFamily="34" charset="0"/>
              </a:rPr>
              <a:t>Assegnazione</a:t>
            </a:r>
            <a:r>
              <a:rPr lang="en-US" sz="1400" b="1">
                <a:solidFill>
                  <a:schemeClr val="tx2"/>
                </a:solidFill>
                <a:latin typeface="Century Gothic (Body)"/>
                <a:ea typeface="Times New Roman" panose="02020603050405020304" pitchFamily="18" charset="0"/>
                <a:cs typeface="Aptos" panose="020B0004020202020204" pitchFamily="34" charset="0"/>
              </a:rPr>
              <a:t> </a:t>
            </a:r>
            <a:r>
              <a:rPr lang="en-US" sz="1400" b="1" err="1">
                <a:solidFill>
                  <a:schemeClr val="tx2"/>
                </a:solidFill>
                <a:latin typeface="Century Gothic (Body)"/>
                <a:ea typeface="Times New Roman" panose="02020603050405020304" pitchFamily="18" charset="0"/>
                <a:cs typeface="Aptos" panose="020B0004020202020204" pitchFamily="34" charset="0"/>
              </a:rPr>
              <a:t>perimetri</a:t>
            </a:r>
            <a:r>
              <a:rPr lang="en-US" sz="1400" b="1">
                <a:solidFill>
                  <a:schemeClr val="tx2"/>
                </a:solidFill>
                <a:latin typeface="Century Gothic (Body)"/>
                <a:ea typeface="Times New Roman" panose="02020603050405020304" pitchFamily="18" charset="0"/>
                <a:cs typeface="Aptos" panose="020B0004020202020204" pitchFamily="34" charset="0"/>
              </a:rPr>
              <a:t>:</a:t>
            </a:r>
            <a:r>
              <a:rPr lang="en-US" sz="1400">
                <a:latin typeface="Century Gothic (Body)"/>
                <a:ea typeface="Times New Roman" panose="02020603050405020304" pitchFamily="18" charset="0"/>
                <a:cs typeface="Aptos" panose="020B0004020202020204" pitchFamily="34" charset="0"/>
              </a:rPr>
              <a:t> </a:t>
            </a:r>
            <a:r>
              <a:rPr lang="en-US" sz="1400" err="1">
                <a:latin typeface="Century Gothic (Body)"/>
                <a:ea typeface="Times New Roman" panose="02020603050405020304" pitchFamily="18" charset="0"/>
                <a:cs typeface="Aptos" panose="020B0004020202020204" pitchFamily="34" charset="0"/>
              </a:rPr>
              <a:t>attivazione</a:t>
            </a:r>
            <a:r>
              <a:rPr lang="en-US" sz="1400">
                <a:latin typeface="Century Gothic (Body)"/>
                <a:ea typeface="Times New Roman" panose="02020603050405020304" pitchFamily="18" charset="0"/>
                <a:cs typeface="Aptos" panose="020B0004020202020204" pitchFamily="34" charset="0"/>
              </a:rPr>
              <a:t> delle </a:t>
            </a:r>
            <a:r>
              <a:rPr lang="en-US" sz="1400" err="1">
                <a:latin typeface="Century Gothic (Body)"/>
                <a:ea typeface="Times New Roman" panose="02020603050405020304" pitchFamily="18" charset="0"/>
                <a:cs typeface="Aptos" panose="020B0004020202020204" pitchFamily="34" charset="0"/>
              </a:rPr>
              <a:t>responsabilità</a:t>
            </a:r>
            <a:r>
              <a:rPr lang="en-US" sz="1400">
                <a:latin typeface="Century Gothic (Body)"/>
                <a:ea typeface="Times New Roman" panose="02020603050405020304" pitchFamily="18" charset="0"/>
                <a:cs typeface="Aptos" panose="020B0004020202020204" pitchFamily="34" charset="0"/>
              </a:rPr>
              <a:t> per la </a:t>
            </a:r>
            <a:r>
              <a:rPr lang="en-US" sz="1400" err="1">
                <a:latin typeface="Century Gothic (Body)"/>
                <a:ea typeface="Times New Roman" panose="02020603050405020304" pitchFamily="18" charset="0"/>
                <a:cs typeface="Aptos" panose="020B0004020202020204" pitchFamily="34" charset="0"/>
              </a:rPr>
              <a:t>gestione</a:t>
            </a:r>
            <a:r>
              <a:rPr lang="en-US" sz="1400">
                <a:latin typeface="Century Gothic (Body)"/>
                <a:ea typeface="Times New Roman" panose="02020603050405020304" pitchFamily="18" charset="0"/>
                <a:cs typeface="Aptos" panose="020B0004020202020204" pitchFamily="34" charset="0"/>
              </a:rPr>
              <a:t> degli asset </a:t>
            </a:r>
            <a:r>
              <a:rPr lang="en-US" sz="1400" err="1">
                <a:latin typeface="Century Gothic (Body)"/>
                <a:ea typeface="Times New Roman" panose="02020603050405020304" pitchFamily="18" charset="0"/>
                <a:cs typeface="Aptos" panose="020B0004020202020204" pitchFamily="34" charset="0"/>
              </a:rPr>
              <a:t>acquisiti</a:t>
            </a:r>
            <a:r>
              <a:rPr lang="en-US" sz="1400">
                <a:latin typeface="Century Gothic (Body)"/>
                <a:ea typeface="Times New Roman" panose="02020603050405020304" pitchFamily="18" charset="0"/>
                <a:cs typeface="Aptos" panose="020B0004020202020204" pitchFamily="34" charset="0"/>
              </a:rPr>
              <a:t> </a:t>
            </a:r>
            <a:r>
              <a:rPr lang="en-US" sz="1400" err="1">
                <a:latin typeface="Century Gothic (Body)"/>
                <a:ea typeface="Times New Roman" panose="02020603050405020304" pitchFamily="18" charset="0"/>
                <a:cs typeface="Aptos" panose="020B0004020202020204" pitchFamily="34" charset="0"/>
              </a:rPr>
              <a:t>durante</a:t>
            </a:r>
            <a:r>
              <a:rPr lang="en-US" sz="1400">
                <a:latin typeface="Century Gothic (Body)"/>
                <a:ea typeface="Times New Roman" panose="02020603050405020304" pitchFamily="18" charset="0"/>
                <a:cs typeface="Aptos" panose="020B0004020202020204" pitchFamily="34" charset="0"/>
              </a:rPr>
              <a:t> la </a:t>
            </a:r>
            <a:r>
              <a:rPr lang="en-US" sz="1400" err="1">
                <a:latin typeface="Century Gothic (Body)"/>
                <a:ea typeface="Times New Roman" panose="02020603050405020304" pitchFamily="18" charset="0"/>
                <a:cs typeface="Aptos" panose="020B0004020202020204" pitchFamily="34" charset="0"/>
              </a:rPr>
              <a:t>fase</a:t>
            </a:r>
            <a:r>
              <a:rPr lang="en-US" sz="1400">
                <a:latin typeface="Century Gothic (Body)"/>
                <a:ea typeface="Times New Roman" panose="02020603050405020304" pitchFamily="18" charset="0"/>
                <a:cs typeface="Aptos" panose="020B0004020202020204" pitchFamily="34" charset="0"/>
              </a:rPr>
              <a:t> </a:t>
            </a:r>
            <a:r>
              <a:rPr lang="en-US" sz="1400" err="1">
                <a:latin typeface="Century Gothic (Body)"/>
                <a:ea typeface="Times New Roman" panose="02020603050405020304" pitchFamily="18" charset="0"/>
                <a:cs typeface="Aptos" panose="020B0004020202020204" pitchFamily="34" charset="0"/>
              </a:rPr>
              <a:t>transitoria</a:t>
            </a:r>
            <a:r>
              <a:rPr lang="en-US" sz="1400">
                <a:latin typeface="Century Gothic (Body)"/>
                <a:ea typeface="Times New Roman" panose="02020603050405020304" pitchFamily="18" charset="0"/>
                <a:cs typeface="Aptos" panose="020B0004020202020204" pitchFamily="34" charset="0"/>
              </a:rPr>
              <a:t>, </a:t>
            </a:r>
            <a:r>
              <a:rPr lang="en-US" sz="1400" err="1">
                <a:latin typeface="Century Gothic (Body)"/>
                <a:ea typeface="Times New Roman" panose="02020603050405020304" pitchFamily="18" charset="0"/>
                <a:cs typeface="Aptos" panose="020B0004020202020204" pitchFamily="34" charset="0"/>
              </a:rPr>
              <a:t>mappatura</a:t>
            </a:r>
            <a:r>
              <a:rPr lang="en-US" sz="1400">
                <a:latin typeface="Century Gothic (Body)"/>
                <a:ea typeface="Times New Roman" panose="02020603050405020304" pitchFamily="18" charset="0"/>
                <a:cs typeface="Aptos" panose="020B0004020202020204" pitchFamily="34" charset="0"/>
              </a:rPr>
              <a:t> delle </a:t>
            </a:r>
            <a:r>
              <a:rPr lang="en-US" sz="1400" err="1">
                <a:latin typeface="Century Gothic (Body)"/>
                <a:ea typeface="Times New Roman" panose="02020603050405020304" pitchFamily="18" charset="0"/>
                <a:cs typeface="Aptos" panose="020B0004020202020204" pitchFamily="34" charset="0"/>
              </a:rPr>
              <a:t>controparti</a:t>
            </a:r>
            <a:r>
              <a:rPr lang="en-US" sz="1400">
                <a:latin typeface="Century Gothic (Body)"/>
                <a:ea typeface="Times New Roman" panose="02020603050405020304" pitchFamily="18" charset="0"/>
                <a:cs typeface="Aptos" panose="020B0004020202020204" pitchFamily="34" charset="0"/>
              </a:rPr>
              <a:t> e </a:t>
            </a:r>
            <a:r>
              <a:rPr lang="en-US" sz="1400" err="1">
                <a:latin typeface="Century Gothic (Body)"/>
                <a:ea typeface="Times New Roman" panose="02020603050405020304" pitchFamily="18" charset="0"/>
                <a:cs typeface="Aptos" panose="020B0004020202020204" pitchFamily="34" charset="0"/>
              </a:rPr>
              <a:t>meccanismi</a:t>
            </a:r>
            <a:r>
              <a:rPr lang="en-US" sz="1400">
                <a:latin typeface="Century Gothic (Body)"/>
                <a:ea typeface="Times New Roman" panose="02020603050405020304" pitchFamily="18" charset="0"/>
                <a:cs typeface="Aptos" panose="020B0004020202020204" pitchFamily="34" charset="0"/>
              </a:rPr>
              <a:t> di </a:t>
            </a:r>
            <a:r>
              <a:rPr lang="en-US" sz="1400" err="1">
                <a:latin typeface="Century Gothic (Body)"/>
                <a:ea typeface="Times New Roman" panose="02020603050405020304" pitchFamily="18" charset="0"/>
                <a:cs typeface="Aptos" panose="020B0004020202020204" pitchFamily="34" charset="0"/>
              </a:rPr>
              <a:t>interazione</a:t>
            </a:r>
            <a:endParaRPr lang="en-US" sz="1400">
              <a:latin typeface="Century Gothic (Body)"/>
              <a:ea typeface="Aptos" panose="020B0004020202020204" pitchFamily="34" charset="0"/>
              <a:cs typeface="Aptos" panose="020B0004020202020204" pitchFamily="34" charset="0"/>
            </a:endParaRPr>
          </a:p>
          <a:p>
            <a:pPr marL="285750" lvl="1" indent="-285750">
              <a:buClr>
                <a:schemeClr val="tx2"/>
              </a:buClr>
              <a:buFont typeface="Wingdings" panose="05000000000000000000" pitchFamily="2" charset="2"/>
              <a:buChar char="§"/>
              <a:tabLst>
                <a:tab pos="914400" algn="l"/>
              </a:tabLst>
            </a:pPr>
            <a:r>
              <a:rPr lang="en-US" sz="1400" b="1">
                <a:solidFill>
                  <a:schemeClr val="tx2"/>
                </a:solidFill>
                <a:latin typeface="Century Gothic (Body)"/>
                <a:ea typeface="Times New Roman" panose="02020603050405020304" pitchFamily="18" charset="0"/>
                <a:cs typeface="Aptos" panose="020B0004020202020204" pitchFamily="34" charset="0"/>
              </a:rPr>
              <a:t>Policy:</a:t>
            </a:r>
            <a:r>
              <a:rPr lang="en-US" sz="1400">
                <a:latin typeface="Century Gothic (Body)"/>
                <a:ea typeface="Times New Roman" panose="02020603050405020304" pitchFamily="18" charset="0"/>
                <a:cs typeface="Aptos" panose="020B0004020202020204" pitchFamily="34" charset="0"/>
              </a:rPr>
              <a:t> </a:t>
            </a:r>
            <a:r>
              <a:rPr lang="en-US" sz="1400" err="1">
                <a:latin typeface="Century Gothic (Body)"/>
                <a:ea typeface="Times New Roman" panose="02020603050405020304" pitchFamily="18" charset="0"/>
                <a:cs typeface="Aptos" panose="020B0004020202020204" pitchFamily="34" charset="0"/>
              </a:rPr>
              <a:t>attivazione</a:t>
            </a:r>
            <a:r>
              <a:rPr lang="en-US" sz="1400">
                <a:latin typeface="Century Gothic (Body)"/>
                <a:ea typeface="Times New Roman" panose="02020603050405020304" pitchFamily="18" charset="0"/>
                <a:cs typeface="Aptos" panose="020B0004020202020204" pitchFamily="34" charset="0"/>
              </a:rPr>
              <a:t> delle </a:t>
            </a:r>
            <a:r>
              <a:rPr lang="en-US" sz="1400" b="1" err="1">
                <a:solidFill>
                  <a:schemeClr val="tx2"/>
                </a:solidFill>
                <a:latin typeface="Century Gothic (Body)"/>
                <a:ea typeface="Times New Roman" panose="02020603050405020304" pitchFamily="18" charset="0"/>
                <a:cs typeface="Aptos" panose="020B0004020202020204" pitchFamily="34" charset="0"/>
              </a:rPr>
              <a:t>regole</a:t>
            </a:r>
            <a:r>
              <a:rPr lang="en-US" sz="1400" b="1">
                <a:solidFill>
                  <a:schemeClr val="tx2"/>
                </a:solidFill>
                <a:latin typeface="Century Gothic (Body)"/>
                <a:ea typeface="Times New Roman" panose="02020603050405020304" pitchFamily="18" charset="0"/>
                <a:cs typeface="Aptos" panose="020B0004020202020204" pitchFamily="34" charset="0"/>
              </a:rPr>
              <a:t> standard </a:t>
            </a:r>
            <a:r>
              <a:rPr lang="en-US" sz="1400">
                <a:latin typeface="Century Gothic (Body)"/>
                <a:ea typeface="Times New Roman" panose="02020603050405020304" pitchFamily="18" charset="0"/>
                <a:cs typeface="Aptos" panose="020B0004020202020204" pitchFamily="34" charset="0"/>
              </a:rPr>
              <a:t>e per la </a:t>
            </a:r>
            <a:r>
              <a:rPr lang="en-US" sz="1400" err="1">
                <a:latin typeface="Century Gothic (Body)"/>
                <a:ea typeface="Times New Roman" panose="02020603050405020304" pitchFamily="18" charset="0"/>
                <a:cs typeface="Aptos" panose="020B0004020202020204" pitchFamily="34" charset="0"/>
              </a:rPr>
              <a:t>gestione</a:t>
            </a:r>
            <a:r>
              <a:rPr lang="en-US" sz="1400">
                <a:latin typeface="Century Gothic (Body)"/>
                <a:ea typeface="Times New Roman" panose="02020603050405020304" pitchFamily="18" charset="0"/>
                <a:cs typeface="Aptos" panose="020B0004020202020204" pitchFamily="34" charset="0"/>
              </a:rPr>
              <a:t> </a:t>
            </a:r>
            <a:r>
              <a:rPr lang="en-US" sz="1400" err="1">
                <a:latin typeface="Century Gothic (Body)"/>
                <a:ea typeface="Times New Roman" panose="02020603050405020304" pitchFamily="18" charset="0"/>
                <a:cs typeface="Aptos" panose="020B0004020202020204" pitchFamily="34" charset="0"/>
              </a:rPr>
              <a:t>strutturata</a:t>
            </a:r>
            <a:r>
              <a:rPr lang="en-US" sz="1400">
                <a:latin typeface="Century Gothic (Body)"/>
                <a:ea typeface="Times New Roman" panose="02020603050405020304" pitchFamily="18" charset="0"/>
                <a:cs typeface="Aptos" panose="020B0004020202020204" pitchFamily="34" charset="0"/>
              </a:rPr>
              <a:t> delle </a:t>
            </a:r>
            <a:r>
              <a:rPr lang="en-US" sz="1400" b="1" err="1">
                <a:solidFill>
                  <a:schemeClr val="tx2"/>
                </a:solidFill>
                <a:latin typeface="Century Gothic (Body)"/>
                <a:ea typeface="Times New Roman" panose="02020603050405020304" pitchFamily="18" charset="0"/>
                <a:cs typeface="Aptos" panose="020B0004020202020204" pitchFamily="34" charset="0"/>
              </a:rPr>
              <a:t>eccezioni</a:t>
            </a:r>
            <a:r>
              <a:rPr lang="en-US" sz="1400" b="1">
                <a:solidFill>
                  <a:schemeClr val="tx2"/>
                </a:solidFill>
                <a:latin typeface="Century Gothic (Body)"/>
                <a:ea typeface="Times New Roman" panose="02020603050405020304" pitchFamily="18" charset="0"/>
                <a:cs typeface="Aptos" panose="020B0004020202020204" pitchFamily="34" charset="0"/>
              </a:rPr>
              <a:t> / </a:t>
            </a:r>
            <a:r>
              <a:rPr lang="en-US" sz="1400" b="1" err="1">
                <a:solidFill>
                  <a:schemeClr val="tx2"/>
                </a:solidFill>
                <a:latin typeface="Century Gothic (Body)"/>
                <a:ea typeface="Times New Roman" panose="02020603050405020304" pitchFamily="18" charset="0"/>
                <a:cs typeface="Aptos" panose="020B0004020202020204" pitchFamily="34" charset="0"/>
              </a:rPr>
              <a:t>casistiche</a:t>
            </a:r>
            <a:r>
              <a:rPr lang="en-US" sz="1400" b="1">
                <a:solidFill>
                  <a:schemeClr val="tx2"/>
                </a:solidFill>
                <a:latin typeface="Century Gothic (Body)"/>
                <a:ea typeface="Times New Roman" panose="02020603050405020304" pitchFamily="18" charset="0"/>
                <a:cs typeface="Aptos" panose="020B0004020202020204" pitchFamily="34" charset="0"/>
              </a:rPr>
              <a:t> </a:t>
            </a:r>
            <a:r>
              <a:rPr lang="en-US" sz="1400" b="1" err="1">
                <a:solidFill>
                  <a:schemeClr val="tx2"/>
                </a:solidFill>
                <a:latin typeface="Century Gothic (Body)"/>
                <a:ea typeface="Times New Roman" panose="02020603050405020304" pitchFamily="18" charset="0"/>
                <a:cs typeface="Aptos" panose="020B0004020202020204" pitchFamily="34" charset="0"/>
              </a:rPr>
              <a:t>complesse</a:t>
            </a:r>
            <a:r>
              <a:rPr lang="en-US" sz="1400" b="1">
                <a:solidFill>
                  <a:schemeClr val="tx2"/>
                </a:solidFill>
                <a:latin typeface="Century Gothic (Body)"/>
                <a:ea typeface="Times New Roman" panose="02020603050405020304" pitchFamily="18" charset="0"/>
                <a:cs typeface="Aptos" panose="020B0004020202020204" pitchFamily="34" charset="0"/>
              </a:rPr>
              <a:t> </a:t>
            </a:r>
            <a:r>
              <a:rPr lang="en-US" sz="1400">
                <a:solidFill>
                  <a:srgbClr val="000000"/>
                </a:solidFill>
                <a:latin typeface="+mj-lt"/>
              </a:rPr>
              <a:t>(</a:t>
            </a:r>
            <a:r>
              <a:rPr lang="en-US" sz="1400" i="1">
                <a:solidFill>
                  <a:srgbClr val="000000"/>
                </a:solidFill>
                <a:latin typeface="+mj-lt"/>
              </a:rPr>
              <a:t>use cases</a:t>
            </a:r>
            <a:r>
              <a:rPr lang="en-US" sz="1400">
                <a:solidFill>
                  <a:srgbClr val="000000"/>
                </a:solidFill>
                <a:latin typeface="+mj-lt"/>
              </a:rPr>
              <a:t>)</a:t>
            </a:r>
          </a:p>
          <a:p>
            <a:pPr marL="285750" lvl="1" indent="-285750">
              <a:buClr>
                <a:schemeClr val="tx2"/>
              </a:buClr>
              <a:buFont typeface="Wingdings" panose="05000000000000000000" pitchFamily="2" charset="2"/>
              <a:buChar char="§"/>
              <a:tabLst>
                <a:tab pos="914400" algn="l"/>
              </a:tabLst>
            </a:pPr>
            <a:r>
              <a:rPr lang="en-US" sz="1400" b="1">
                <a:solidFill>
                  <a:schemeClr val="tx2"/>
                </a:solidFill>
                <a:latin typeface="Century Gothic (Body)"/>
                <a:ea typeface="Times New Roman" panose="02020603050405020304" pitchFamily="18" charset="0"/>
                <a:cs typeface="Aptos" panose="020B0004020202020204" pitchFamily="34" charset="0"/>
              </a:rPr>
              <a:t>Governance e </a:t>
            </a:r>
            <a:r>
              <a:rPr lang="en-US" sz="1400" b="1" err="1">
                <a:solidFill>
                  <a:schemeClr val="tx2"/>
                </a:solidFill>
                <a:latin typeface="Century Gothic (Body)"/>
                <a:ea typeface="Times New Roman" panose="02020603050405020304" pitchFamily="18" charset="0"/>
                <a:cs typeface="Aptos" panose="020B0004020202020204" pitchFamily="34" charset="0"/>
              </a:rPr>
              <a:t>monitoraggio</a:t>
            </a:r>
            <a:r>
              <a:rPr lang="en-US" sz="1400" b="1">
                <a:solidFill>
                  <a:schemeClr val="tx2"/>
                </a:solidFill>
                <a:latin typeface="Century Gothic (Body)"/>
                <a:ea typeface="Times New Roman" panose="02020603050405020304" pitchFamily="18" charset="0"/>
                <a:cs typeface="Aptos" panose="020B0004020202020204" pitchFamily="34" charset="0"/>
              </a:rPr>
              <a:t>:</a:t>
            </a:r>
            <a:r>
              <a:rPr lang="en-US" sz="1400">
                <a:latin typeface="Century Gothic (Body)"/>
                <a:ea typeface="Times New Roman" panose="02020603050405020304" pitchFamily="18" charset="0"/>
                <a:cs typeface="Aptos" panose="020B0004020202020204" pitchFamily="34" charset="0"/>
              </a:rPr>
              <a:t> </a:t>
            </a:r>
            <a:r>
              <a:rPr lang="en-US" sz="1400" err="1">
                <a:latin typeface="Century Gothic (Body)"/>
                <a:ea typeface="Times New Roman" panose="02020603050405020304" pitchFamily="18" charset="0"/>
                <a:cs typeface="Aptos" panose="020B0004020202020204" pitchFamily="34" charset="0"/>
              </a:rPr>
              <a:t>istituzione</a:t>
            </a:r>
            <a:r>
              <a:rPr lang="en-US" sz="1400">
                <a:latin typeface="Century Gothic (Body)"/>
                <a:ea typeface="Times New Roman" panose="02020603050405020304" pitchFamily="18" charset="0"/>
                <a:cs typeface="Aptos" panose="020B0004020202020204" pitchFamily="34" charset="0"/>
              </a:rPr>
              <a:t> di un </a:t>
            </a:r>
            <a:r>
              <a:rPr lang="en-US" sz="1400" b="1">
                <a:solidFill>
                  <a:schemeClr val="tx2"/>
                </a:solidFill>
                <a:latin typeface="Century Gothic (Body)"/>
                <a:ea typeface="Times New Roman" panose="02020603050405020304" pitchFamily="18" charset="0"/>
                <a:cs typeface="Aptos" panose="020B0004020202020204" pitchFamily="34" charset="0"/>
              </a:rPr>
              <a:t>Comitato di </a:t>
            </a:r>
            <a:r>
              <a:rPr lang="en-US" sz="1400" b="1" err="1">
                <a:solidFill>
                  <a:schemeClr val="tx2"/>
                </a:solidFill>
                <a:latin typeface="Century Gothic (Body)"/>
                <a:ea typeface="Times New Roman" panose="02020603050405020304" pitchFamily="18" charset="0"/>
                <a:cs typeface="Aptos" panose="020B0004020202020204" pitchFamily="34" charset="0"/>
              </a:rPr>
              <a:t>gestione</a:t>
            </a:r>
            <a:r>
              <a:rPr lang="en-US" sz="1400">
                <a:latin typeface="Century Gothic (Body)"/>
                <a:ea typeface="Times New Roman" panose="02020603050405020304" pitchFamily="18" charset="0"/>
                <a:cs typeface="Aptos" panose="020B0004020202020204" pitchFamily="34" charset="0"/>
              </a:rPr>
              <a:t> e </a:t>
            </a:r>
            <a:r>
              <a:rPr lang="en-US" sz="1400" err="1">
                <a:latin typeface="Century Gothic (Body)"/>
                <a:ea typeface="Times New Roman" panose="02020603050405020304" pitchFamily="18" charset="0"/>
                <a:cs typeface="Aptos" panose="020B0004020202020204" pitchFamily="34" charset="0"/>
              </a:rPr>
              <a:t>definizione</a:t>
            </a:r>
            <a:r>
              <a:rPr lang="en-US" sz="1400">
                <a:latin typeface="Century Gothic (Body)"/>
                <a:ea typeface="Times New Roman" panose="02020603050405020304" pitchFamily="18" charset="0"/>
                <a:cs typeface="Aptos" panose="020B0004020202020204" pitchFamily="34" charset="0"/>
              </a:rPr>
              <a:t> di un </a:t>
            </a:r>
            <a:r>
              <a:rPr lang="en-US" sz="1400" b="1" err="1">
                <a:solidFill>
                  <a:schemeClr val="tx2"/>
                </a:solidFill>
                <a:latin typeface="Century Gothic (Body)"/>
                <a:ea typeface="Times New Roman" panose="02020603050405020304" pitchFamily="18" charset="0"/>
                <a:cs typeface="Aptos" panose="020B0004020202020204" pitchFamily="34" charset="0"/>
              </a:rPr>
              <a:t>meccanismo</a:t>
            </a:r>
            <a:r>
              <a:rPr lang="en-US" sz="1400" b="1">
                <a:solidFill>
                  <a:schemeClr val="tx2"/>
                </a:solidFill>
                <a:latin typeface="Century Gothic (Body)"/>
                <a:ea typeface="Times New Roman" panose="02020603050405020304" pitchFamily="18" charset="0"/>
                <a:cs typeface="Aptos" panose="020B0004020202020204" pitchFamily="34" charset="0"/>
              </a:rPr>
              <a:t> di </a:t>
            </a:r>
            <a:r>
              <a:rPr lang="en-US" sz="1400" b="1" err="1">
                <a:solidFill>
                  <a:schemeClr val="tx2"/>
                </a:solidFill>
                <a:latin typeface="Century Gothic (Body)"/>
                <a:ea typeface="Times New Roman" panose="02020603050405020304" pitchFamily="18" charset="0"/>
                <a:cs typeface="Aptos" panose="020B0004020202020204" pitchFamily="34" charset="0"/>
              </a:rPr>
              <a:t>monitoraggio</a:t>
            </a:r>
            <a:endParaRPr lang="en-US" sz="1400">
              <a:latin typeface="Century Gothic (Body)"/>
              <a:ea typeface="Aptos" panose="020B0004020202020204" pitchFamily="34" charset="0"/>
              <a:cs typeface="Aptos" panose="020B0004020202020204" pitchFamily="34" charset="0"/>
            </a:endParaRPr>
          </a:p>
          <a:p>
            <a:pPr marL="285750" lvl="1" indent="-285750">
              <a:buClr>
                <a:schemeClr val="tx2"/>
              </a:buClr>
              <a:buFont typeface="Wingdings" panose="05000000000000000000" pitchFamily="2" charset="2"/>
              <a:buChar char="§"/>
              <a:tabLst>
                <a:tab pos="914400" algn="l"/>
              </a:tabLst>
            </a:pPr>
            <a:r>
              <a:rPr lang="en-US" sz="1400" b="1">
                <a:solidFill>
                  <a:schemeClr val="tx2"/>
                </a:solidFill>
                <a:latin typeface="Century Gothic (Body)"/>
                <a:ea typeface="Times New Roman" panose="02020603050405020304" pitchFamily="18" charset="0"/>
                <a:cs typeface="Aptos" panose="020B0004020202020204" pitchFamily="34" charset="0"/>
              </a:rPr>
              <a:t>Setup della macchina di integrazione</a:t>
            </a:r>
            <a:r>
              <a:rPr lang="en-US" sz="1400">
                <a:latin typeface="Century Gothic (Body)"/>
                <a:ea typeface="Times New Roman" panose="02020603050405020304" pitchFamily="18" charset="0"/>
                <a:cs typeface="Aptos" panose="020B0004020202020204" pitchFamily="34" charset="0"/>
              </a:rPr>
              <a:t>: impostazione nel periodo pre-settlement e attivazione nel corso del transitorio</a:t>
            </a:r>
            <a:endParaRPr lang="en-US" sz="1400">
              <a:latin typeface="Century Gothic (Body)"/>
              <a:ea typeface="Aptos" panose="020B0004020202020204" pitchFamily="34" charset="0"/>
              <a:cs typeface="Aptos" panose="020B0004020202020204" pitchFamily="34" charset="0"/>
            </a:endParaRPr>
          </a:p>
        </p:txBody>
      </p:sp>
      <p:sp>
        <p:nvSpPr>
          <p:cNvPr id="12" name="Rectangle: Rounded Corners 11">
            <a:extLst>
              <a:ext uri="{FF2B5EF4-FFF2-40B4-BE49-F238E27FC236}">
                <a16:creationId xmlns:a16="http://schemas.microsoft.com/office/drawing/2014/main" id="{4460676E-4B86-B5F0-68B3-A26C9C0E45FE}"/>
              </a:ext>
            </a:extLst>
          </p:cNvPr>
          <p:cNvSpPr>
            <a:spLocks/>
          </p:cNvSpPr>
          <p:nvPr/>
        </p:nvSpPr>
        <p:spPr>
          <a:xfrm>
            <a:off x="554735" y="4387081"/>
            <a:ext cx="1905000" cy="1479463"/>
          </a:xfrm>
          <a:prstGeom prst="roundRect">
            <a:avLst>
              <a:gd name="adj" fmla="val 12236"/>
            </a:avLst>
          </a:prstGeom>
          <a:solidFill>
            <a:schemeClr val="accent2"/>
          </a:solidFill>
          <a:ln w="6350" cap="sq">
            <a:no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lvl="0">
              <a:spcBef>
                <a:spcPts val="1200"/>
              </a:spcBef>
              <a:buSzPts val="1000"/>
              <a:tabLst>
                <a:tab pos="457200" algn="l"/>
              </a:tabLst>
            </a:pPr>
            <a:r>
              <a:rPr lang="it-IT" b="1">
                <a:solidFill>
                  <a:schemeClr val="bg2"/>
                </a:solidFill>
                <a:latin typeface="+mj-lt"/>
                <a:ea typeface="Times New Roman" panose="02020603050405020304" pitchFamily="18" charset="0"/>
                <a:cs typeface="Aptos" panose="020B0004020202020204" pitchFamily="34" charset="0"/>
              </a:rPr>
              <a:t>Gestione del periodo transitorio</a:t>
            </a:r>
          </a:p>
        </p:txBody>
      </p:sp>
      <p:grpSp>
        <p:nvGrpSpPr>
          <p:cNvPr id="20" name="CustomIcon">
            <a:extLst>
              <a:ext uri="{FF2B5EF4-FFF2-40B4-BE49-F238E27FC236}">
                <a16:creationId xmlns:a16="http://schemas.microsoft.com/office/drawing/2014/main" id="{0F728DB9-52C4-F645-001F-552B47728A70}"/>
              </a:ext>
            </a:extLst>
          </p:cNvPr>
          <p:cNvGrpSpPr>
            <a:grpSpLocks/>
          </p:cNvGrpSpPr>
          <p:nvPr>
            <p:custDataLst>
              <p:tags r:id="rId4"/>
            </p:custDataLst>
          </p:nvPr>
        </p:nvGrpSpPr>
        <p:grpSpPr>
          <a:xfrm>
            <a:off x="2197475" y="3732822"/>
            <a:ext cx="462885" cy="462885"/>
            <a:chOff x="-205105" y="-205105"/>
            <a:chExt cx="1019810" cy="1019810"/>
          </a:xfrm>
        </p:grpSpPr>
        <p:sp>
          <p:nvSpPr>
            <p:cNvPr id="17" name="Oval 16">
              <a:extLst>
                <a:ext uri="{FF2B5EF4-FFF2-40B4-BE49-F238E27FC236}">
                  <a16:creationId xmlns:a16="http://schemas.microsoft.com/office/drawing/2014/main" id="{BF992500-8AB4-67A9-999F-A3DC575FDB14}"/>
                </a:ext>
              </a:extLst>
            </p:cNvPr>
            <p:cNvSpPr>
              <a:spLocks noChangeAspect="1"/>
            </p:cNvSpPr>
            <p:nvPr/>
          </p:nvSpPr>
          <p:spPr>
            <a:xfrm>
              <a:off x="-205105" y="-205105"/>
              <a:ext cx="1019810" cy="1019810"/>
            </a:xfrm>
            <a:prstGeom prst="ellipse">
              <a:avLst/>
            </a:prstGeom>
            <a:solidFill>
              <a:schemeClr val="lt1"/>
            </a:solidFill>
            <a:ln w="6350" cap="sq">
              <a:pattFill prst="solidDmnd">
                <a:fgClr>
                  <a:srgbClr val="F18B40"/>
                </a:fgClr>
                <a:bgClr>
                  <a:srgbClr val="F18B40"/>
                </a:bgClr>
              </a:patt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it-IT" sz="1600" err="1">
                <a:solidFill>
                  <a:srgbClr val="000000"/>
                </a:solidFill>
              </a:endParaRPr>
            </a:p>
          </p:txBody>
        </p:sp>
        <p:pic>
          <p:nvPicPr>
            <p:cNvPr id="19" name="Graphic 18">
              <a:extLst>
                <a:ext uri="{FF2B5EF4-FFF2-40B4-BE49-F238E27FC236}">
                  <a16:creationId xmlns:a16="http://schemas.microsoft.com/office/drawing/2014/main" id="{8B744CC2-7DA9-9AAE-B8C3-89CE4422C24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0" y="0"/>
              <a:ext cx="609600" cy="609600"/>
            </a:xfrm>
            <a:prstGeom prst="rect">
              <a:avLst/>
            </a:prstGeom>
          </p:spPr>
        </p:pic>
      </p:grpSp>
      <p:grpSp>
        <p:nvGrpSpPr>
          <p:cNvPr id="24" name="CustomIcon">
            <a:extLst>
              <a:ext uri="{FF2B5EF4-FFF2-40B4-BE49-F238E27FC236}">
                <a16:creationId xmlns:a16="http://schemas.microsoft.com/office/drawing/2014/main" id="{4FF6E158-82B2-8F52-F34F-5E5875CA049F}"/>
              </a:ext>
            </a:extLst>
          </p:cNvPr>
          <p:cNvGrpSpPr>
            <a:grpSpLocks/>
          </p:cNvGrpSpPr>
          <p:nvPr>
            <p:custDataLst>
              <p:tags r:id="rId5"/>
            </p:custDataLst>
          </p:nvPr>
        </p:nvGrpSpPr>
        <p:grpSpPr>
          <a:xfrm>
            <a:off x="2197475" y="5517277"/>
            <a:ext cx="462885" cy="462885"/>
            <a:chOff x="-205105" y="-205105"/>
            <a:chExt cx="1019810" cy="1019810"/>
          </a:xfrm>
        </p:grpSpPr>
        <p:sp>
          <p:nvSpPr>
            <p:cNvPr id="21" name="Oval 20">
              <a:extLst>
                <a:ext uri="{FF2B5EF4-FFF2-40B4-BE49-F238E27FC236}">
                  <a16:creationId xmlns:a16="http://schemas.microsoft.com/office/drawing/2014/main" id="{8F0EDB4A-22BA-F054-A5D3-FBE0C708666C}"/>
                </a:ext>
              </a:extLst>
            </p:cNvPr>
            <p:cNvSpPr>
              <a:spLocks noChangeAspect="1"/>
            </p:cNvSpPr>
            <p:nvPr/>
          </p:nvSpPr>
          <p:spPr>
            <a:xfrm>
              <a:off x="-205105" y="-205105"/>
              <a:ext cx="1019810" cy="1019810"/>
            </a:xfrm>
            <a:prstGeom prst="ellipse">
              <a:avLst/>
            </a:prstGeom>
            <a:solidFill>
              <a:schemeClr val="lt1"/>
            </a:solidFill>
            <a:ln w="6350" cap="sq">
              <a:pattFill prst="solidDmnd">
                <a:fgClr>
                  <a:srgbClr val="F18B40"/>
                </a:fgClr>
                <a:bgClr>
                  <a:srgbClr val="F18B40"/>
                </a:bgClr>
              </a:patt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it-IT" sz="1600" err="1">
                <a:solidFill>
                  <a:srgbClr val="000000"/>
                </a:solidFill>
              </a:endParaRPr>
            </a:p>
          </p:txBody>
        </p:sp>
        <p:pic>
          <p:nvPicPr>
            <p:cNvPr id="23" name="Graphic 22">
              <a:extLst>
                <a:ext uri="{FF2B5EF4-FFF2-40B4-BE49-F238E27FC236}">
                  <a16:creationId xmlns:a16="http://schemas.microsoft.com/office/drawing/2014/main" id="{019AF4C8-E8D5-02C3-5D57-11230D79D94B}"/>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0" y="0"/>
              <a:ext cx="609600" cy="609600"/>
            </a:xfrm>
            <a:prstGeom prst="rect">
              <a:avLst/>
            </a:prstGeom>
          </p:spPr>
        </p:pic>
      </p:grpSp>
      <p:cxnSp>
        <p:nvCxnSpPr>
          <p:cNvPr id="14" name="LineBasicDefault 17">
            <a:extLst>
              <a:ext uri="{FF2B5EF4-FFF2-40B4-BE49-F238E27FC236}">
                <a16:creationId xmlns:a16="http://schemas.microsoft.com/office/drawing/2014/main" id="{52CEEFEF-939C-3DC9-8CF9-960F3C13C7E0}"/>
              </a:ext>
            </a:extLst>
          </p:cNvPr>
          <p:cNvCxnSpPr>
            <a:cxnSpLocks/>
          </p:cNvCxnSpPr>
          <p:nvPr>
            <p:custDataLst>
              <p:tags r:id="rId6"/>
            </p:custDataLst>
          </p:nvPr>
        </p:nvCxnSpPr>
        <p:spPr>
          <a:xfrm>
            <a:off x="554736" y="2296144"/>
            <a:ext cx="11082528" cy="0"/>
          </a:xfrm>
          <a:prstGeom prst="straightConnector1">
            <a:avLst/>
          </a:prstGeom>
          <a:ln w="6350" cap="flat">
            <a:solidFill>
              <a:schemeClr val="bg1">
                <a:lumMod val="75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26" name="LineBasicDefault 17">
            <a:extLst>
              <a:ext uri="{FF2B5EF4-FFF2-40B4-BE49-F238E27FC236}">
                <a16:creationId xmlns:a16="http://schemas.microsoft.com/office/drawing/2014/main" id="{EDA5B7E4-1C28-9C2D-BA3F-E0ADD29AA383}"/>
              </a:ext>
            </a:extLst>
          </p:cNvPr>
          <p:cNvCxnSpPr>
            <a:cxnSpLocks/>
          </p:cNvCxnSpPr>
          <p:nvPr>
            <p:custDataLst>
              <p:tags r:id="rId7"/>
            </p:custDataLst>
          </p:nvPr>
        </p:nvCxnSpPr>
        <p:spPr>
          <a:xfrm>
            <a:off x="554736" y="4278485"/>
            <a:ext cx="11082528" cy="0"/>
          </a:xfrm>
          <a:prstGeom prst="straightConnector1">
            <a:avLst/>
          </a:prstGeom>
          <a:ln w="6350" cap="flat">
            <a:solidFill>
              <a:schemeClr val="bg1">
                <a:lumMod val="75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C2770F9-A0E9-5A3D-105E-100D127C0405}"/>
              </a:ext>
            </a:extLst>
          </p:cNvPr>
          <p:cNvSpPr txBox="1">
            <a:spLocks/>
          </p:cNvSpPr>
          <p:nvPr/>
        </p:nvSpPr>
        <p:spPr>
          <a:xfrm>
            <a:off x="2694868" y="1357476"/>
            <a:ext cx="8942396" cy="684803"/>
          </a:xfrm>
          <a:prstGeom prst="rect">
            <a:avLst/>
          </a:prstGeom>
          <a:noFill/>
          <a:ln w="6350">
            <a:noFill/>
            <a:miter lim="800000"/>
          </a:ln>
        </p:spPr>
        <p:txBody>
          <a:bodyPr wrap="square" lIns="0" tIns="0" rIns="0" bIns="0">
            <a:noAutofit/>
          </a:bodyPr>
          <a:lstStyle/>
          <a:p>
            <a:pPr>
              <a:spcBef>
                <a:spcPts val="300"/>
              </a:spcBef>
              <a:spcAft>
                <a:spcPts val="300"/>
              </a:spcAft>
            </a:pPr>
            <a:r>
              <a:rPr lang="it-IT" sz="1400" kern="0">
                <a:latin typeface="+mj-lt"/>
              </a:rPr>
              <a:t>Timeline complessiva di progetto con principali </a:t>
            </a:r>
            <a:r>
              <a:rPr lang="it-IT" sz="1400" i="1" kern="0">
                <a:latin typeface="+mj-lt"/>
              </a:rPr>
              <a:t>what-if</a:t>
            </a:r>
            <a:r>
              <a:rPr lang="it-IT" sz="1400" kern="0">
                <a:latin typeface="+mj-lt"/>
              </a:rPr>
              <a:t> / scenari e relative implicazioni e tempistica:</a:t>
            </a:r>
          </a:p>
          <a:p>
            <a:pPr marL="285750" lvl="1" indent="-285750">
              <a:buClr>
                <a:schemeClr val="tx2"/>
              </a:buClr>
              <a:buFont typeface="Wingdings" panose="05000000000000000000" pitchFamily="2" charset="2"/>
              <a:buChar char="§"/>
              <a:tabLst>
                <a:tab pos="914400" algn="l"/>
              </a:tabLst>
            </a:pPr>
            <a:r>
              <a:rPr lang="en-US" sz="1400" err="1">
                <a:latin typeface="+mj-lt"/>
                <a:ea typeface="Times New Roman" panose="02020603050405020304" pitchFamily="18" charset="0"/>
                <a:cs typeface="Aptos" panose="020B0004020202020204" pitchFamily="34" charset="0"/>
              </a:rPr>
              <a:t>Identificazione</a:t>
            </a:r>
            <a:r>
              <a:rPr lang="en-US" sz="1400">
                <a:latin typeface="+mj-lt"/>
                <a:ea typeface="Times New Roman" panose="02020603050405020304" pitchFamily="18" charset="0"/>
                <a:cs typeface="Aptos" panose="020B0004020202020204" pitchFamily="34" charset="0"/>
              </a:rPr>
              <a:t> ed </a:t>
            </a:r>
            <a:r>
              <a:rPr lang="en-US" sz="1400" err="1">
                <a:latin typeface="+mj-lt"/>
                <a:ea typeface="Times New Roman" panose="02020603050405020304" pitchFamily="18" charset="0"/>
                <a:cs typeface="Aptos" panose="020B0004020202020204" pitchFamily="34" charset="0"/>
              </a:rPr>
              <a:t>elaborazione</a:t>
            </a:r>
            <a:r>
              <a:rPr lang="en-US" sz="1400">
                <a:latin typeface="+mj-lt"/>
                <a:ea typeface="Times New Roman" panose="02020603050405020304" pitchFamily="18" charset="0"/>
                <a:cs typeface="Aptos" panose="020B0004020202020204" pitchFamily="34" charset="0"/>
              </a:rPr>
              <a:t> di </a:t>
            </a:r>
            <a:r>
              <a:rPr lang="en-US" sz="1400" b="1" err="1">
                <a:solidFill>
                  <a:schemeClr val="tx2"/>
                </a:solidFill>
                <a:latin typeface="+mj-lt"/>
                <a:ea typeface="Times New Roman" panose="02020603050405020304" pitchFamily="18" charset="0"/>
                <a:cs typeface="Aptos" panose="020B0004020202020204" pitchFamily="34" charset="0"/>
              </a:rPr>
              <a:t>dettaglio</a:t>
            </a:r>
            <a:r>
              <a:rPr lang="en-US" sz="1400" b="1">
                <a:solidFill>
                  <a:schemeClr val="tx2"/>
                </a:solidFill>
                <a:latin typeface="+mj-lt"/>
                <a:ea typeface="Times New Roman" panose="02020603050405020304" pitchFamily="18" charset="0"/>
                <a:cs typeface="Aptos" panose="020B0004020202020204" pitchFamily="34" charset="0"/>
              </a:rPr>
              <a:t> </a:t>
            </a:r>
            <a:r>
              <a:rPr lang="en-US" sz="1400" b="1" err="1">
                <a:solidFill>
                  <a:schemeClr val="tx2"/>
                </a:solidFill>
                <a:latin typeface="+mj-lt"/>
                <a:ea typeface="Times New Roman" panose="02020603050405020304" pitchFamily="18" charset="0"/>
                <a:cs typeface="Aptos" panose="020B0004020202020204" pitchFamily="34" charset="0"/>
              </a:rPr>
              <a:t>dei</a:t>
            </a:r>
            <a:r>
              <a:rPr lang="en-US" sz="1400" b="1">
                <a:solidFill>
                  <a:schemeClr val="tx2"/>
                </a:solidFill>
                <a:latin typeface="+mj-lt"/>
                <a:ea typeface="Times New Roman" panose="02020603050405020304" pitchFamily="18" charset="0"/>
                <a:cs typeface="Aptos" panose="020B0004020202020204" pitchFamily="34" charset="0"/>
              </a:rPr>
              <a:t> </a:t>
            </a:r>
            <a:r>
              <a:rPr lang="en-US" sz="1400" b="1" err="1">
                <a:solidFill>
                  <a:schemeClr val="tx2"/>
                </a:solidFill>
                <a:latin typeface="+mj-lt"/>
                <a:ea typeface="Times New Roman" panose="02020603050405020304" pitchFamily="18" charset="0"/>
                <a:cs typeface="Aptos" panose="020B0004020202020204" pitchFamily="34" charset="0"/>
              </a:rPr>
              <a:t>principali</a:t>
            </a:r>
            <a:r>
              <a:rPr lang="en-US" sz="1400" b="1">
                <a:solidFill>
                  <a:schemeClr val="tx2"/>
                </a:solidFill>
                <a:latin typeface="+mj-lt"/>
                <a:ea typeface="Times New Roman" panose="02020603050405020304" pitchFamily="18" charset="0"/>
                <a:cs typeface="Aptos" panose="020B0004020202020204" pitchFamily="34" charset="0"/>
              </a:rPr>
              <a:t> </a:t>
            </a:r>
            <a:r>
              <a:rPr lang="it-IT" sz="1400" b="1" kern="0">
                <a:solidFill>
                  <a:schemeClr val="tx2"/>
                </a:solidFill>
              </a:rPr>
              <a:t>what-if</a:t>
            </a:r>
          </a:p>
          <a:p>
            <a:pPr marL="285750" lvl="1" indent="-285750">
              <a:buClr>
                <a:schemeClr val="tx2"/>
              </a:buClr>
              <a:buFont typeface="Wingdings" panose="05000000000000000000" pitchFamily="2" charset="2"/>
              <a:buChar char="§"/>
              <a:tabLst>
                <a:tab pos="914400" algn="l"/>
              </a:tabLst>
            </a:pPr>
            <a:r>
              <a:rPr lang="en-US" sz="1400" err="1">
                <a:latin typeface="+mj-lt"/>
                <a:ea typeface="Times New Roman" panose="02020603050405020304" pitchFamily="18" charset="0"/>
                <a:cs typeface="Aptos" panose="020B0004020202020204" pitchFamily="34" charset="0"/>
              </a:rPr>
              <a:t>Illustrazione</a:t>
            </a:r>
            <a:r>
              <a:rPr lang="en-US" sz="1400">
                <a:latin typeface="+mj-lt"/>
                <a:ea typeface="Times New Roman" panose="02020603050405020304" pitchFamily="18" charset="0"/>
                <a:cs typeface="Aptos" panose="020B0004020202020204" pitchFamily="34" charset="0"/>
              </a:rPr>
              <a:t> degli </a:t>
            </a:r>
            <a:r>
              <a:rPr lang="en-US" sz="1400" b="1" err="1">
                <a:solidFill>
                  <a:schemeClr val="tx2"/>
                </a:solidFill>
                <a:latin typeface="+mj-lt"/>
                <a:ea typeface="Times New Roman" panose="02020603050405020304" pitchFamily="18" charset="0"/>
                <a:cs typeface="Aptos" panose="020B0004020202020204" pitchFamily="34" charset="0"/>
              </a:rPr>
              <a:t>scenari</a:t>
            </a:r>
            <a:r>
              <a:rPr lang="en-US" sz="1400" b="1">
                <a:solidFill>
                  <a:schemeClr val="tx2"/>
                </a:solidFill>
                <a:latin typeface="+mj-lt"/>
                <a:ea typeface="Times New Roman" panose="02020603050405020304" pitchFamily="18" charset="0"/>
                <a:cs typeface="Aptos" panose="020B0004020202020204" pitchFamily="34" charset="0"/>
              </a:rPr>
              <a:t> </a:t>
            </a:r>
            <a:r>
              <a:rPr lang="en-US" sz="1400" b="1" err="1">
                <a:solidFill>
                  <a:schemeClr val="tx2"/>
                </a:solidFill>
                <a:latin typeface="+mj-lt"/>
                <a:ea typeface="Times New Roman" panose="02020603050405020304" pitchFamily="18" charset="0"/>
                <a:cs typeface="Aptos" panose="020B0004020202020204" pitchFamily="34" charset="0"/>
              </a:rPr>
              <a:t>più</a:t>
            </a:r>
            <a:r>
              <a:rPr lang="en-US" sz="1400" b="1">
                <a:solidFill>
                  <a:schemeClr val="tx2"/>
                </a:solidFill>
                <a:latin typeface="+mj-lt"/>
                <a:ea typeface="Times New Roman" panose="02020603050405020304" pitchFamily="18" charset="0"/>
                <a:cs typeface="Aptos" panose="020B0004020202020204" pitchFamily="34" charset="0"/>
              </a:rPr>
              <a:t> </a:t>
            </a:r>
            <a:r>
              <a:rPr lang="en-US" sz="1400" b="1" err="1">
                <a:solidFill>
                  <a:schemeClr val="tx2"/>
                </a:solidFill>
                <a:latin typeface="+mj-lt"/>
                <a:ea typeface="Times New Roman" panose="02020603050405020304" pitchFamily="18" charset="0"/>
                <a:cs typeface="Aptos" panose="020B0004020202020204" pitchFamily="34" charset="0"/>
              </a:rPr>
              <a:t>probabili</a:t>
            </a:r>
            <a:r>
              <a:rPr lang="en-US" sz="1400" b="1">
                <a:solidFill>
                  <a:schemeClr val="tx2"/>
                </a:solidFill>
                <a:latin typeface="+mj-lt"/>
                <a:ea typeface="Times New Roman" panose="02020603050405020304" pitchFamily="18" charset="0"/>
                <a:cs typeface="Aptos" panose="020B0004020202020204" pitchFamily="34" charset="0"/>
              </a:rPr>
              <a:t> </a:t>
            </a:r>
            <a:r>
              <a:rPr lang="en-US" sz="1400">
                <a:latin typeface="+mj-lt"/>
                <a:ea typeface="Times New Roman" panose="02020603050405020304" pitchFamily="18" charset="0"/>
                <a:cs typeface="Aptos" panose="020B0004020202020204" pitchFamily="34" charset="0"/>
              </a:rPr>
              <a:t>con le </a:t>
            </a:r>
            <a:r>
              <a:rPr lang="en-US" sz="1400" err="1">
                <a:latin typeface="+mj-lt"/>
                <a:ea typeface="Times New Roman" panose="02020603050405020304" pitchFamily="18" charset="0"/>
                <a:cs typeface="Aptos" panose="020B0004020202020204" pitchFamily="34" charset="0"/>
              </a:rPr>
              <a:t>conseguenti</a:t>
            </a:r>
            <a:r>
              <a:rPr lang="en-US" sz="1400">
                <a:latin typeface="+mj-lt"/>
                <a:ea typeface="Times New Roman" panose="02020603050405020304" pitchFamily="18" charset="0"/>
                <a:cs typeface="Aptos" panose="020B0004020202020204" pitchFamily="34" charset="0"/>
              </a:rPr>
              <a:t> </a:t>
            </a:r>
            <a:r>
              <a:rPr lang="en-US" sz="1400" err="1">
                <a:latin typeface="+mj-lt"/>
                <a:ea typeface="Times New Roman" panose="02020603050405020304" pitchFamily="18" charset="0"/>
                <a:cs typeface="Aptos" panose="020B0004020202020204" pitchFamily="34" charset="0"/>
              </a:rPr>
              <a:t>implicazioni</a:t>
            </a:r>
            <a:endParaRPr lang="en-US" sz="1400">
              <a:latin typeface="+mj-lt"/>
              <a:ea typeface="Times New Roman" panose="02020603050405020304" pitchFamily="18" charset="0"/>
              <a:cs typeface="Aptos" panose="020B0004020202020204" pitchFamily="34" charset="0"/>
            </a:endParaRPr>
          </a:p>
        </p:txBody>
      </p:sp>
      <p:cxnSp>
        <p:nvCxnSpPr>
          <p:cNvPr id="29" name="LineBasicDefault 17">
            <a:extLst>
              <a:ext uri="{FF2B5EF4-FFF2-40B4-BE49-F238E27FC236}">
                <a16:creationId xmlns:a16="http://schemas.microsoft.com/office/drawing/2014/main" id="{23CF3B4F-2883-60D0-E839-E9E2B6499244}"/>
              </a:ext>
            </a:extLst>
          </p:cNvPr>
          <p:cNvCxnSpPr>
            <a:cxnSpLocks/>
          </p:cNvCxnSpPr>
          <p:nvPr>
            <p:custDataLst>
              <p:tags r:id="rId8"/>
            </p:custDataLst>
          </p:nvPr>
        </p:nvCxnSpPr>
        <p:spPr>
          <a:xfrm>
            <a:off x="554736" y="1178544"/>
            <a:ext cx="11082528" cy="0"/>
          </a:xfrm>
          <a:prstGeom prst="straightConnector1">
            <a:avLst/>
          </a:prstGeom>
          <a:ln w="6350" cap="flat">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3B24FF2-7AC1-F5B1-2C14-CECE0EAEDAA9}"/>
              </a:ext>
            </a:extLst>
          </p:cNvPr>
          <p:cNvSpPr txBox="1"/>
          <p:nvPr/>
        </p:nvSpPr>
        <p:spPr>
          <a:xfrm>
            <a:off x="554735" y="921585"/>
            <a:ext cx="1202945" cy="246221"/>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it-IT" b="1">
                <a:solidFill>
                  <a:schemeClr val="tx2"/>
                </a:solidFill>
              </a:rPr>
              <a:t>Filone</a:t>
            </a:r>
          </a:p>
        </p:txBody>
      </p:sp>
      <p:sp>
        <p:nvSpPr>
          <p:cNvPr id="31" name="TextBox 30">
            <a:extLst>
              <a:ext uri="{FF2B5EF4-FFF2-40B4-BE49-F238E27FC236}">
                <a16:creationId xmlns:a16="http://schemas.microsoft.com/office/drawing/2014/main" id="{BAFE5AF9-6A35-67A5-2804-DF25160073C3}"/>
              </a:ext>
            </a:extLst>
          </p:cNvPr>
          <p:cNvSpPr txBox="1"/>
          <p:nvPr/>
        </p:nvSpPr>
        <p:spPr>
          <a:xfrm>
            <a:off x="2694868" y="921585"/>
            <a:ext cx="1866972" cy="246221"/>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it-IT" b="1">
                <a:solidFill>
                  <a:schemeClr val="tx2"/>
                </a:solidFill>
              </a:rPr>
              <a:t>Contenuto</a:t>
            </a:r>
          </a:p>
        </p:txBody>
      </p:sp>
      <p:grpSp>
        <p:nvGrpSpPr>
          <p:cNvPr id="16" name="CustomIcon">
            <a:extLst>
              <a:ext uri="{FF2B5EF4-FFF2-40B4-BE49-F238E27FC236}">
                <a16:creationId xmlns:a16="http://schemas.microsoft.com/office/drawing/2014/main" id="{6662EAAF-375C-C0D2-2A90-141F21D26C50}"/>
              </a:ext>
            </a:extLst>
          </p:cNvPr>
          <p:cNvGrpSpPr>
            <a:grpSpLocks/>
          </p:cNvGrpSpPr>
          <p:nvPr>
            <p:custDataLst>
              <p:tags r:id="rId9"/>
            </p:custDataLst>
          </p:nvPr>
        </p:nvGrpSpPr>
        <p:grpSpPr>
          <a:xfrm>
            <a:off x="2146672" y="1843578"/>
            <a:ext cx="462885" cy="462885"/>
            <a:chOff x="-205105" y="-205105"/>
            <a:chExt cx="1019810" cy="1019810"/>
          </a:xfrm>
        </p:grpSpPr>
        <p:sp>
          <p:nvSpPr>
            <p:cNvPr id="13" name="Oval 12">
              <a:extLst>
                <a:ext uri="{FF2B5EF4-FFF2-40B4-BE49-F238E27FC236}">
                  <a16:creationId xmlns:a16="http://schemas.microsoft.com/office/drawing/2014/main" id="{7198D614-1FA6-EA8E-0278-8108BB6F4820}"/>
                </a:ext>
              </a:extLst>
            </p:cNvPr>
            <p:cNvSpPr>
              <a:spLocks noChangeAspect="1"/>
            </p:cNvSpPr>
            <p:nvPr/>
          </p:nvSpPr>
          <p:spPr>
            <a:xfrm>
              <a:off x="-205105" y="-205105"/>
              <a:ext cx="1019810" cy="1019810"/>
            </a:xfrm>
            <a:prstGeom prst="ellipse">
              <a:avLst/>
            </a:prstGeom>
            <a:solidFill>
              <a:schemeClr val="lt1"/>
            </a:solidFill>
            <a:ln w="6350" cap="sq">
              <a:pattFill prst="solidDmnd">
                <a:fgClr>
                  <a:srgbClr val="F18B40"/>
                </a:fgClr>
                <a:bgClr>
                  <a:srgbClr val="F18B40"/>
                </a:bgClr>
              </a:patt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it-IT" sz="1600" err="1">
                <a:solidFill>
                  <a:srgbClr val="000000"/>
                </a:solidFill>
              </a:endParaRPr>
            </a:p>
          </p:txBody>
        </p:sp>
        <p:pic>
          <p:nvPicPr>
            <p:cNvPr id="15" name="Graphic 14">
              <a:extLst>
                <a:ext uri="{FF2B5EF4-FFF2-40B4-BE49-F238E27FC236}">
                  <a16:creationId xmlns:a16="http://schemas.microsoft.com/office/drawing/2014/main" id="{ADA39F1E-933C-CC01-4431-AC8C26CADBF9}"/>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0" y="0"/>
              <a:ext cx="609600" cy="609600"/>
            </a:xfrm>
            <a:prstGeom prst="rect">
              <a:avLst/>
            </a:prstGeom>
          </p:spPr>
        </p:pic>
      </p:grpSp>
    </p:spTree>
    <p:extLst>
      <p:ext uri="{BB962C8B-B14F-4D97-AF65-F5344CB8AC3E}">
        <p14:creationId xmlns:p14="http://schemas.microsoft.com/office/powerpoint/2010/main" val="2250865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FDB9D2F7-B2C0-B296-F92D-04F6BCAB1BA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606" imgH="608" progId="TCLayout.ActiveDocument.1">
                  <p:embed/>
                </p:oleObj>
              </mc:Choice>
              <mc:Fallback>
                <p:oleObj name="think-cell Slide" r:id="rId13" imgW="606" imgH="608" progId="TCLayout.ActiveDocument.1">
                  <p:embed/>
                  <p:pic>
                    <p:nvPicPr>
                      <p:cNvPr id="5" name="Object 6" hidden="1">
                        <a:extLst>
                          <a:ext uri="{FF2B5EF4-FFF2-40B4-BE49-F238E27FC236}">
                            <a16:creationId xmlns:a16="http://schemas.microsoft.com/office/drawing/2014/main" id="{FDB9D2F7-B2C0-B296-F92D-04F6BCAB1BA7}"/>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cxnSp>
        <p:nvCxnSpPr>
          <p:cNvPr id="4" name="Straight Connector 3">
            <a:extLst>
              <a:ext uri="{FF2B5EF4-FFF2-40B4-BE49-F238E27FC236}">
                <a16:creationId xmlns:a16="http://schemas.microsoft.com/office/drawing/2014/main" id="{0C80405C-3B59-1FDC-DF50-89090AE6AAB1}"/>
              </a:ext>
            </a:extLst>
          </p:cNvPr>
          <p:cNvCxnSpPr>
            <a:cxnSpLocks/>
          </p:cNvCxnSpPr>
          <p:nvPr/>
        </p:nvCxnSpPr>
        <p:spPr>
          <a:xfrm>
            <a:off x="5865826"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6E1F3E6-898C-429D-0917-0ED53F15CECA}"/>
              </a:ext>
            </a:extLst>
          </p:cNvPr>
          <p:cNvCxnSpPr>
            <a:cxnSpLocks/>
          </p:cNvCxnSpPr>
          <p:nvPr/>
        </p:nvCxnSpPr>
        <p:spPr>
          <a:xfrm>
            <a:off x="4294681"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6442527-564A-257F-F681-9A49D896E72A}"/>
              </a:ext>
            </a:extLst>
          </p:cNvPr>
          <p:cNvCxnSpPr>
            <a:cxnSpLocks/>
          </p:cNvCxnSpPr>
          <p:nvPr/>
        </p:nvCxnSpPr>
        <p:spPr>
          <a:xfrm>
            <a:off x="7765625"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4A97961-812C-439A-02A4-2AEC55562945}"/>
              </a:ext>
            </a:extLst>
          </p:cNvPr>
          <p:cNvCxnSpPr>
            <a:cxnSpLocks/>
          </p:cNvCxnSpPr>
          <p:nvPr/>
        </p:nvCxnSpPr>
        <p:spPr>
          <a:xfrm>
            <a:off x="11333170"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sp>
        <p:nvSpPr>
          <p:cNvPr id="49" name="Isosceles Triangle 48">
            <a:extLst>
              <a:ext uri="{FF2B5EF4-FFF2-40B4-BE49-F238E27FC236}">
                <a16:creationId xmlns:a16="http://schemas.microsoft.com/office/drawing/2014/main" id="{180B33B4-23DB-FE38-1DED-21529C265E01}"/>
              </a:ext>
            </a:extLst>
          </p:cNvPr>
          <p:cNvSpPr/>
          <p:nvPr/>
        </p:nvSpPr>
        <p:spPr>
          <a:xfrm rot="10800000">
            <a:off x="4168201"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50" name="Isosceles Triangle 49">
            <a:extLst>
              <a:ext uri="{FF2B5EF4-FFF2-40B4-BE49-F238E27FC236}">
                <a16:creationId xmlns:a16="http://schemas.microsoft.com/office/drawing/2014/main" id="{DC72B249-B235-AF8F-8B32-2F5FC8F4CA77}"/>
              </a:ext>
            </a:extLst>
          </p:cNvPr>
          <p:cNvSpPr/>
          <p:nvPr/>
        </p:nvSpPr>
        <p:spPr>
          <a:xfrm rot="10800000">
            <a:off x="7639145"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51" name="Isosceles Triangle 50">
            <a:extLst>
              <a:ext uri="{FF2B5EF4-FFF2-40B4-BE49-F238E27FC236}">
                <a16:creationId xmlns:a16="http://schemas.microsoft.com/office/drawing/2014/main" id="{1E87AAE5-4482-7C5A-CE33-BA607F265618}"/>
              </a:ext>
            </a:extLst>
          </p:cNvPr>
          <p:cNvSpPr/>
          <p:nvPr/>
        </p:nvSpPr>
        <p:spPr>
          <a:xfrm rot="10800000">
            <a:off x="11206690"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29" name="Arrow: Chevron 28">
            <a:extLst>
              <a:ext uri="{FF2B5EF4-FFF2-40B4-BE49-F238E27FC236}">
                <a16:creationId xmlns:a16="http://schemas.microsoft.com/office/drawing/2014/main" id="{19E3DFA3-ABF6-DF22-4285-0F6F8BEC9BDB}"/>
              </a:ext>
            </a:extLst>
          </p:cNvPr>
          <p:cNvSpPr>
            <a:spLocks/>
          </p:cNvSpPr>
          <p:nvPr/>
        </p:nvSpPr>
        <p:spPr>
          <a:xfrm>
            <a:off x="5863552" y="5342896"/>
            <a:ext cx="5469466" cy="788836"/>
          </a:xfrm>
          <a:prstGeom prst="chevron">
            <a:avLst/>
          </a:prstGeom>
          <a:solidFill>
            <a:srgbClr val="B3B3B3"/>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400" b="1" i="0" u="none" strike="noStrike" kern="0" cap="none" spc="0" normalizeH="0" baseline="0" noProof="0" err="1">
                <a:ln>
                  <a:noFill/>
                </a:ln>
                <a:solidFill>
                  <a:srgbClr val="D0D0D0"/>
                </a:solidFill>
                <a:effectLst/>
                <a:uLnTx/>
                <a:uFillTx/>
                <a:latin typeface="Century Gothic"/>
                <a:ea typeface="+mn-ea"/>
                <a:cs typeface="+mn-cs"/>
              </a:rPr>
              <a:t>Percorso</a:t>
            </a:r>
            <a:r>
              <a:rPr kumimoji="0" lang="en-US" sz="1400" b="1" i="0" u="none" strike="noStrike" kern="0" cap="none" spc="0" normalizeH="0" baseline="0" noProof="0">
                <a:ln>
                  <a:noFill/>
                </a:ln>
                <a:solidFill>
                  <a:srgbClr val="D0D0D0"/>
                </a:solidFill>
                <a:effectLst/>
                <a:uLnTx/>
                <a:uFillTx/>
                <a:latin typeface="Century Gothic"/>
                <a:ea typeface="+mn-ea"/>
                <a:cs typeface="+mn-cs"/>
              </a:rPr>
              <a:t> di </a:t>
            </a:r>
            <a:r>
              <a:rPr kumimoji="0" lang="en-US" sz="1400" b="1" i="0" u="none" strike="noStrike" kern="0" cap="none" spc="0" normalizeH="0" baseline="0" noProof="0" err="1">
                <a:ln>
                  <a:noFill/>
                </a:ln>
                <a:solidFill>
                  <a:srgbClr val="D0D0D0"/>
                </a:solidFill>
                <a:effectLst/>
                <a:uLnTx/>
                <a:uFillTx/>
                <a:latin typeface="Century Gothic"/>
                <a:ea typeface="+mn-ea"/>
                <a:cs typeface="+mn-cs"/>
              </a:rPr>
              <a:t>integrazione</a:t>
            </a:r>
            <a:r>
              <a:rPr kumimoji="0" lang="en-US" sz="1400" b="1" i="0" u="none" strike="noStrike" kern="0" cap="none" spc="0" normalizeH="0" baseline="0" noProof="0">
                <a:ln>
                  <a:noFill/>
                </a:ln>
                <a:solidFill>
                  <a:srgbClr val="D0D0D0"/>
                </a:solidFill>
                <a:effectLst/>
                <a:uLnTx/>
                <a:uFillTx/>
                <a:latin typeface="Century Gothic"/>
                <a:ea typeface="+mn-ea"/>
                <a:cs typeface="+mn-cs"/>
              </a:rPr>
              <a:t> </a:t>
            </a: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D0D0D0"/>
                </a:solidFill>
                <a:effectLst/>
                <a:uLnTx/>
                <a:uFillTx/>
                <a:latin typeface="Century Gothic"/>
                <a:ea typeface="+mn-ea"/>
                <a:cs typeface="+mn-cs"/>
              </a:rPr>
              <a:t>Integrazione degli asset in linea con l’asset target</a:t>
            </a:r>
          </a:p>
          <a:p>
            <a:pPr marL="0" marR="0" lvl="0" indent="0" algn="ctr" defTabSz="914400" eaLnBrk="1" fontAlgn="auto" latinLnBrk="0" hangingPunct="1">
              <a:lnSpc>
                <a:spcPct val="100000"/>
              </a:lnSpc>
              <a:buClrTx/>
              <a:buSzTx/>
              <a:buFontTx/>
              <a:buNone/>
              <a:tabLst/>
              <a:defRPr/>
            </a:pPr>
            <a:endParaRPr kumimoji="0" lang="en-US" sz="1400" b="1" i="0" u="none" strike="noStrike" kern="0" cap="none" spc="0" normalizeH="0" baseline="0" noProof="0">
              <a:ln>
                <a:noFill/>
              </a:ln>
              <a:solidFill>
                <a:srgbClr val="D0D0D0"/>
              </a:solidFill>
              <a:effectLst/>
              <a:uLnTx/>
              <a:uFillTx/>
              <a:latin typeface="Century Gothic"/>
              <a:ea typeface="+mn-ea"/>
              <a:cs typeface="+mn-cs"/>
            </a:endParaRPr>
          </a:p>
        </p:txBody>
      </p:sp>
      <p:sp>
        <p:nvSpPr>
          <p:cNvPr id="32" name="Arrow: Pentagon 31">
            <a:extLst>
              <a:ext uri="{FF2B5EF4-FFF2-40B4-BE49-F238E27FC236}">
                <a16:creationId xmlns:a16="http://schemas.microsoft.com/office/drawing/2014/main" id="{FF28D4E5-B1FE-871E-A44A-2DA0DF9F5945}"/>
              </a:ext>
            </a:extLst>
          </p:cNvPr>
          <p:cNvSpPr>
            <a:spLocks/>
          </p:cNvSpPr>
          <p:nvPr/>
        </p:nvSpPr>
        <p:spPr>
          <a:xfrm>
            <a:off x="1805940" y="3568932"/>
            <a:ext cx="2488741" cy="788836"/>
          </a:xfrm>
          <a:prstGeom prst="homePlate">
            <a:avLst/>
          </a:prstGeom>
          <a:solidFill>
            <a:srgbClr val="406B9B"/>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400" b="1" i="0" u="none" strike="noStrike" kern="0" cap="none" spc="0" normalizeH="0" baseline="0" noProof="0">
                <a:ln>
                  <a:noFill/>
                </a:ln>
                <a:solidFill>
                  <a:srgbClr val="FFFFFF"/>
                </a:solidFill>
                <a:effectLst/>
                <a:uLnTx/>
                <a:uFillTx/>
                <a:latin typeface="Century Gothic"/>
                <a:ea typeface="+mn-ea"/>
                <a:cs typeface="+mn-cs"/>
              </a:rPr>
              <a:t>Pre-Take Control</a:t>
            </a: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err="1">
                <a:ln>
                  <a:noFill/>
                </a:ln>
                <a:solidFill>
                  <a:srgbClr val="FFFFFF"/>
                </a:solidFill>
                <a:effectLst/>
                <a:uLnTx/>
                <a:uFillTx/>
                <a:latin typeface="Century Gothic"/>
                <a:ea typeface="+mn-ea"/>
                <a:cs typeface="+mn-cs"/>
              </a:rPr>
              <a:t>Execution</a:t>
            </a:r>
            <a:r>
              <a:rPr kumimoji="0" lang="it-IT" sz="1000" i="0" u="none" strike="noStrike" kern="0" cap="none" spc="0" normalizeH="0" baseline="0" noProof="0">
                <a:ln>
                  <a:noFill/>
                </a:ln>
                <a:solidFill>
                  <a:srgbClr val="FFFFFF"/>
                </a:solidFill>
                <a:effectLst/>
                <a:uLnTx/>
                <a:uFillTx/>
                <a:latin typeface="Century Gothic"/>
                <a:ea typeface="+mn-ea"/>
                <a:cs typeface="+mn-cs"/>
              </a:rPr>
              <a:t> dell’OPAS e completamento dell’impostazione progettuale</a:t>
            </a:r>
          </a:p>
          <a:p>
            <a:pPr marL="0" marR="0" lvl="0" indent="0" algn="ctr" defTabSz="914400" eaLnBrk="1" fontAlgn="auto" latinLnBrk="0" hangingPunct="1">
              <a:lnSpc>
                <a:spcPct val="100000"/>
              </a:lnSpc>
              <a:buClrTx/>
              <a:buSzTx/>
              <a:buFontTx/>
              <a:buNone/>
              <a:tabLst/>
              <a:defRPr/>
            </a:pPr>
            <a:endParaRPr kumimoji="0" lang="en-US" sz="1400" b="1" i="0" u="none" strike="noStrike" kern="0" cap="none" spc="0" normalizeH="0" baseline="0" noProof="0">
              <a:ln>
                <a:noFill/>
              </a:ln>
              <a:solidFill>
                <a:srgbClr val="FFFFFF"/>
              </a:solidFill>
              <a:effectLst/>
              <a:uLnTx/>
              <a:uFillTx/>
              <a:latin typeface="Century Gothic"/>
              <a:ea typeface="+mn-ea"/>
              <a:cs typeface="+mn-cs"/>
            </a:endParaRPr>
          </a:p>
        </p:txBody>
      </p:sp>
      <p:sp>
        <p:nvSpPr>
          <p:cNvPr id="33" name="Arrow: Chevron 32">
            <a:extLst>
              <a:ext uri="{FF2B5EF4-FFF2-40B4-BE49-F238E27FC236}">
                <a16:creationId xmlns:a16="http://schemas.microsoft.com/office/drawing/2014/main" id="{45164FB3-7542-1A21-7B7B-E9B899A23023}"/>
              </a:ext>
            </a:extLst>
          </p:cNvPr>
          <p:cNvSpPr>
            <a:spLocks/>
          </p:cNvSpPr>
          <p:nvPr/>
        </p:nvSpPr>
        <p:spPr>
          <a:xfrm>
            <a:off x="4296956" y="4455914"/>
            <a:ext cx="3468669" cy="788836"/>
          </a:xfrm>
          <a:prstGeom prst="chevron">
            <a:avLst/>
          </a:prstGeom>
          <a:solidFill>
            <a:srgbClr val="406B9B"/>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400" b="1" i="0" u="none" strike="noStrike" kern="0" cap="none" spc="0" normalizeH="0" baseline="0" noProof="0" err="1">
                <a:ln>
                  <a:noFill/>
                </a:ln>
                <a:solidFill>
                  <a:srgbClr val="FFFFFF"/>
                </a:solidFill>
                <a:effectLst/>
                <a:uLnTx/>
                <a:uFillTx/>
                <a:latin typeface="Century Gothic"/>
                <a:ea typeface="+mn-ea"/>
                <a:cs typeface="+mn-cs"/>
              </a:rPr>
              <a:t>Transitorio</a:t>
            </a:r>
            <a:r>
              <a:rPr kumimoji="0" lang="en-US" sz="1400" b="1" i="0" u="none" strike="noStrike" kern="0" cap="none" spc="0" normalizeH="0" baseline="0" noProof="0">
                <a:ln>
                  <a:noFill/>
                </a:ln>
                <a:solidFill>
                  <a:srgbClr val="FFFFFF"/>
                </a:solidFill>
                <a:effectLst/>
                <a:uLnTx/>
                <a:uFillTx/>
                <a:latin typeface="Century Gothic"/>
                <a:ea typeface="+mn-ea"/>
                <a:cs typeface="+mn-cs"/>
              </a:rPr>
              <a:t> (pre-/post- </a:t>
            </a:r>
            <a:r>
              <a:rPr kumimoji="0" lang="en-US" sz="1400" b="1" i="0" u="none" strike="noStrike" kern="0" cap="none" spc="0" normalizeH="0" baseline="0" noProof="0" err="1">
                <a:ln>
                  <a:noFill/>
                </a:ln>
                <a:solidFill>
                  <a:srgbClr val="FFFFFF"/>
                </a:solidFill>
                <a:effectLst/>
                <a:uLnTx/>
                <a:uFillTx/>
                <a:latin typeface="Century Gothic"/>
                <a:ea typeface="+mn-ea"/>
                <a:cs typeface="+mn-cs"/>
              </a:rPr>
              <a:t>CdA</a:t>
            </a:r>
            <a:r>
              <a:rPr kumimoji="0" lang="en-US" sz="1400" b="1" i="0" u="none" strike="noStrike" kern="0" cap="none" spc="0" normalizeH="0" baseline="0" noProof="0">
                <a:ln>
                  <a:noFill/>
                </a:ln>
                <a:solidFill>
                  <a:srgbClr val="FFFFFF"/>
                </a:solidFill>
                <a:effectLst/>
                <a:uLnTx/>
                <a:uFillTx/>
                <a:latin typeface="Century Gothic"/>
                <a:ea typeface="+mn-ea"/>
                <a:cs typeface="+mn-cs"/>
              </a:rPr>
              <a:t>)</a:t>
            </a: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FFFFFF"/>
                </a:solidFill>
                <a:effectLst/>
                <a:uLnTx/>
                <a:uFillTx/>
                <a:latin typeface="Century Gothic"/>
                <a:ea typeface="+mn-ea"/>
                <a:cs typeface="+mn-cs"/>
              </a:rPr>
              <a:t>Gestione degli asset della target in preparazione del carve-out</a:t>
            </a:r>
          </a:p>
          <a:p>
            <a:pPr marL="0" marR="0" lvl="0" indent="0" algn="ctr" defTabSz="914400" eaLnBrk="1" fontAlgn="auto" latinLnBrk="0" hangingPunct="1">
              <a:lnSpc>
                <a:spcPct val="100000"/>
              </a:lnSpc>
              <a:buClrTx/>
              <a:buSzTx/>
              <a:buFontTx/>
              <a:buNone/>
              <a:tabLst/>
              <a:defRPr/>
            </a:pPr>
            <a:endParaRPr kumimoji="0" lang="en-US" sz="1400" b="1" i="0" u="none" strike="noStrike" kern="0" cap="none" spc="0" normalizeH="0" baseline="0" noProof="0">
              <a:ln>
                <a:noFill/>
              </a:ln>
              <a:solidFill>
                <a:srgbClr val="FFFFFF"/>
              </a:solidFill>
              <a:effectLst/>
              <a:uLnTx/>
              <a:uFillTx/>
              <a:latin typeface="Century Gothic"/>
              <a:ea typeface="+mn-ea"/>
              <a:cs typeface="+mn-cs"/>
            </a:endParaRPr>
          </a:p>
        </p:txBody>
      </p:sp>
      <p:sp>
        <p:nvSpPr>
          <p:cNvPr id="40" name="Arrow: Pentagon 39">
            <a:extLst>
              <a:ext uri="{FF2B5EF4-FFF2-40B4-BE49-F238E27FC236}">
                <a16:creationId xmlns:a16="http://schemas.microsoft.com/office/drawing/2014/main" id="{F864A344-8CDE-E732-7217-8A9439E0ED67}"/>
              </a:ext>
            </a:extLst>
          </p:cNvPr>
          <p:cNvSpPr>
            <a:spLocks/>
          </p:cNvSpPr>
          <p:nvPr/>
        </p:nvSpPr>
        <p:spPr>
          <a:xfrm>
            <a:off x="1805940" y="2681951"/>
            <a:ext cx="5959685" cy="788836"/>
          </a:xfrm>
          <a:prstGeom prst="homePlate">
            <a:avLst/>
          </a:prstGeom>
          <a:solidFill>
            <a:srgbClr val="406B9B"/>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lvl="0" algn="ctr"/>
            <a:r>
              <a:rPr lang="en-US" sz="1400" b="1" kern="0">
                <a:solidFill>
                  <a:srgbClr val="FFFFFF"/>
                </a:solidFill>
              </a:rPr>
              <a:t>OPAS e M&amp;A</a:t>
            </a:r>
            <a:endParaRPr kumimoji="0" lang="en-US" sz="1400" b="1" i="0" u="none" strike="noStrike" kern="0" cap="none" spc="0" normalizeH="0" baseline="0" noProof="0">
              <a:ln>
                <a:noFill/>
              </a:ln>
              <a:solidFill>
                <a:srgbClr val="FFFFFF"/>
              </a:solidFill>
              <a:effectLst/>
              <a:uLnTx/>
              <a:uFillTx/>
              <a:latin typeface="Century Gothic"/>
              <a:ea typeface="+mn-ea"/>
              <a:cs typeface="+mn-cs"/>
            </a:endParaRP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FFFFFF"/>
                </a:solidFill>
                <a:effectLst/>
                <a:uLnTx/>
                <a:uFillTx/>
                <a:latin typeface="Century Gothic"/>
                <a:ea typeface="+mn-ea"/>
                <a:cs typeface="+mn-cs"/>
              </a:rPr>
              <a:t>Matrice di ipotesi </a:t>
            </a:r>
            <a:r>
              <a:rPr kumimoji="0" lang="it-IT" sz="1000" i="1" u="none" strike="noStrike" kern="0" cap="none" spc="0" normalizeH="0" baseline="0" noProof="0">
                <a:ln>
                  <a:noFill/>
                </a:ln>
                <a:solidFill>
                  <a:srgbClr val="FFFFFF"/>
                </a:solidFill>
                <a:effectLst/>
                <a:uLnTx/>
                <a:uFillTx/>
                <a:latin typeface="Century Gothic"/>
                <a:ea typeface="+mn-ea"/>
                <a:cs typeface="+mn-cs"/>
              </a:rPr>
              <a:t>what-if</a:t>
            </a:r>
            <a:r>
              <a:rPr kumimoji="0" lang="it-IT" sz="1000" i="0" u="none" strike="noStrike" kern="0" cap="none" spc="0" normalizeH="0" baseline="0" noProof="0">
                <a:ln>
                  <a:noFill/>
                </a:ln>
                <a:solidFill>
                  <a:srgbClr val="FFFFFF"/>
                </a:solidFill>
                <a:effectLst/>
                <a:uLnTx/>
                <a:uFillTx/>
                <a:latin typeface="Century Gothic"/>
                <a:ea typeface="+mn-ea"/>
                <a:cs typeface="+mn-cs"/>
              </a:rPr>
              <a:t> incrociate con implicazioni e tempi di prontezza</a:t>
            </a:r>
            <a:endParaRPr kumimoji="0" lang="en-US" sz="1000" i="0" u="none" strike="noStrike" kern="0" cap="none" spc="0" normalizeH="0" baseline="0" noProof="0">
              <a:ln>
                <a:noFill/>
              </a:ln>
              <a:solidFill>
                <a:srgbClr val="FFFFFF"/>
              </a:solidFill>
              <a:effectLst/>
              <a:uLnTx/>
              <a:uFillTx/>
              <a:latin typeface="Century Gothic"/>
              <a:ea typeface="+mn-ea"/>
              <a:cs typeface="+mn-cs"/>
            </a:endParaRPr>
          </a:p>
        </p:txBody>
      </p:sp>
      <p:sp>
        <p:nvSpPr>
          <p:cNvPr id="2" name="2. Slide Title">
            <a:extLst>
              <a:ext uri="{FF2B5EF4-FFF2-40B4-BE49-F238E27FC236}">
                <a16:creationId xmlns:a16="http://schemas.microsoft.com/office/drawing/2014/main" id="{449A540D-4BF1-455C-4928-A0730DE4C351}"/>
              </a:ext>
            </a:extLst>
          </p:cNvPr>
          <p:cNvSpPr>
            <a:spLocks noGrp="1"/>
          </p:cNvSpPr>
          <p:nvPr>
            <p:ph type="title"/>
            <p:custDataLst>
              <p:tags r:id="rId2"/>
            </p:custDataLst>
          </p:nvPr>
        </p:nvSpPr>
        <p:spPr>
          <a:xfrm>
            <a:off x="554736" y="172212"/>
            <a:ext cx="11082528" cy="677108"/>
          </a:xfrm>
        </p:spPr>
        <p:txBody>
          <a:bodyPr vert="horz"/>
          <a:lstStyle/>
          <a:p>
            <a:br>
              <a:rPr lang="it-IT" sz="2200"/>
            </a:br>
            <a:r>
              <a:rPr lang="it-IT" sz="2200"/>
              <a:t>La timeline dell’operazione è caratterizzata da quattro momenti chiave</a:t>
            </a:r>
          </a:p>
        </p:txBody>
      </p:sp>
      <p:sp>
        <p:nvSpPr>
          <p:cNvPr id="95" name="1. On-page tracker">
            <a:extLst>
              <a:ext uri="{FF2B5EF4-FFF2-40B4-BE49-F238E27FC236}">
                <a16:creationId xmlns:a16="http://schemas.microsoft.com/office/drawing/2014/main" id="{8F12DF60-D2C2-7496-8DDB-FE0D36169AD6}"/>
              </a:ext>
            </a:extLst>
          </p:cNvPr>
          <p:cNvSpPr>
            <a:spLocks noGrp="1"/>
          </p:cNvSpPr>
          <p:nvPr>
            <p:ph type="body" sz="quarter" idx="10"/>
            <p:custDataLst>
              <p:tags r:id="rId3"/>
            </p:custDataLst>
          </p:nvPr>
        </p:nvSpPr>
        <p:spPr/>
        <p:txBody>
          <a:bodyPr/>
          <a:lstStyle/>
          <a:p>
            <a:endParaRPr lang="en-US"/>
          </a:p>
        </p:txBody>
      </p:sp>
      <p:sp>
        <p:nvSpPr>
          <p:cNvPr id="35" name="TrackerAlphaWhite 95">
            <a:extLst>
              <a:ext uri="{FF2B5EF4-FFF2-40B4-BE49-F238E27FC236}">
                <a16:creationId xmlns:a16="http://schemas.microsoft.com/office/drawing/2014/main" id="{CEE9ED97-82F8-1BEC-6EFD-6D5448C59D58}"/>
              </a:ext>
            </a:extLst>
          </p:cNvPr>
          <p:cNvSpPr>
            <a:spLocks/>
          </p:cNvSpPr>
          <p:nvPr>
            <p:custDataLst>
              <p:tags r:id="rId4"/>
            </p:custDataLst>
          </p:nvPr>
        </p:nvSpPr>
        <p:spPr>
          <a:xfrm>
            <a:off x="4572810" y="4525186"/>
            <a:ext cx="198154" cy="198000"/>
          </a:xfrm>
          <a:prstGeom prst="ellipse">
            <a:avLst/>
          </a:prstGeom>
          <a:solidFill>
            <a:srgbClr val="FFFFFF"/>
          </a:solidFill>
          <a:ln w="6350" cap="sq" cmpd="sng" algn="ctr">
            <a:solidFill>
              <a:srgbClr val="003A79"/>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003A79"/>
                </a:solidFill>
                <a:effectLst/>
                <a:uLnTx/>
                <a:uFillTx/>
                <a:latin typeface="Century Gothic"/>
                <a:ea typeface="+mn-ea"/>
                <a:cs typeface="+mn-cs"/>
              </a:rPr>
              <a:t>3</a:t>
            </a:r>
          </a:p>
        </p:txBody>
      </p:sp>
      <p:sp>
        <p:nvSpPr>
          <p:cNvPr id="34" name="TrackerAlphaWhite 95">
            <a:extLst>
              <a:ext uri="{FF2B5EF4-FFF2-40B4-BE49-F238E27FC236}">
                <a16:creationId xmlns:a16="http://schemas.microsoft.com/office/drawing/2014/main" id="{E915120C-6EF0-0327-E2D2-65DA69CC8FE4}"/>
              </a:ext>
            </a:extLst>
          </p:cNvPr>
          <p:cNvSpPr>
            <a:spLocks/>
          </p:cNvSpPr>
          <p:nvPr>
            <p:custDataLst>
              <p:tags r:id="rId5"/>
            </p:custDataLst>
          </p:nvPr>
        </p:nvSpPr>
        <p:spPr>
          <a:xfrm>
            <a:off x="3843568" y="2751223"/>
            <a:ext cx="198154" cy="198000"/>
          </a:xfrm>
          <a:prstGeom prst="ellipse">
            <a:avLst/>
          </a:prstGeom>
          <a:solidFill>
            <a:srgbClr val="FFFFFF"/>
          </a:solidFill>
          <a:ln w="6350" cap="sq" cmpd="sng" algn="ctr">
            <a:solidFill>
              <a:srgbClr val="003A79"/>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003A79"/>
                </a:solidFill>
                <a:effectLst/>
                <a:uLnTx/>
                <a:uFillTx/>
                <a:latin typeface="Century Gothic"/>
                <a:ea typeface="+mn-ea"/>
                <a:cs typeface="+mn-cs"/>
              </a:rPr>
              <a:t>1</a:t>
            </a:r>
          </a:p>
        </p:txBody>
      </p:sp>
      <p:sp>
        <p:nvSpPr>
          <p:cNvPr id="30" name="TrackerAlphaWhite 95">
            <a:extLst>
              <a:ext uri="{FF2B5EF4-FFF2-40B4-BE49-F238E27FC236}">
                <a16:creationId xmlns:a16="http://schemas.microsoft.com/office/drawing/2014/main" id="{F1AFBA59-EE98-9A56-4827-26D648E296B4}"/>
              </a:ext>
            </a:extLst>
          </p:cNvPr>
          <p:cNvSpPr>
            <a:spLocks/>
          </p:cNvSpPr>
          <p:nvPr>
            <p:custDataLst>
              <p:tags r:id="rId6"/>
            </p:custDataLst>
          </p:nvPr>
        </p:nvSpPr>
        <p:spPr>
          <a:xfrm>
            <a:off x="1998986" y="3638204"/>
            <a:ext cx="198154" cy="198000"/>
          </a:xfrm>
          <a:prstGeom prst="ellipse">
            <a:avLst/>
          </a:prstGeom>
          <a:solidFill>
            <a:srgbClr val="FFFFFF"/>
          </a:solidFill>
          <a:ln w="6350" cap="sq" cmpd="sng" algn="ctr">
            <a:solidFill>
              <a:srgbClr val="003A79"/>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003A79"/>
                </a:solidFill>
                <a:effectLst/>
                <a:uLnTx/>
                <a:uFillTx/>
                <a:latin typeface="Century Gothic"/>
                <a:ea typeface="+mn-ea"/>
                <a:cs typeface="+mn-cs"/>
              </a:rPr>
              <a:t>2</a:t>
            </a:r>
          </a:p>
        </p:txBody>
      </p:sp>
      <p:sp>
        <p:nvSpPr>
          <p:cNvPr id="41" name="TrackerAlphaWhite 95">
            <a:extLst>
              <a:ext uri="{FF2B5EF4-FFF2-40B4-BE49-F238E27FC236}">
                <a16:creationId xmlns:a16="http://schemas.microsoft.com/office/drawing/2014/main" id="{D2C2F953-01C9-D76F-0D5F-B9E581B59345}"/>
              </a:ext>
            </a:extLst>
          </p:cNvPr>
          <p:cNvSpPr>
            <a:spLocks/>
          </p:cNvSpPr>
          <p:nvPr>
            <p:custDataLst>
              <p:tags r:id="rId7"/>
            </p:custDataLst>
          </p:nvPr>
        </p:nvSpPr>
        <p:spPr>
          <a:xfrm>
            <a:off x="7310493" y="5412168"/>
            <a:ext cx="198154" cy="198000"/>
          </a:xfrm>
          <a:prstGeom prst="ellipse">
            <a:avLst/>
          </a:prstGeom>
          <a:solidFill>
            <a:schemeClr val="bg1">
              <a:lumMod val="65000"/>
            </a:schemeClr>
          </a:solidFill>
          <a:ln w="6350" cap="sq" cmpd="sng" algn="ctr">
            <a:solidFill>
              <a:srgbClr val="D0D0D0"/>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D0D0D0"/>
                </a:solidFill>
                <a:effectLst/>
                <a:uLnTx/>
                <a:uFillTx/>
                <a:latin typeface="Century Gothic"/>
                <a:ea typeface="+mn-ea"/>
                <a:cs typeface="+mn-cs"/>
              </a:rPr>
              <a:t>4</a:t>
            </a:r>
          </a:p>
        </p:txBody>
      </p:sp>
      <p:sp>
        <p:nvSpPr>
          <p:cNvPr id="44" name="Arrow: Right 43">
            <a:extLst>
              <a:ext uri="{FF2B5EF4-FFF2-40B4-BE49-F238E27FC236}">
                <a16:creationId xmlns:a16="http://schemas.microsoft.com/office/drawing/2014/main" id="{EF71C181-3786-2BBB-9668-DC40EE582942}"/>
              </a:ext>
            </a:extLst>
          </p:cNvPr>
          <p:cNvSpPr>
            <a:spLocks/>
          </p:cNvSpPr>
          <p:nvPr/>
        </p:nvSpPr>
        <p:spPr>
          <a:xfrm>
            <a:off x="1805941" y="2279385"/>
            <a:ext cx="9831323" cy="180324"/>
          </a:xfrm>
          <a:prstGeom prst="rightArrow">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400" err="1">
              <a:solidFill>
                <a:srgbClr val="000000"/>
              </a:solidFill>
            </a:endParaRPr>
          </a:p>
        </p:txBody>
      </p:sp>
      <p:sp>
        <p:nvSpPr>
          <p:cNvPr id="59" name="TextBox 58">
            <a:extLst>
              <a:ext uri="{FF2B5EF4-FFF2-40B4-BE49-F238E27FC236}">
                <a16:creationId xmlns:a16="http://schemas.microsoft.com/office/drawing/2014/main" id="{06F3362E-1872-868B-866E-8746F9C8A1DC}"/>
              </a:ext>
            </a:extLst>
          </p:cNvPr>
          <p:cNvSpPr txBox="1">
            <a:spLocks/>
          </p:cNvSpPr>
          <p:nvPr/>
        </p:nvSpPr>
        <p:spPr>
          <a:xfrm>
            <a:off x="554735" y="1263531"/>
            <a:ext cx="1097281" cy="1148255"/>
          </a:xfrm>
          <a:prstGeom prst="rect">
            <a:avLst/>
          </a:prstGeom>
          <a:solidFill>
            <a:schemeClr val="tx2"/>
          </a:solidFill>
          <a:effectLst/>
        </p:spPr>
        <p:txBody>
          <a:bodyPr vert="horz" wrap="square" lIns="108000" tIns="108000" rIns="108000" bIns="10800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it-IT" sz="1200" b="1">
                <a:solidFill>
                  <a:schemeClr val="bg1"/>
                </a:solidFill>
              </a:rPr>
              <a:t>Timeline dell’ operazione</a:t>
            </a:r>
            <a:endParaRPr kumimoji="0" lang="it-IT" sz="1200" b="1" i="0" u="none" strike="noStrike" kern="1200" cap="none" spc="0" normalizeH="0" baseline="0" noProof="0">
              <a:ln>
                <a:noFill/>
              </a:ln>
              <a:solidFill>
                <a:schemeClr val="bg1"/>
              </a:solidFill>
              <a:effectLst/>
              <a:uLnTx/>
              <a:uFillTx/>
              <a:latin typeface="Century Gothic"/>
              <a:ea typeface="+mn-ea"/>
              <a:cs typeface="Arial" panose="020B0604020202020204" pitchFamily="34" charset="0"/>
            </a:endParaRPr>
          </a:p>
        </p:txBody>
      </p:sp>
      <p:sp>
        <p:nvSpPr>
          <p:cNvPr id="61" name="TextBox 60">
            <a:extLst>
              <a:ext uri="{FF2B5EF4-FFF2-40B4-BE49-F238E27FC236}">
                <a16:creationId xmlns:a16="http://schemas.microsoft.com/office/drawing/2014/main" id="{9430D6C5-9DE1-9001-3DE1-44AD73EFA5E1}"/>
              </a:ext>
            </a:extLst>
          </p:cNvPr>
          <p:cNvSpPr txBox="1">
            <a:spLocks/>
          </p:cNvSpPr>
          <p:nvPr/>
        </p:nvSpPr>
        <p:spPr>
          <a:xfrm>
            <a:off x="554735" y="2681951"/>
            <a:ext cx="1097281" cy="3449781"/>
          </a:xfrm>
          <a:prstGeom prst="rect">
            <a:avLst/>
          </a:prstGeom>
          <a:solidFill>
            <a:schemeClr val="tx2"/>
          </a:solidFill>
          <a:effectLst/>
        </p:spPr>
        <p:txBody>
          <a:bodyPr vert="horz" wrap="square" lIns="108000" tIns="108000" rIns="108000" bIns="10800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it-IT" sz="1200" b="1">
                <a:solidFill>
                  <a:schemeClr val="bg1"/>
                </a:solidFill>
              </a:rPr>
              <a:t>Fasi principali</a:t>
            </a:r>
            <a:endParaRPr kumimoji="0" lang="it-IT" sz="1200" b="1" i="0" u="none" strike="noStrike" kern="1200" cap="none" spc="0" normalizeH="0" baseline="0" noProof="0">
              <a:ln>
                <a:noFill/>
              </a:ln>
              <a:solidFill>
                <a:schemeClr val="bg1"/>
              </a:solidFill>
              <a:effectLst/>
              <a:uLnTx/>
              <a:uFillTx/>
              <a:latin typeface="Century Gothic"/>
              <a:ea typeface="+mn-ea"/>
              <a:cs typeface="Arial" panose="020B0604020202020204" pitchFamily="34" charset="0"/>
            </a:endParaRPr>
          </a:p>
        </p:txBody>
      </p:sp>
      <p:pic>
        <p:nvPicPr>
          <p:cNvPr id="63" name="CustomIcon">
            <a:extLst>
              <a:ext uri="{FF2B5EF4-FFF2-40B4-BE49-F238E27FC236}">
                <a16:creationId xmlns:a16="http://schemas.microsoft.com/office/drawing/2014/main" id="{9C19556F-2170-6A57-EF10-1F7A8436286E}"/>
              </a:ext>
            </a:extLst>
          </p:cNvPr>
          <p:cNvPicPr>
            <a:picLocks noChangeAspect="1"/>
          </p:cNvPicPr>
          <p:nvPr>
            <p:custDataLst>
              <p:tags r:id="rId8"/>
            </p:custDataLst>
          </p:nvPr>
        </p:nvPicPr>
        <p:blipFill>
          <a:blip>
            <a:extLst>
              <a:ext uri="{96DAC541-7B7A-43D3-8B79-37D633B846F1}">
                <asvg:svgBlip xmlns:asvg="http://schemas.microsoft.com/office/drawing/2016/SVG/main" r:embed="rId15"/>
              </a:ext>
            </a:extLst>
          </a:blip>
          <a:stretch>
            <a:fillRect/>
          </a:stretch>
        </p:blipFill>
        <p:spPr>
          <a:xfrm>
            <a:off x="1258364" y="2078262"/>
            <a:ext cx="284384" cy="284384"/>
          </a:xfrm>
          <a:prstGeom prst="rect">
            <a:avLst/>
          </a:prstGeom>
        </p:spPr>
      </p:pic>
      <p:pic>
        <p:nvPicPr>
          <p:cNvPr id="65" name="CustomIcon">
            <a:extLst>
              <a:ext uri="{FF2B5EF4-FFF2-40B4-BE49-F238E27FC236}">
                <a16:creationId xmlns:a16="http://schemas.microsoft.com/office/drawing/2014/main" id="{03E119A2-7398-DA4A-E71F-9238F7C6788F}"/>
              </a:ext>
            </a:extLst>
          </p:cNvPr>
          <p:cNvPicPr>
            <a:picLocks noChangeAspect="1"/>
          </p:cNvPicPr>
          <p:nvPr>
            <p:custDataLst>
              <p:tags r:id="rId9"/>
            </p:custDataLst>
          </p:nvPr>
        </p:nvPicPr>
        <p:blipFill>
          <a:blip>
            <a:extLst>
              <a:ext uri="{96DAC541-7B7A-43D3-8B79-37D633B846F1}">
                <asvg:svgBlip xmlns:asvg="http://schemas.microsoft.com/office/drawing/2016/SVG/main" r:embed="rId16"/>
              </a:ext>
            </a:extLst>
          </a:blip>
          <a:stretch>
            <a:fillRect/>
          </a:stretch>
        </p:blipFill>
        <p:spPr>
          <a:xfrm>
            <a:off x="1258364" y="5758096"/>
            <a:ext cx="284384" cy="284384"/>
          </a:xfrm>
          <a:prstGeom prst="rect">
            <a:avLst/>
          </a:prstGeom>
        </p:spPr>
      </p:pic>
      <p:sp>
        <p:nvSpPr>
          <p:cNvPr id="81" name="Rectangle 80">
            <a:extLst>
              <a:ext uri="{FF2B5EF4-FFF2-40B4-BE49-F238E27FC236}">
                <a16:creationId xmlns:a16="http://schemas.microsoft.com/office/drawing/2014/main" id="{2D7BF948-2728-9185-188C-CA9008BC7A15}"/>
              </a:ext>
            </a:extLst>
          </p:cNvPr>
          <p:cNvSpPr>
            <a:spLocks/>
          </p:cNvSpPr>
          <p:nvPr/>
        </p:nvSpPr>
        <p:spPr>
          <a:xfrm>
            <a:off x="3751738" y="1555370"/>
            <a:ext cx="1085885" cy="241980"/>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err="1">
                <a:ln>
                  <a:noFill/>
                </a:ln>
                <a:effectLst/>
                <a:uLnTx/>
                <a:uFillTx/>
                <a:latin typeface="+mj-lt"/>
                <a:ea typeface="Open Sans" panose="020B0606030504020204" pitchFamily="34" charset="0"/>
                <a:cs typeface="Calibri" panose="020F0502020204030204" pitchFamily="34" charset="0"/>
              </a:rPr>
              <a:t>Settlement</a:t>
            </a: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 </a:t>
            </a:r>
          </a:p>
        </p:txBody>
      </p:sp>
      <p:sp>
        <p:nvSpPr>
          <p:cNvPr id="83" name="Rectangle 82">
            <a:extLst>
              <a:ext uri="{FF2B5EF4-FFF2-40B4-BE49-F238E27FC236}">
                <a16:creationId xmlns:a16="http://schemas.microsoft.com/office/drawing/2014/main" id="{C3301C78-2957-0A8D-6625-F3B301305368}"/>
              </a:ext>
            </a:extLst>
          </p:cNvPr>
          <p:cNvSpPr>
            <a:spLocks/>
          </p:cNvSpPr>
          <p:nvPr/>
        </p:nvSpPr>
        <p:spPr>
          <a:xfrm>
            <a:off x="3408520" y="1325334"/>
            <a:ext cx="1772321" cy="257369"/>
          </a:xfrm>
          <a:prstGeom prst="rect">
            <a:avLst/>
          </a:prstGeom>
          <a:noFill/>
          <a:ln>
            <a:noFill/>
          </a:ln>
        </p:spPr>
        <p:txBody>
          <a:bodyPr wrap="square" lIns="36000" tIns="36000" rIns="0" bIns="36000" rtlCol="0" anchor="ctr">
            <a:spAutoFit/>
          </a:bodyPr>
          <a:lstStyle/>
          <a:p>
            <a:pPr marL="0" marR="0" lvl="0" indent="0" algn="ctr" defTabSz="914217" rtl="0" eaLnBrk="1" fontAlgn="auto" latinLnBrk="0" hangingPunct="1">
              <a:lnSpc>
                <a:spcPct val="100000"/>
              </a:lnSpc>
              <a:spcBef>
                <a:spcPts val="0"/>
              </a:spcBef>
              <a:spcAft>
                <a:spcPts val="0"/>
              </a:spcAft>
              <a:buClrTx/>
              <a:buSzTx/>
              <a:buFontTx/>
              <a:buNone/>
              <a:tabLst/>
              <a:defRPr/>
            </a:pPr>
            <a:r>
              <a:rPr kumimoji="0" lang="it-IT" sz="1200" b="1" i="0" u="none" strike="noStrike" kern="1200" cap="all" spc="0" normalizeH="0" baseline="0" noProof="0">
                <a:ln>
                  <a:noFill/>
                </a:ln>
                <a:solidFill>
                  <a:schemeClr val="tx2"/>
                </a:solidFill>
                <a:effectLst/>
                <a:uLnTx/>
                <a:uFillTx/>
                <a:latin typeface="+mj-lt"/>
                <a:ea typeface="Open Sans" panose="020B0606030504020204" pitchFamily="34" charset="0"/>
                <a:cs typeface="Calibri" panose="020F0502020204030204" pitchFamily="34" charset="0"/>
              </a:rPr>
              <a:t>26 GEN ‘27</a:t>
            </a:r>
          </a:p>
        </p:txBody>
      </p:sp>
      <p:sp>
        <p:nvSpPr>
          <p:cNvPr id="85" name="Rectangle 84">
            <a:extLst>
              <a:ext uri="{FF2B5EF4-FFF2-40B4-BE49-F238E27FC236}">
                <a16:creationId xmlns:a16="http://schemas.microsoft.com/office/drawing/2014/main" id="{6DBA4FAE-E414-41CE-7D0D-71466935357D}"/>
              </a:ext>
            </a:extLst>
          </p:cNvPr>
          <p:cNvSpPr>
            <a:spLocks/>
          </p:cNvSpPr>
          <p:nvPr/>
        </p:nvSpPr>
        <p:spPr>
          <a:xfrm>
            <a:off x="6803769" y="1555370"/>
            <a:ext cx="1923711" cy="411257"/>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Carve-out e cessione entità giuridica bancaria a Unipol</a:t>
            </a:r>
          </a:p>
        </p:txBody>
      </p:sp>
      <p:sp>
        <p:nvSpPr>
          <p:cNvPr id="87" name="Rectangle 86">
            <a:extLst>
              <a:ext uri="{FF2B5EF4-FFF2-40B4-BE49-F238E27FC236}">
                <a16:creationId xmlns:a16="http://schemas.microsoft.com/office/drawing/2014/main" id="{06E8FBAE-E233-E45B-D900-DB7DF46F5F36}"/>
              </a:ext>
            </a:extLst>
          </p:cNvPr>
          <p:cNvSpPr>
            <a:spLocks/>
          </p:cNvSpPr>
          <p:nvPr/>
        </p:nvSpPr>
        <p:spPr>
          <a:xfrm>
            <a:off x="7265410" y="1325334"/>
            <a:ext cx="1000429" cy="257369"/>
          </a:xfrm>
          <a:prstGeom prst="rect">
            <a:avLst/>
          </a:prstGeom>
          <a:noFill/>
          <a:ln>
            <a:noFill/>
          </a:ln>
        </p:spPr>
        <p:txBody>
          <a:bodyPr wrap="square" lIns="36000" tIns="36000" rIns="0" bIns="36000" rtlCol="0" anchor="ctr">
            <a:spAutoFit/>
          </a:bodyPr>
          <a:lstStyle/>
          <a:p>
            <a:pPr lvl="0" algn="ctr" defTabSz="914217">
              <a:defRPr/>
            </a:pPr>
            <a:r>
              <a:rPr lang="it-IT" sz="1200" b="1" cap="all">
                <a:solidFill>
                  <a:schemeClr val="tx2"/>
                </a:solidFill>
                <a:ea typeface="Open Sans" panose="020B0606030504020204" pitchFamily="34" charset="0"/>
                <a:cs typeface="Calibri" panose="020F0502020204030204" pitchFamily="34" charset="0"/>
              </a:rPr>
              <a:t>Q3 – Q4 ‘27</a:t>
            </a:r>
          </a:p>
        </p:txBody>
      </p:sp>
      <p:sp>
        <p:nvSpPr>
          <p:cNvPr id="88" name="Rectangle 87">
            <a:extLst>
              <a:ext uri="{FF2B5EF4-FFF2-40B4-BE49-F238E27FC236}">
                <a16:creationId xmlns:a16="http://schemas.microsoft.com/office/drawing/2014/main" id="{74D15343-B895-01D9-D27A-0790863E8467}"/>
              </a:ext>
            </a:extLst>
          </p:cNvPr>
          <p:cNvSpPr>
            <a:spLocks/>
          </p:cNvSpPr>
          <p:nvPr/>
        </p:nvSpPr>
        <p:spPr>
          <a:xfrm>
            <a:off x="10079183" y="1555370"/>
            <a:ext cx="1558081" cy="411257"/>
          </a:xfrm>
          <a:prstGeom prst="rect">
            <a:avLst/>
          </a:prstGeom>
        </p:spPr>
        <p:txBody>
          <a:bodyPr wrap="square" lIns="36000" tIns="36000" rIns="0" bIns="3600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Conclusione della integrazione</a:t>
            </a:r>
          </a:p>
        </p:txBody>
      </p:sp>
      <p:sp>
        <p:nvSpPr>
          <p:cNvPr id="89" name="Rectangle 88">
            <a:extLst>
              <a:ext uri="{FF2B5EF4-FFF2-40B4-BE49-F238E27FC236}">
                <a16:creationId xmlns:a16="http://schemas.microsoft.com/office/drawing/2014/main" id="{C7EB98CE-6041-60DF-692E-2F65CD6E1B62}"/>
              </a:ext>
            </a:extLst>
          </p:cNvPr>
          <p:cNvSpPr>
            <a:spLocks/>
          </p:cNvSpPr>
          <p:nvPr/>
        </p:nvSpPr>
        <p:spPr>
          <a:xfrm>
            <a:off x="10727784" y="1325334"/>
            <a:ext cx="909481" cy="257369"/>
          </a:xfrm>
          <a:prstGeom prst="rect">
            <a:avLst/>
          </a:prstGeom>
          <a:noFill/>
          <a:ln>
            <a:noFill/>
          </a:ln>
        </p:spPr>
        <p:txBody>
          <a:bodyPr wrap="square" lIns="36000" tIns="36000" rIns="0" bIns="36000" rtlCol="0" anchor="ctr">
            <a:spAutoFit/>
          </a:bodyPr>
          <a:lstStyle/>
          <a:p>
            <a:pPr lvl="0" algn="r" defTabSz="914217">
              <a:defRPr/>
            </a:pPr>
            <a:r>
              <a:rPr lang="it-IT" sz="1200" b="1" cap="all">
                <a:solidFill>
                  <a:schemeClr val="tx2"/>
                </a:solidFill>
                <a:ea typeface="Open Sans" panose="020B0606030504020204" pitchFamily="34" charset="0"/>
                <a:cs typeface="Calibri" panose="020F0502020204030204" pitchFamily="34" charset="0"/>
              </a:rPr>
              <a:t>TBD</a:t>
            </a:r>
          </a:p>
        </p:txBody>
      </p:sp>
      <p:cxnSp>
        <p:nvCxnSpPr>
          <p:cNvPr id="109" name="Straight Connector 108">
            <a:extLst>
              <a:ext uri="{FF2B5EF4-FFF2-40B4-BE49-F238E27FC236}">
                <a16:creationId xmlns:a16="http://schemas.microsoft.com/office/drawing/2014/main" id="{A6B3E8E7-E792-84D4-2290-EA42BB8FF5F4}"/>
              </a:ext>
            </a:extLst>
          </p:cNvPr>
          <p:cNvCxnSpPr>
            <a:cxnSpLocks/>
          </p:cNvCxnSpPr>
          <p:nvPr/>
        </p:nvCxnSpPr>
        <p:spPr>
          <a:xfrm flipH="1">
            <a:off x="554736" y="2540272"/>
            <a:ext cx="11082528" cy="0"/>
          </a:xfrm>
          <a:prstGeom prst="line">
            <a:avLst/>
          </a:prstGeom>
          <a:ln w="6350">
            <a:solidFill>
              <a:srgbClr val="D0D0D0"/>
            </a:solidFill>
            <a:prstDash val="lgDash"/>
          </a:ln>
          <a:effectLst/>
        </p:spPr>
        <p:style>
          <a:lnRef idx="1">
            <a:schemeClr val="accent1"/>
          </a:lnRef>
          <a:fillRef idx="0">
            <a:schemeClr val="accent1"/>
          </a:fillRef>
          <a:effectRef idx="0">
            <a:schemeClr val="accent1"/>
          </a:effectRef>
          <a:fontRef idx="minor">
            <a:schemeClr val="tx1"/>
          </a:fontRef>
        </p:style>
      </p:cxnSp>
      <p:grpSp>
        <p:nvGrpSpPr>
          <p:cNvPr id="115" name="Group 114">
            <a:extLst>
              <a:ext uri="{FF2B5EF4-FFF2-40B4-BE49-F238E27FC236}">
                <a16:creationId xmlns:a16="http://schemas.microsoft.com/office/drawing/2014/main" id="{FF5F3623-7E37-76DD-7A46-733610E4C043}"/>
              </a:ext>
            </a:extLst>
          </p:cNvPr>
          <p:cNvGrpSpPr/>
          <p:nvPr/>
        </p:nvGrpSpPr>
        <p:grpSpPr>
          <a:xfrm>
            <a:off x="10060987" y="1033568"/>
            <a:ext cx="1576277" cy="211203"/>
            <a:chOff x="8146843" y="920098"/>
            <a:chExt cx="1576277" cy="211203"/>
          </a:xfrm>
        </p:grpSpPr>
        <p:sp>
          <p:nvSpPr>
            <p:cNvPr id="110" name="Rectangle 109">
              <a:extLst>
                <a:ext uri="{FF2B5EF4-FFF2-40B4-BE49-F238E27FC236}">
                  <a16:creationId xmlns:a16="http://schemas.microsoft.com/office/drawing/2014/main" id="{2901531B-B552-1631-198F-0F1CDDDDD151}"/>
                </a:ext>
              </a:extLst>
            </p:cNvPr>
            <p:cNvSpPr>
              <a:spLocks/>
            </p:cNvSpPr>
            <p:nvPr/>
          </p:nvSpPr>
          <p:spPr>
            <a:xfrm>
              <a:off x="8146843" y="953572"/>
              <a:ext cx="236634" cy="144255"/>
            </a:xfrm>
            <a:prstGeom prst="rect">
              <a:avLst/>
            </a:prstGeom>
            <a:solidFill>
              <a:srgbClr val="406B9B"/>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ctr">
                <a:spcBef>
                  <a:spcPts val="300"/>
                </a:spcBef>
                <a:spcAft>
                  <a:spcPts val="300"/>
                </a:spcAft>
              </a:pPr>
              <a:endParaRPr lang="en-US" sz="1400" b="1" kern="0" err="1">
                <a:solidFill>
                  <a:srgbClr val="FFFFFF"/>
                </a:solidFill>
              </a:endParaRPr>
            </a:p>
          </p:txBody>
        </p:sp>
        <p:sp>
          <p:nvSpPr>
            <p:cNvPr id="112" name="Rectangle 111">
              <a:extLst>
                <a:ext uri="{FF2B5EF4-FFF2-40B4-BE49-F238E27FC236}">
                  <a16:creationId xmlns:a16="http://schemas.microsoft.com/office/drawing/2014/main" id="{C4411CCF-93C5-2C25-6A62-3725886D7EA6}"/>
                </a:ext>
              </a:extLst>
            </p:cNvPr>
            <p:cNvSpPr>
              <a:spLocks/>
            </p:cNvSpPr>
            <p:nvPr/>
          </p:nvSpPr>
          <p:spPr>
            <a:xfrm>
              <a:off x="8461767" y="920098"/>
              <a:ext cx="1261353" cy="211203"/>
            </a:xfrm>
            <a:prstGeom prst="rect">
              <a:avLst/>
            </a:prstGeom>
          </p:spPr>
          <p:txBody>
            <a:bodyPr lIns="36000" tIns="36000" rIns="0" bIns="36000" rtlCol="0" anchor="t">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it-IT" sz="9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Focus del documento</a:t>
              </a:r>
            </a:p>
          </p:txBody>
        </p:sp>
      </p:grpSp>
      <p:sp>
        <p:nvSpPr>
          <p:cNvPr id="6" name="Isosceles Triangle 5">
            <a:extLst>
              <a:ext uri="{FF2B5EF4-FFF2-40B4-BE49-F238E27FC236}">
                <a16:creationId xmlns:a16="http://schemas.microsoft.com/office/drawing/2014/main" id="{9E8E01F1-FCF9-62EE-7AE3-72D311D0370B}"/>
              </a:ext>
            </a:extLst>
          </p:cNvPr>
          <p:cNvSpPr/>
          <p:nvPr/>
        </p:nvSpPr>
        <p:spPr>
          <a:xfrm rot="10800000">
            <a:off x="5739346"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7" name="Rectangle 6">
            <a:extLst>
              <a:ext uri="{FF2B5EF4-FFF2-40B4-BE49-F238E27FC236}">
                <a16:creationId xmlns:a16="http://schemas.microsoft.com/office/drawing/2014/main" id="{984D6E0B-9029-395B-99E4-EDA72B97A985}"/>
              </a:ext>
            </a:extLst>
          </p:cNvPr>
          <p:cNvSpPr>
            <a:spLocks/>
          </p:cNvSpPr>
          <p:nvPr/>
        </p:nvSpPr>
        <p:spPr>
          <a:xfrm>
            <a:off x="5070903" y="1555370"/>
            <a:ext cx="1589844" cy="411257"/>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Assemblea MPS e nomina nuovo </a:t>
            </a:r>
            <a:r>
              <a:rPr kumimoji="0" lang="it-IT" sz="1100" i="0" u="none" strike="noStrike" kern="0" cap="none" spc="0" normalizeH="0" baseline="0" noProof="0" err="1">
                <a:ln>
                  <a:noFill/>
                </a:ln>
                <a:effectLst/>
                <a:uLnTx/>
                <a:uFillTx/>
                <a:latin typeface="+mj-lt"/>
                <a:ea typeface="Open Sans" panose="020B0606030504020204" pitchFamily="34" charset="0"/>
                <a:cs typeface="Calibri" panose="020F0502020204030204" pitchFamily="34" charset="0"/>
              </a:rPr>
              <a:t>CdA</a:t>
            </a:r>
            <a:endPar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59807A10-15DE-DF84-4505-CC9DD337DD68}"/>
              </a:ext>
            </a:extLst>
          </p:cNvPr>
          <p:cNvSpPr>
            <a:spLocks/>
          </p:cNvSpPr>
          <p:nvPr/>
        </p:nvSpPr>
        <p:spPr>
          <a:xfrm>
            <a:off x="5365611" y="1325334"/>
            <a:ext cx="1000429" cy="257369"/>
          </a:xfrm>
          <a:prstGeom prst="rect">
            <a:avLst/>
          </a:prstGeom>
          <a:noFill/>
          <a:ln>
            <a:noFill/>
          </a:ln>
        </p:spPr>
        <p:txBody>
          <a:bodyPr wrap="square" lIns="36000" tIns="36000" rIns="0" bIns="36000" rtlCol="0" anchor="ctr">
            <a:spAutoFit/>
          </a:bodyPr>
          <a:lstStyle/>
          <a:p>
            <a:pPr lvl="0" algn="ctr" defTabSz="914217">
              <a:defRPr/>
            </a:pPr>
            <a:r>
              <a:rPr lang="it-IT" sz="1200" b="1" cap="all">
                <a:solidFill>
                  <a:schemeClr val="tx2"/>
                </a:solidFill>
                <a:ea typeface="Open Sans" panose="020B0606030504020204" pitchFamily="34" charset="0"/>
                <a:cs typeface="Calibri" panose="020F0502020204030204" pitchFamily="34" charset="0"/>
              </a:rPr>
              <a:t>17 MAR ‘27</a:t>
            </a:r>
          </a:p>
        </p:txBody>
      </p:sp>
      <p:sp>
        <p:nvSpPr>
          <p:cNvPr id="11" name="Arrow: Chevron 10">
            <a:extLst>
              <a:ext uri="{FF2B5EF4-FFF2-40B4-BE49-F238E27FC236}">
                <a16:creationId xmlns:a16="http://schemas.microsoft.com/office/drawing/2014/main" id="{F8FBBF20-8964-0630-57F2-5913A501F76E}"/>
              </a:ext>
            </a:extLst>
          </p:cNvPr>
          <p:cNvSpPr>
            <a:spLocks/>
          </p:cNvSpPr>
          <p:nvPr/>
        </p:nvSpPr>
        <p:spPr>
          <a:xfrm>
            <a:off x="5876311" y="5107995"/>
            <a:ext cx="1889231" cy="160365"/>
          </a:xfrm>
          <a:prstGeom prst="chevron">
            <a:avLst/>
          </a:prstGeom>
          <a:solidFill>
            <a:schemeClr val="accent1">
              <a:lumMod val="40000"/>
              <a:lumOff val="60000"/>
            </a:schemeClr>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ctr" anchorCtr="0" forceAA="0" compatLnSpc="1">
            <a:prstTxWarp prst="textNoShape">
              <a:avLst/>
            </a:prstTxWarp>
            <a:noAutofit/>
          </a:bodyPr>
          <a:lstStyle/>
          <a:p>
            <a:pPr algn="ctr"/>
            <a:r>
              <a:rPr lang="en-US" sz="1000" b="1" kern="0">
                <a:latin typeface="Century Gothic"/>
              </a:rPr>
              <a:t>Post-CdA</a:t>
            </a:r>
          </a:p>
        </p:txBody>
      </p:sp>
      <p:sp>
        <p:nvSpPr>
          <p:cNvPr id="10" name="Arrow: Chevron 9">
            <a:extLst>
              <a:ext uri="{FF2B5EF4-FFF2-40B4-BE49-F238E27FC236}">
                <a16:creationId xmlns:a16="http://schemas.microsoft.com/office/drawing/2014/main" id="{1F288798-B97B-83EE-D37F-2D327B059401}"/>
              </a:ext>
            </a:extLst>
          </p:cNvPr>
          <p:cNvSpPr>
            <a:spLocks/>
          </p:cNvSpPr>
          <p:nvPr/>
        </p:nvSpPr>
        <p:spPr>
          <a:xfrm>
            <a:off x="4296957" y="5107995"/>
            <a:ext cx="1568870" cy="160365"/>
          </a:xfrm>
          <a:prstGeom prst="chevron">
            <a:avLst/>
          </a:prstGeom>
          <a:solidFill>
            <a:schemeClr val="accent1">
              <a:lumMod val="40000"/>
              <a:lumOff val="60000"/>
            </a:schemeClr>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000" b="1" i="0" u="none" strike="noStrike" kern="0" cap="none" spc="0" normalizeH="0" baseline="0" noProof="0">
                <a:ln>
                  <a:noFill/>
                </a:ln>
                <a:effectLst/>
                <a:uLnTx/>
                <a:uFillTx/>
                <a:latin typeface="Century Gothic"/>
                <a:ea typeface="+mn-ea"/>
                <a:cs typeface="+mn-cs"/>
              </a:rPr>
              <a:t>Pre-</a:t>
            </a:r>
            <a:r>
              <a:rPr kumimoji="0" lang="en-US" sz="1000" b="1" i="0" u="none" strike="noStrike" kern="0" cap="none" spc="0" normalizeH="0" baseline="0" noProof="0" err="1">
                <a:ln>
                  <a:noFill/>
                </a:ln>
                <a:effectLst/>
                <a:uLnTx/>
                <a:uFillTx/>
                <a:latin typeface="Century Gothic"/>
                <a:ea typeface="+mn-ea"/>
                <a:cs typeface="+mn-cs"/>
              </a:rPr>
              <a:t>CdA</a:t>
            </a:r>
            <a:endParaRPr kumimoji="0" lang="en-US" sz="1000" b="1" i="0" u="none" strike="noStrike" kern="0" cap="none" spc="0" normalizeH="0" baseline="0" noProof="0">
              <a:ln>
                <a:noFill/>
              </a:ln>
              <a:effectLst/>
              <a:uLnTx/>
              <a:uFillTx/>
              <a:latin typeface="Century Gothic"/>
              <a:ea typeface="+mn-ea"/>
              <a:cs typeface="+mn-cs"/>
            </a:endParaRPr>
          </a:p>
        </p:txBody>
      </p:sp>
      <p:sp>
        <p:nvSpPr>
          <p:cNvPr id="12" name="TrackerAlphaWhite 95">
            <a:extLst>
              <a:ext uri="{FF2B5EF4-FFF2-40B4-BE49-F238E27FC236}">
                <a16:creationId xmlns:a16="http://schemas.microsoft.com/office/drawing/2014/main" id="{8F269AB7-8351-122F-2D2A-81FEC1FCEEB6}"/>
              </a:ext>
            </a:extLst>
          </p:cNvPr>
          <p:cNvSpPr>
            <a:spLocks/>
          </p:cNvSpPr>
          <p:nvPr>
            <p:custDataLst>
              <p:tags r:id="rId10"/>
            </p:custDataLst>
          </p:nvPr>
        </p:nvSpPr>
        <p:spPr>
          <a:xfrm>
            <a:off x="4604823" y="5106360"/>
            <a:ext cx="163764" cy="163636"/>
          </a:xfrm>
          <a:prstGeom prst="ellipse">
            <a:avLst/>
          </a:prstGeom>
          <a:solidFill>
            <a:srgbClr val="FFFFFF"/>
          </a:solidFill>
          <a:ln w="6350" cap="sq" cmpd="sng" algn="ctr">
            <a:solidFill>
              <a:srgbClr val="003A79"/>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100" b="1" i="0" u="none" strike="noStrike" kern="0" cap="none" spc="0" normalizeH="0" baseline="0" noProof="0">
                <a:ln>
                  <a:noFill/>
                </a:ln>
                <a:solidFill>
                  <a:srgbClr val="003A79"/>
                </a:solidFill>
                <a:effectLst/>
                <a:uLnTx/>
                <a:uFillTx/>
                <a:latin typeface="Century Gothic"/>
                <a:ea typeface="+mn-ea"/>
                <a:cs typeface="+mn-cs"/>
              </a:rPr>
              <a:t>A</a:t>
            </a:r>
          </a:p>
        </p:txBody>
      </p:sp>
      <p:sp>
        <p:nvSpPr>
          <p:cNvPr id="13" name="TrackerAlphaWhite 95">
            <a:extLst>
              <a:ext uri="{FF2B5EF4-FFF2-40B4-BE49-F238E27FC236}">
                <a16:creationId xmlns:a16="http://schemas.microsoft.com/office/drawing/2014/main" id="{62EFBFAB-CA01-7062-B429-EEE43CC175DF}"/>
              </a:ext>
            </a:extLst>
          </p:cNvPr>
          <p:cNvSpPr>
            <a:spLocks/>
          </p:cNvSpPr>
          <p:nvPr>
            <p:custDataLst>
              <p:tags r:id="rId11"/>
            </p:custDataLst>
          </p:nvPr>
        </p:nvSpPr>
        <p:spPr>
          <a:xfrm>
            <a:off x="6289442" y="5106360"/>
            <a:ext cx="163764" cy="163636"/>
          </a:xfrm>
          <a:prstGeom prst="ellipse">
            <a:avLst/>
          </a:prstGeom>
          <a:solidFill>
            <a:srgbClr val="FFFFFF"/>
          </a:solidFill>
          <a:ln w="6350" cap="sq" cmpd="sng" algn="ctr">
            <a:solidFill>
              <a:srgbClr val="003A79"/>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100" b="1" i="0" u="none" strike="noStrike" kern="0" cap="none" spc="0" normalizeH="0" baseline="0" noProof="0">
                <a:ln>
                  <a:noFill/>
                </a:ln>
                <a:solidFill>
                  <a:srgbClr val="003A79"/>
                </a:solidFill>
                <a:effectLst/>
                <a:uLnTx/>
                <a:uFillTx/>
                <a:latin typeface="Century Gothic"/>
                <a:ea typeface="+mn-ea"/>
                <a:cs typeface="+mn-cs"/>
              </a:rPr>
              <a:t>B</a:t>
            </a:r>
          </a:p>
        </p:txBody>
      </p:sp>
    </p:spTree>
    <p:extLst>
      <p:ext uri="{BB962C8B-B14F-4D97-AF65-F5344CB8AC3E}">
        <p14:creationId xmlns:p14="http://schemas.microsoft.com/office/powerpoint/2010/main" val="1232510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1F7F4-CE43-6BE9-5AD9-1C28342093B4}"/>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8D5A43DE-DE2F-2321-66D8-79BA60B3578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606" imgH="608" progId="TCLayout.ActiveDocument.1">
                  <p:embed/>
                </p:oleObj>
              </mc:Choice>
              <mc:Fallback>
                <p:oleObj name="think-cell Slide" r:id="rId15" imgW="606" imgH="608" progId="TCLayout.ActiveDocument.1">
                  <p:embed/>
                  <p:pic>
                    <p:nvPicPr>
                      <p:cNvPr id="5" name="Object 6" hidden="1">
                        <a:extLst>
                          <a:ext uri="{FF2B5EF4-FFF2-40B4-BE49-F238E27FC236}">
                            <a16:creationId xmlns:a16="http://schemas.microsoft.com/office/drawing/2014/main" id="{8D5A43DE-DE2F-2321-66D8-79BA60B3578B}"/>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cxnSp>
        <p:nvCxnSpPr>
          <p:cNvPr id="4" name="Straight Connector 3">
            <a:extLst>
              <a:ext uri="{FF2B5EF4-FFF2-40B4-BE49-F238E27FC236}">
                <a16:creationId xmlns:a16="http://schemas.microsoft.com/office/drawing/2014/main" id="{AD657D5F-28DC-5A99-2EC2-AF6EEF7B537F}"/>
              </a:ext>
            </a:extLst>
          </p:cNvPr>
          <p:cNvCxnSpPr>
            <a:cxnSpLocks/>
          </p:cNvCxnSpPr>
          <p:nvPr/>
        </p:nvCxnSpPr>
        <p:spPr>
          <a:xfrm>
            <a:off x="5865826"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9B8D6E5-E982-24BD-55E0-38A8F660689A}"/>
              </a:ext>
            </a:extLst>
          </p:cNvPr>
          <p:cNvCxnSpPr>
            <a:cxnSpLocks/>
          </p:cNvCxnSpPr>
          <p:nvPr/>
        </p:nvCxnSpPr>
        <p:spPr>
          <a:xfrm>
            <a:off x="4294681"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81ABF701-D059-0F4B-2640-76EB977D921E}"/>
              </a:ext>
            </a:extLst>
          </p:cNvPr>
          <p:cNvCxnSpPr>
            <a:cxnSpLocks/>
          </p:cNvCxnSpPr>
          <p:nvPr/>
        </p:nvCxnSpPr>
        <p:spPr>
          <a:xfrm>
            <a:off x="7765625"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EF5FD16-C17E-1630-C5DC-2351AC1CD1B8}"/>
              </a:ext>
            </a:extLst>
          </p:cNvPr>
          <p:cNvCxnSpPr>
            <a:cxnSpLocks/>
          </p:cNvCxnSpPr>
          <p:nvPr/>
        </p:nvCxnSpPr>
        <p:spPr>
          <a:xfrm>
            <a:off x="11333170"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sp>
        <p:nvSpPr>
          <p:cNvPr id="49" name="Isosceles Triangle 48">
            <a:extLst>
              <a:ext uri="{FF2B5EF4-FFF2-40B4-BE49-F238E27FC236}">
                <a16:creationId xmlns:a16="http://schemas.microsoft.com/office/drawing/2014/main" id="{0FE6240D-E550-9217-1768-306C60E63CC6}"/>
              </a:ext>
            </a:extLst>
          </p:cNvPr>
          <p:cNvSpPr/>
          <p:nvPr/>
        </p:nvSpPr>
        <p:spPr>
          <a:xfrm rot="10800000">
            <a:off x="4168201"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50" name="Isosceles Triangle 49">
            <a:extLst>
              <a:ext uri="{FF2B5EF4-FFF2-40B4-BE49-F238E27FC236}">
                <a16:creationId xmlns:a16="http://schemas.microsoft.com/office/drawing/2014/main" id="{718E5140-093E-938A-389E-3CAF98822E14}"/>
              </a:ext>
            </a:extLst>
          </p:cNvPr>
          <p:cNvSpPr/>
          <p:nvPr/>
        </p:nvSpPr>
        <p:spPr>
          <a:xfrm rot="10800000">
            <a:off x="7639145"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51" name="Isosceles Triangle 50">
            <a:extLst>
              <a:ext uri="{FF2B5EF4-FFF2-40B4-BE49-F238E27FC236}">
                <a16:creationId xmlns:a16="http://schemas.microsoft.com/office/drawing/2014/main" id="{EB9F9DBC-AF4A-9384-A04C-6AE7375DF2A1}"/>
              </a:ext>
            </a:extLst>
          </p:cNvPr>
          <p:cNvSpPr/>
          <p:nvPr/>
        </p:nvSpPr>
        <p:spPr>
          <a:xfrm rot="10800000">
            <a:off x="11206690"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33" name="Arrow: Chevron 32">
            <a:extLst>
              <a:ext uri="{FF2B5EF4-FFF2-40B4-BE49-F238E27FC236}">
                <a16:creationId xmlns:a16="http://schemas.microsoft.com/office/drawing/2014/main" id="{6F466150-DD41-5DA1-C629-80C9D4C226AF}"/>
              </a:ext>
            </a:extLst>
          </p:cNvPr>
          <p:cNvSpPr>
            <a:spLocks/>
          </p:cNvSpPr>
          <p:nvPr/>
        </p:nvSpPr>
        <p:spPr>
          <a:xfrm>
            <a:off x="4296956" y="4455914"/>
            <a:ext cx="3468669" cy="788836"/>
          </a:xfrm>
          <a:prstGeom prst="chevron">
            <a:avLst/>
          </a:prstGeom>
          <a:solidFill>
            <a:srgbClr val="7F7F7F"/>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400" b="1" i="0" u="none" strike="noStrike" kern="0" cap="none" spc="0" normalizeH="0" baseline="0" noProof="0" err="1">
                <a:ln>
                  <a:noFill/>
                </a:ln>
                <a:solidFill>
                  <a:srgbClr val="D0D0D0"/>
                </a:solidFill>
                <a:effectLst/>
                <a:uLnTx/>
                <a:uFillTx/>
                <a:latin typeface="Century Gothic"/>
                <a:ea typeface="+mn-ea"/>
                <a:cs typeface="+mn-cs"/>
              </a:rPr>
              <a:t>Transitorio</a:t>
            </a:r>
            <a:r>
              <a:rPr kumimoji="0" lang="en-US" sz="1400" b="1" i="0" u="none" strike="noStrike" kern="0" cap="none" spc="0" normalizeH="0" baseline="0" noProof="0">
                <a:ln>
                  <a:noFill/>
                </a:ln>
                <a:solidFill>
                  <a:srgbClr val="D0D0D0"/>
                </a:solidFill>
                <a:effectLst/>
                <a:uLnTx/>
                <a:uFillTx/>
                <a:latin typeface="Century Gothic"/>
                <a:ea typeface="+mn-ea"/>
                <a:cs typeface="+mn-cs"/>
              </a:rPr>
              <a:t> (pre-/post- </a:t>
            </a:r>
            <a:r>
              <a:rPr kumimoji="0" lang="en-US" sz="1400" b="1" i="0" u="none" strike="noStrike" kern="0" cap="none" spc="0" normalizeH="0" baseline="0" noProof="0" err="1">
                <a:ln>
                  <a:noFill/>
                </a:ln>
                <a:solidFill>
                  <a:srgbClr val="D0D0D0"/>
                </a:solidFill>
                <a:effectLst/>
                <a:uLnTx/>
                <a:uFillTx/>
                <a:latin typeface="Century Gothic"/>
                <a:ea typeface="+mn-ea"/>
                <a:cs typeface="+mn-cs"/>
              </a:rPr>
              <a:t>CdA</a:t>
            </a:r>
            <a:r>
              <a:rPr kumimoji="0" lang="en-US" sz="1400" b="1" i="0" u="none" strike="noStrike" kern="0" cap="none" spc="0" normalizeH="0" baseline="0" noProof="0">
                <a:ln>
                  <a:noFill/>
                </a:ln>
                <a:solidFill>
                  <a:srgbClr val="D0D0D0"/>
                </a:solidFill>
                <a:effectLst/>
                <a:uLnTx/>
                <a:uFillTx/>
                <a:latin typeface="Century Gothic"/>
                <a:ea typeface="+mn-ea"/>
                <a:cs typeface="+mn-cs"/>
              </a:rPr>
              <a:t>)</a:t>
            </a: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D0D0D0"/>
                </a:solidFill>
                <a:effectLst/>
                <a:uLnTx/>
                <a:uFillTx/>
                <a:latin typeface="Century Gothic"/>
                <a:ea typeface="+mn-ea"/>
                <a:cs typeface="+mn-cs"/>
              </a:rPr>
              <a:t>Gestione degli asset della target in preparazione del </a:t>
            </a:r>
            <a:r>
              <a:rPr kumimoji="0" lang="it-IT" sz="1000" i="0" u="none" strike="noStrike" kern="0" cap="none" spc="0" normalizeH="0" baseline="0" noProof="0" err="1">
                <a:ln>
                  <a:noFill/>
                </a:ln>
                <a:solidFill>
                  <a:srgbClr val="D0D0D0"/>
                </a:solidFill>
                <a:effectLst/>
                <a:uLnTx/>
                <a:uFillTx/>
                <a:latin typeface="Century Gothic"/>
                <a:ea typeface="+mn-ea"/>
                <a:cs typeface="+mn-cs"/>
              </a:rPr>
              <a:t>carve</a:t>
            </a:r>
            <a:r>
              <a:rPr kumimoji="0" lang="it-IT" sz="1000" i="0" u="none" strike="noStrike" kern="0" cap="none" spc="0" normalizeH="0" baseline="0" noProof="0">
                <a:ln>
                  <a:noFill/>
                </a:ln>
                <a:solidFill>
                  <a:srgbClr val="D0D0D0"/>
                </a:solidFill>
                <a:effectLst/>
                <a:uLnTx/>
                <a:uFillTx/>
                <a:latin typeface="Century Gothic"/>
                <a:ea typeface="+mn-ea"/>
                <a:cs typeface="+mn-cs"/>
              </a:rPr>
              <a:t>-out</a:t>
            </a:r>
          </a:p>
          <a:p>
            <a:pPr marL="0" marR="0" lvl="0" indent="0" algn="ctr" defTabSz="914400" eaLnBrk="1" fontAlgn="auto" latinLnBrk="0" hangingPunct="1">
              <a:lnSpc>
                <a:spcPct val="100000"/>
              </a:lnSpc>
              <a:buClrTx/>
              <a:buSzTx/>
              <a:buFontTx/>
              <a:buNone/>
              <a:tabLst/>
              <a:defRPr/>
            </a:pPr>
            <a:endParaRPr kumimoji="0" lang="en-US" sz="1400" b="1" i="0" u="none" strike="noStrike" kern="0" cap="none" spc="0" normalizeH="0" baseline="0" noProof="0">
              <a:ln>
                <a:noFill/>
              </a:ln>
              <a:solidFill>
                <a:srgbClr val="D0D0D0"/>
              </a:solidFill>
              <a:effectLst/>
              <a:uLnTx/>
              <a:uFillTx/>
              <a:latin typeface="Century Gothic"/>
              <a:ea typeface="+mn-ea"/>
              <a:cs typeface="+mn-cs"/>
            </a:endParaRPr>
          </a:p>
        </p:txBody>
      </p:sp>
      <p:sp>
        <p:nvSpPr>
          <p:cNvPr id="40" name="Arrow: Pentagon 39">
            <a:extLst>
              <a:ext uri="{FF2B5EF4-FFF2-40B4-BE49-F238E27FC236}">
                <a16:creationId xmlns:a16="http://schemas.microsoft.com/office/drawing/2014/main" id="{D1536E12-C486-E09E-9BDF-C2FF59656E16}"/>
              </a:ext>
            </a:extLst>
          </p:cNvPr>
          <p:cNvSpPr>
            <a:spLocks/>
          </p:cNvSpPr>
          <p:nvPr/>
        </p:nvSpPr>
        <p:spPr>
          <a:xfrm>
            <a:off x="1805940" y="2681951"/>
            <a:ext cx="5959685" cy="788836"/>
          </a:xfrm>
          <a:prstGeom prst="homePlate">
            <a:avLst/>
          </a:prstGeom>
          <a:solidFill>
            <a:srgbClr val="406B9B"/>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lvl="0" algn="ctr"/>
            <a:r>
              <a:rPr lang="en-US" sz="1400" b="1" kern="0">
                <a:solidFill>
                  <a:srgbClr val="FFFFFF"/>
                </a:solidFill>
              </a:rPr>
              <a:t>OPAS e M&amp;A</a:t>
            </a:r>
            <a:endParaRPr kumimoji="0" lang="en-US" sz="1400" b="1" i="0" u="none" strike="noStrike" kern="0" cap="none" spc="0" normalizeH="0" baseline="0" noProof="0">
              <a:ln>
                <a:noFill/>
              </a:ln>
              <a:solidFill>
                <a:srgbClr val="FFFFFF"/>
              </a:solidFill>
              <a:effectLst/>
              <a:uLnTx/>
              <a:uFillTx/>
              <a:latin typeface="Century Gothic"/>
              <a:ea typeface="+mn-ea"/>
              <a:cs typeface="+mn-cs"/>
            </a:endParaRP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FFFFFF"/>
                </a:solidFill>
                <a:effectLst/>
                <a:uLnTx/>
                <a:uFillTx/>
                <a:latin typeface="Century Gothic"/>
                <a:ea typeface="+mn-ea"/>
                <a:cs typeface="+mn-cs"/>
              </a:rPr>
              <a:t>Matrice di ipotesi </a:t>
            </a:r>
            <a:r>
              <a:rPr kumimoji="0" lang="it-IT" sz="1000" i="1" u="none" strike="noStrike" kern="0" cap="none" spc="0" normalizeH="0" baseline="0" noProof="0">
                <a:ln>
                  <a:noFill/>
                </a:ln>
                <a:solidFill>
                  <a:srgbClr val="FFFFFF"/>
                </a:solidFill>
                <a:effectLst/>
                <a:uLnTx/>
                <a:uFillTx/>
                <a:latin typeface="Century Gothic"/>
                <a:ea typeface="+mn-ea"/>
                <a:cs typeface="+mn-cs"/>
              </a:rPr>
              <a:t>what-if</a:t>
            </a:r>
            <a:r>
              <a:rPr kumimoji="0" lang="it-IT" sz="1000" i="0" u="none" strike="noStrike" kern="0" cap="none" spc="0" normalizeH="0" baseline="0" noProof="0">
                <a:ln>
                  <a:noFill/>
                </a:ln>
                <a:solidFill>
                  <a:srgbClr val="FFFFFF"/>
                </a:solidFill>
                <a:effectLst/>
                <a:uLnTx/>
                <a:uFillTx/>
                <a:latin typeface="Century Gothic"/>
                <a:ea typeface="+mn-ea"/>
                <a:cs typeface="+mn-cs"/>
              </a:rPr>
              <a:t> incrociate con implicazioni e tempi di prontezza</a:t>
            </a:r>
            <a:endParaRPr kumimoji="0" lang="en-US" sz="1000" i="0" u="none" strike="noStrike" kern="0" cap="none" spc="0" normalizeH="0" baseline="0" noProof="0">
              <a:ln>
                <a:noFill/>
              </a:ln>
              <a:solidFill>
                <a:srgbClr val="FFFFFF"/>
              </a:solidFill>
              <a:effectLst/>
              <a:uLnTx/>
              <a:uFillTx/>
              <a:latin typeface="Century Gothic"/>
              <a:ea typeface="+mn-ea"/>
              <a:cs typeface="+mn-cs"/>
            </a:endParaRPr>
          </a:p>
        </p:txBody>
      </p:sp>
      <p:sp>
        <p:nvSpPr>
          <p:cNvPr id="2" name="2. Slide Title">
            <a:extLst>
              <a:ext uri="{FF2B5EF4-FFF2-40B4-BE49-F238E27FC236}">
                <a16:creationId xmlns:a16="http://schemas.microsoft.com/office/drawing/2014/main" id="{A917010C-E0E9-08C3-2874-7AD902113FA6}"/>
              </a:ext>
            </a:extLst>
          </p:cNvPr>
          <p:cNvSpPr>
            <a:spLocks noGrp="1"/>
          </p:cNvSpPr>
          <p:nvPr>
            <p:ph type="title"/>
            <p:custDataLst>
              <p:tags r:id="rId2"/>
            </p:custDataLst>
          </p:nvPr>
        </p:nvSpPr>
        <p:spPr>
          <a:xfrm>
            <a:off x="554736" y="172212"/>
            <a:ext cx="11082528" cy="677108"/>
          </a:xfrm>
        </p:spPr>
        <p:txBody>
          <a:bodyPr vert="horz" rIns="0">
            <a:spAutoFit/>
          </a:bodyPr>
          <a:lstStyle/>
          <a:p>
            <a:br>
              <a:rPr lang="it-IT" sz="2200">
                <a:solidFill>
                  <a:schemeClr val="accent2"/>
                </a:solidFill>
              </a:rPr>
            </a:br>
            <a:r>
              <a:rPr lang="it-IT" sz="2200">
                <a:solidFill>
                  <a:schemeClr val="accent2"/>
                </a:solidFill>
              </a:rPr>
              <a:t>Capitolo 1 | OPAS e M&amp;A</a:t>
            </a:r>
            <a:endParaRPr lang="it-IT" sz="2200"/>
          </a:p>
        </p:txBody>
      </p:sp>
      <p:sp>
        <p:nvSpPr>
          <p:cNvPr id="95" name="1. On-page tracker">
            <a:extLst>
              <a:ext uri="{FF2B5EF4-FFF2-40B4-BE49-F238E27FC236}">
                <a16:creationId xmlns:a16="http://schemas.microsoft.com/office/drawing/2014/main" id="{FF9A7439-CE21-315F-6BE6-2EACC013EF87}"/>
              </a:ext>
            </a:extLst>
          </p:cNvPr>
          <p:cNvSpPr>
            <a:spLocks noGrp="1"/>
          </p:cNvSpPr>
          <p:nvPr>
            <p:ph type="body" sz="quarter" idx="10"/>
            <p:custDataLst>
              <p:tags r:id="rId3"/>
            </p:custDataLst>
          </p:nvPr>
        </p:nvSpPr>
        <p:spPr/>
        <p:txBody>
          <a:bodyPr/>
          <a:lstStyle/>
          <a:p>
            <a:endParaRPr lang="en-US"/>
          </a:p>
        </p:txBody>
      </p:sp>
      <p:sp>
        <p:nvSpPr>
          <p:cNvPr id="35" name="TrackerAlphaWhite 95">
            <a:extLst>
              <a:ext uri="{FF2B5EF4-FFF2-40B4-BE49-F238E27FC236}">
                <a16:creationId xmlns:a16="http://schemas.microsoft.com/office/drawing/2014/main" id="{AAF96F46-E2B6-39C4-9B7B-8B839DD28DBE}"/>
              </a:ext>
            </a:extLst>
          </p:cNvPr>
          <p:cNvSpPr>
            <a:spLocks/>
          </p:cNvSpPr>
          <p:nvPr>
            <p:custDataLst>
              <p:tags r:id="rId4"/>
            </p:custDataLst>
          </p:nvPr>
        </p:nvSpPr>
        <p:spPr>
          <a:xfrm>
            <a:off x="4572810" y="4525186"/>
            <a:ext cx="198154" cy="198000"/>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400" b="1" kern="0">
                <a:solidFill>
                  <a:schemeClr val="tx1">
                    <a:lumMod val="50000"/>
                    <a:lumOff val="50000"/>
                  </a:schemeClr>
                </a:solidFill>
                <a:latin typeface="Century Gothic"/>
              </a:rPr>
              <a:t>3</a:t>
            </a:r>
          </a:p>
        </p:txBody>
      </p:sp>
      <p:sp>
        <p:nvSpPr>
          <p:cNvPr id="34" name="TrackerAlphaWhite 95">
            <a:extLst>
              <a:ext uri="{FF2B5EF4-FFF2-40B4-BE49-F238E27FC236}">
                <a16:creationId xmlns:a16="http://schemas.microsoft.com/office/drawing/2014/main" id="{4A39FE89-2D33-C144-FED2-0171F35BC544}"/>
              </a:ext>
            </a:extLst>
          </p:cNvPr>
          <p:cNvSpPr>
            <a:spLocks/>
          </p:cNvSpPr>
          <p:nvPr>
            <p:custDataLst>
              <p:tags r:id="rId5"/>
            </p:custDataLst>
          </p:nvPr>
        </p:nvSpPr>
        <p:spPr>
          <a:xfrm>
            <a:off x="3843568" y="2751223"/>
            <a:ext cx="198154" cy="198000"/>
          </a:xfrm>
          <a:prstGeom prst="ellipse">
            <a:avLst/>
          </a:prstGeom>
          <a:solidFill>
            <a:srgbClr val="FFFFFF"/>
          </a:solidFill>
          <a:ln w="6350" cap="sq" cmpd="sng" algn="ctr">
            <a:solidFill>
              <a:srgbClr val="003A79"/>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003A79"/>
                </a:solidFill>
                <a:effectLst/>
                <a:uLnTx/>
                <a:uFillTx/>
                <a:latin typeface="Century Gothic"/>
                <a:ea typeface="+mn-ea"/>
                <a:cs typeface="+mn-cs"/>
              </a:rPr>
              <a:t>1</a:t>
            </a:r>
          </a:p>
        </p:txBody>
      </p:sp>
      <p:sp>
        <p:nvSpPr>
          <p:cNvPr id="44" name="Arrow: Right 43">
            <a:extLst>
              <a:ext uri="{FF2B5EF4-FFF2-40B4-BE49-F238E27FC236}">
                <a16:creationId xmlns:a16="http://schemas.microsoft.com/office/drawing/2014/main" id="{EADD421C-757A-020A-D72F-2EC78F507714}"/>
              </a:ext>
            </a:extLst>
          </p:cNvPr>
          <p:cNvSpPr>
            <a:spLocks/>
          </p:cNvSpPr>
          <p:nvPr/>
        </p:nvSpPr>
        <p:spPr>
          <a:xfrm>
            <a:off x="1805941" y="2279385"/>
            <a:ext cx="9831323" cy="180324"/>
          </a:xfrm>
          <a:prstGeom prst="rightArrow">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400" err="1">
              <a:solidFill>
                <a:srgbClr val="000000"/>
              </a:solidFill>
            </a:endParaRPr>
          </a:p>
        </p:txBody>
      </p:sp>
      <p:sp>
        <p:nvSpPr>
          <p:cNvPr id="59" name="TextBox 58">
            <a:extLst>
              <a:ext uri="{FF2B5EF4-FFF2-40B4-BE49-F238E27FC236}">
                <a16:creationId xmlns:a16="http://schemas.microsoft.com/office/drawing/2014/main" id="{C1A8D33D-7568-E4FA-6610-124B251DC71B}"/>
              </a:ext>
            </a:extLst>
          </p:cNvPr>
          <p:cNvSpPr txBox="1">
            <a:spLocks/>
          </p:cNvSpPr>
          <p:nvPr/>
        </p:nvSpPr>
        <p:spPr>
          <a:xfrm>
            <a:off x="554735" y="1263531"/>
            <a:ext cx="1097281" cy="1148255"/>
          </a:xfrm>
          <a:prstGeom prst="rect">
            <a:avLst/>
          </a:prstGeom>
          <a:solidFill>
            <a:schemeClr val="tx2"/>
          </a:solidFill>
          <a:effectLst/>
        </p:spPr>
        <p:txBody>
          <a:bodyPr vert="horz" wrap="square" lIns="108000" tIns="108000" rIns="108000" bIns="10800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it-IT" sz="1200" b="1">
                <a:solidFill>
                  <a:schemeClr val="bg1"/>
                </a:solidFill>
              </a:rPr>
              <a:t>Timeline dell’ operazione</a:t>
            </a:r>
            <a:endParaRPr kumimoji="0" lang="it-IT" sz="1200" b="1" i="0" u="none" strike="noStrike" kern="1200" cap="none" spc="0" normalizeH="0" baseline="0" noProof="0">
              <a:ln>
                <a:noFill/>
              </a:ln>
              <a:solidFill>
                <a:schemeClr val="bg1"/>
              </a:solidFill>
              <a:effectLst/>
              <a:uLnTx/>
              <a:uFillTx/>
              <a:latin typeface="Century Gothic"/>
              <a:ea typeface="+mn-ea"/>
              <a:cs typeface="Arial" panose="020B0604020202020204" pitchFamily="34" charset="0"/>
            </a:endParaRPr>
          </a:p>
        </p:txBody>
      </p:sp>
      <p:sp>
        <p:nvSpPr>
          <p:cNvPr id="61" name="TextBox 60">
            <a:extLst>
              <a:ext uri="{FF2B5EF4-FFF2-40B4-BE49-F238E27FC236}">
                <a16:creationId xmlns:a16="http://schemas.microsoft.com/office/drawing/2014/main" id="{B9D7B107-4342-F1CA-5E28-48AF8CC58152}"/>
              </a:ext>
            </a:extLst>
          </p:cNvPr>
          <p:cNvSpPr txBox="1">
            <a:spLocks/>
          </p:cNvSpPr>
          <p:nvPr/>
        </p:nvSpPr>
        <p:spPr>
          <a:xfrm>
            <a:off x="554735" y="2681951"/>
            <a:ext cx="1097281" cy="3449781"/>
          </a:xfrm>
          <a:prstGeom prst="rect">
            <a:avLst/>
          </a:prstGeom>
          <a:solidFill>
            <a:schemeClr val="tx2"/>
          </a:solidFill>
          <a:effectLst/>
        </p:spPr>
        <p:txBody>
          <a:bodyPr vert="horz" wrap="square" lIns="108000" tIns="108000" rIns="108000" bIns="10800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it-IT" sz="1200" b="1">
                <a:solidFill>
                  <a:schemeClr val="bg1"/>
                </a:solidFill>
              </a:rPr>
              <a:t>Fasi principali</a:t>
            </a:r>
            <a:endParaRPr kumimoji="0" lang="it-IT" sz="1200" b="1" i="0" u="none" strike="noStrike" kern="1200" cap="none" spc="0" normalizeH="0" baseline="0" noProof="0">
              <a:ln>
                <a:noFill/>
              </a:ln>
              <a:solidFill>
                <a:schemeClr val="bg1"/>
              </a:solidFill>
              <a:effectLst/>
              <a:uLnTx/>
              <a:uFillTx/>
              <a:latin typeface="Century Gothic"/>
              <a:ea typeface="+mn-ea"/>
              <a:cs typeface="Arial" panose="020B0604020202020204" pitchFamily="34" charset="0"/>
            </a:endParaRPr>
          </a:p>
        </p:txBody>
      </p:sp>
      <p:pic>
        <p:nvPicPr>
          <p:cNvPr id="63" name="CustomIcon">
            <a:extLst>
              <a:ext uri="{FF2B5EF4-FFF2-40B4-BE49-F238E27FC236}">
                <a16:creationId xmlns:a16="http://schemas.microsoft.com/office/drawing/2014/main" id="{838F4585-4E1D-7C32-0F98-E4C610DE2FFE}"/>
              </a:ext>
            </a:extLst>
          </p:cNvPr>
          <p:cNvPicPr>
            <a:picLocks noChangeAspect="1"/>
          </p:cNvPicPr>
          <p:nvPr>
            <p:custDataLst>
              <p:tags r:id="rId6"/>
            </p:custDataLst>
          </p:nvPr>
        </p:nvPicPr>
        <p:blipFill>
          <a:blip>
            <a:extLst>
              <a:ext uri="{96DAC541-7B7A-43D3-8B79-37D633B846F1}">
                <asvg:svgBlip xmlns:asvg="http://schemas.microsoft.com/office/drawing/2016/SVG/main" r:embed="rId17"/>
              </a:ext>
            </a:extLst>
          </a:blip>
          <a:stretch>
            <a:fillRect/>
          </a:stretch>
        </p:blipFill>
        <p:spPr>
          <a:xfrm>
            <a:off x="1258364" y="2078262"/>
            <a:ext cx="284384" cy="284384"/>
          </a:xfrm>
          <a:prstGeom prst="rect">
            <a:avLst/>
          </a:prstGeom>
        </p:spPr>
      </p:pic>
      <p:pic>
        <p:nvPicPr>
          <p:cNvPr id="65" name="CustomIcon">
            <a:extLst>
              <a:ext uri="{FF2B5EF4-FFF2-40B4-BE49-F238E27FC236}">
                <a16:creationId xmlns:a16="http://schemas.microsoft.com/office/drawing/2014/main" id="{F18E09B5-2302-46E5-4713-4B3FB7C285F5}"/>
              </a:ext>
            </a:extLst>
          </p:cNvPr>
          <p:cNvPicPr>
            <a:picLocks noChangeAspect="1"/>
          </p:cNvPicPr>
          <p:nvPr>
            <p:custDataLst>
              <p:tags r:id="rId7"/>
            </p:custDataLst>
          </p:nvPr>
        </p:nvPicPr>
        <p:blipFill>
          <a:blip>
            <a:extLst>
              <a:ext uri="{96DAC541-7B7A-43D3-8B79-37D633B846F1}">
                <asvg:svgBlip xmlns:asvg="http://schemas.microsoft.com/office/drawing/2016/SVG/main" r:embed="rId18"/>
              </a:ext>
            </a:extLst>
          </a:blip>
          <a:stretch>
            <a:fillRect/>
          </a:stretch>
        </p:blipFill>
        <p:spPr>
          <a:xfrm>
            <a:off x="1258364" y="5758096"/>
            <a:ext cx="284384" cy="284384"/>
          </a:xfrm>
          <a:prstGeom prst="rect">
            <a:avLst/>
          </a:prstGeom>
        </p:spPr>
      </p:pic>
      <p:sp>
        <p:nvSpPr>
          <p:cNvPr id="81" name="Rectangle 80">
            <a:extLst>
              <a:ext uri="{FF2B5EF4-FFF2-40B4-BE49-F238E27FC236}">
                <a16:creationId xmlns:a16="http://schemas.microsoft.com/office/drawing/2014/main" id="{B0E03F70-1BEF-815E-A82D-1371AF602640}"/>
              </a:ext>
            </a:extLst>
          </p:cNvPr>
          <p:cNvSpPr>
            <a:spLocks/>
          </p:cNvSpPr>
          <p:nvPr/>
        </p:nvSpPr>
        <p:spPr>
          <a:xfrm>
            <a:off x="3751738" y="1555370"/>
            <a:ext cx="1085885" cy="241980"/>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err="1">
                <a:ln>
                  <a:noFill/>
                </a:ln>
                <a:effectLst/>
                <a:uLnTx/>
                <a:uFillTx/>
                <a:latin typeface="+mj-lt"/>
                <a:ea typeface="Open Sans" panose="020B0606030504020204" pitchFamily="34" charset="0"/>
                <a:cs typeface="Calibri" panose="020F0502020204030204" pitchFamily="34" charset="0"/>
              </a:rPr>
              <a:t>Settlement</a:t>
            </a: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 </a:t>
            </a:r>
          </a:p>
        </p:txBody>
      </p:sp>
      <p:sp>
        <p:nvSpPr>
          <p:cNvPr id="85" name="Rectangle 84">
            <a:extLst>
              <a:ext uri="{FF2B5EF4-FFF2-40B4-BE49-F238E27FC236}">
                <a16:creationId xmlns:a16="http://schemas.microsoft.com/office/drawing/2014/main" id="{C8C4157D-8B7B-C3F0-042F-F690488D2022}"/>
              </a:ext>
            </a:extLst>
          </p:cNvPr>
          <p:cNvSpPr>
            <a:spLocks/>
          </p:cNvSpPr>
          <p:nvPr/>
        </p:nvSpPr>
        <p:spPr>
          <a:xfrm>
            <a:off x="6803769" y="1555370"/>
            <a:ext cx="1923711" cy="411257"/>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Carve-out e cessione entità giuridica bancaria a Unipol</a:t>
            </a:r>
          </a:p>
        </p:txBody>
      </p:sp>
      <p:sp>
        <p:nvSpPr>
          <p:cNvPr id="87" name="Rectangle 86">
            <a:extLst>
              <a:ext uri="{FF2B5EF4-FFF2-40B4-BE49-F238E27FC236}">
                <a16:creationId xmlns:a16="http://schemas.microsoft.com/office/drawing/2014/main" id="{615422DB-C725-3F39-B41C-F46060C6D037}"/>
              </a:ext>
            </a:extLst>
          </p:cNvPr>
          <p:cNvSpPr>
            <a:spLocks/>
          </p:cNvSpPr>
          <p:nvPr/>
        </p:nvSpPr>
        <p:spPr>
          <a:xfrm>
            <a:off x="7265410" y="1325334"/>
            <a:ext cx="1000429" cy="257369"/>
          </a:xfrm>
          <a:prstGeom prst="rect">
            <a:avLst/>
          </a:prstGeom>
          <a:noFill/>
          <a:ln>
            <a:noFill/>
          </a:ln>
        </p:spPr>
        <p:txBody>
          <a:bodyPr wrap="square" lIns="36000" tIns="36000" rIns="0" bIns="36000" rtlCol="0" anchor="ctr">
            <a:spAutoFit/>
          </a:bodyPr>
          <a:lstStyle/>
          <a:p>
            <a:pPr lvl="0" algn="ctr" defTabSz="914217">
              <a:defRPr/>
            </a:pPr>
            <a:r>
              <a:rPr lang="it-IT" sz="1200" b="1" cap="all">
                <a:solidFill>
                  <a:schemeClr val="tx2"/>
                </a:solidFill>
                <a:ea typeface="Open Sans" panose="020B0606030504020204" pitchFamily="34" charset="0"/>
                <a:cs typeface="Calibri" panose="020F0502020204030204" pitchFamily="34" charset="0"/>
              </a:rPr>
              <a:t>Q3 – Q4 ‘27</a:t>
            </a:r>
          </a:p>
        </p:txBody>
      </p:sp>
      <p:sp>
        <p:nvSpPr>
          <p:cNvPr id="88" name="Rectangle 87">
            <a:extLst>
              <a:ext uri="{FF2B5EF4-FFF2-40B4-BE49-F238E27FC236}">
                <a16:creationId xmlns:a16="http://schemas.microsoft.com/office/drawing/2014/main" id="{505336EB-23EB-5270-D705-9D42AF1F753A}"/>
              </a:ext>
            </a:extLst>
          </p:cNvPr>
          <p:cNvSpPr>
            <a:spLocks/>
          </p:cNvSpPr>
          <p:nvPr/>
        </p:nvSpPr>
        <p:spPr>
          <a:xfrm>
            <a:off x="10079183" y="1555370"/>
            <a:ext cx="1558081" cy="411257"/>
          </a:xfrm>
          <a:prstGeom prst="rect">
            <a:avLst/>
          </a:prstGeom>
        </p:spPr>
        <p:txBody>
          <a:bodyPr wrap="square" lIns="36000" tIns="36000" rIns="0" bIns="3600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Conclusione della integrazione</a:t>
            </a:r>
          </a:p>
        </p:txBody>
      </p:sp>
      <p:sp>
        <p:nvSpPr>
          <p:cNvPr id="89" name="Rectangle 88">
            <a:extLst>
              <a:ext uri="{FF2B5EF4-FFF2-40B4-BE49-F238E27FC236}">
                <a16:creationId xmlns:a16="http://schemas.microsoft.com/office/drawing/2014/main" id="{16EDFA32-BC00-9F1D-31F6-F5D3F0CCA222}"/>
              </a:ext>
            </a:extLst>
          </p:cNvPr>
          <p:cNvSpPr>
            <a:spLocks/>
          </p:cNvSpPr>
          <p:nvPr/>
        </p:nvSpPr>
        <p:spPr>
          <a:xfrm>
            <a:off x="10727784" y="1325334"/>
            <a:ext cx="909481" cy="257369"/>
          </a:xfrm>
          <a:prstGeom prst="rect">
            <a:avLst/>
          </a:prstGeom>
          <a:noFill/>
          <a:ln>
            <a:noFill/>
          </a:ln>
        </p:spPr>
        <p:txBody>
          <a:bodyPr wrap="square" lIns="36000" tIns="36000" rIns="0" bIns="36000" rtlCol="0" anchor="ctr">
            <a:spAutoFit/>
          </a:bodyPr>
          <a:lstStyle/>
          <a:p>
            <a:pPr lvl="0" algn="r" defTabSz="914217">
              <a:defRPr/>
            </a:pPr>
            <a:r>
              <a:rPr lang="it-IT" sz="1200" b="1" cap="all">
                <a:solidFill>
                  <a:schemeClr val="tx2"/>
                </a:solidFill>
                <a:ea typeface="Open Sans" panose="020B0606030504020204" pitchFamily="34" charset="0"/>
                <a:cs typeface="Calibri" panose="020F0502020204030204" pitchFamily="34" charset="0"/>
              </a:rPr>
              <a:t>TBD</a:t>
            </a:r>
          </a:p>
        </p:txBody>
      </p:sp>
      <p:cxnSp>
        <p:nvCxnSpPr>
          <p:cNvPr id="109" name="Straight Connector 108">
            <a:extLst>
              <a:ext uri="{FF2B5EF4-FFF2-40B4-BE49-F238E27FC236}">
                <a16:creationId xmlns:a16="http://schemas.microsoft.com/office/drawing/2014/main" id="{26883986-7181-557B-F181-8FDFACA3CAEC}"/>
              </a:ext>
            </a:extLst>
          </p:cNvPr>
          <p:cNvCxnSpPr>
            <a:cxnSpLocks/>
          </p:cNvCxnSpPr>
          <p:nvPr/>
        </p:nvCxnSpPr>
        <p:spPr>
          <a:xfrm flipH="1">
            <a:off x="554736" y="2540272"/>
            <a:ext cx="11082528" cy="0"/>
          </a:xfrm>
          <a:prstGeom prst="line">
            <a:avLst/>
          </a:prstGeom>
          <a:ln w="6350">
            <a:solidFill>
              <a:srgbClr val="D0D0D0"/>
            </a:solidFill>
            <a:prstDash val="lgDash"/>
          </a:ln>
          <a:effectLst/>
        </p:spPr>
        <p:style>
          <a:lnRef idx="1">
            <a:schemeClr val="accent1"/>
          </a:lnRef>
          <a:fillRef idx="0">
            <a:schemeClr val="accent1"/>
          </a:fillRef>
          <a:effectRef idx="0">
            <a:schemeClr val="accent1"/>
          </a:effectRef>
          <a:fontRef idx="minor">
            <a:schemeClr val="tx1"/>
          </a:fontRef>
        </p:style>
      </p:cxnSp>
      <p:sp>
        <p:nvSpPr>
          <p:cNvPr id="6" name="Isosceles Triangle 5">
            <a:extLst>
              <a:ext uri="{FF2B5EF4-FFF2-40B4-BE49-F238E27FC236}">
                <a16:creationId xmlns:a16="http://schemas.microsoft.com/office/drawing/2014/main" id="{3F92F4FF-9DE0-6FC8-20C0-EAF3FBF1D0FA}"/>
              </a:ext>
            </a:extLst>
          </p:cNvPr>
          <p:cNvSpPr/>
          <p:nvPr/>
        </p:nvSpPr>
        <p:spPr>
          <a:xfrm rot="10800000">
            <a:off x="5739346"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7" name="Rectangle 6">
            <a:extLst>
              <a:ext uri="{FF2B5EF4-FFF2-40B4-BE49-F238E27FC236}">
                <a16:creationId xmlns:a16="http://schemas.microsoft.com/office/drawing/2014/main" id="{0AE9BBA5-21B3-FCD6-6BA0-BD348E0E365B}"/>
              </a:ext>
            </a:extLst>
          </p:cNvPr>
          <p:cNvSpPr>
            <a:spLocks/>
          </p:cNvSpPr>
          <p:nvPr/>
        </p:nvSpPr>
        <p:spPr>
          <a:xfrm>
            <a:off x="5070903" y="1555370"/>
            <a:ext cx="1589844" cy="411257"/>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Assemblea MPS e nomina nuovo </a:t>
            </a:r>
            <a:r>
              <a:rPr kumimoji="0" lang="it-IT" sz="1100" i="0" u="none" strike="noStrike" kern="0" cap="none" spc="0" normalizeH="0" baseline="0" noProof="0" err="1">
                <a:ln>
                  <a:noFill/>
                </a:ln>
                <a:effectLst/>
                <a:uLnTx/>
                <a:uFillTx/>
                <a:latin typeface="+mj-lt"/>
                <a:ea typeface="Open Sans" panose="020B0606030504020204" pitchFamily="34" charset="0"/>
                <a:cs typeface="Calibri" panose="020F0502020204030204" pitchFamily="34" charset="0"/>
              </a:rPr>
              <a:t>CdA</a:t>
            </a:r>
            <a:endPar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endParaRPr>
          </a:p>
        </p:txBody>
      </p:sp>
      <p:sp>
        <p:nvSpPr>
          <p:cNvPr id="11" name="Arrow: Chevron 10">
            <a:extLst>
              <a:ext uri="{FF2B5EF4-FFF2-40B4-BE49-F238E27FC236}">
                <a16:creationId xmlns:a16="http://schemas.microsoft.com/office/drawing/2014/main" id="{5830BCD9-1B8A-41E2-7CC1-9681EBC2FD6E}"/>
              </a:ext>
            </a:extLst>
          </p:cNvPr>
          <p:cNvSpPr>
            <a:spLocks/>
          </p:cNvSpPr>
          <p:nvPr/>
        </p:nvSpPr>
        <p:spPr>
          <a:xfrm>
            <a:off x="5876311" y="5107995"/>
            <a:ext cx="1889231" cy="160365"/>
          </a:xfrm>
          <a:prstGeom prst="chevron">
            <a:avLst/>
          </a:prstGeom>
          <a:solidFill>
            <a:srgbClr val="7F7F7F"/>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ctr" anchorCtr="0" forceAA="0" compatLnSpc="1">
            <a:prstTxWarp prst="textNoShape">
              <a:avLst/>
            </a:prstTxWarp>
            <a:noAutofit/>
          </a:bodyPr>
          <a:lstStyle/>
          <a:p>
            <a:pPr algn="ctr"/>
            <a:r>
              <a:rPr lang="en-US" sz="1000" b="1" kern="0">
                <a:solidFill>
                  <a:srgbClr val="D0D0D0"/>
                </a:solidFill>
                <a:latin typeface="Century Gothic"/>
              </a:rPr>
              <a:t>Post-CdA</a:t>
            </a:r>
          </a:p>
        </p:txBody>
      </p:sp>
      <p:sp>
        <p:nvSpPr>
          <p:cNvPr id="10" name="Arrow: Chevron 9">
            <a:extLst>
              <a:ext uri="{FF2B5EF4-FFF2-40B4-BE49-F238E27FC236}">
                <a16:creationId xmlns:a16="http://schemas.microsoft.com/office/drawing/2014/main" id="{9CF640EA-9460-9ABB-3C89-6A62A087C9D8}"/>
              </a:ext>
            </a:extLst>
          </p:cNvPr>
          <p:cNvSpPr>
            <a:spLocks/>
          </p:cNvSpPr>
          <p:nvPr/>
        </p:nvSpPr>
        <p:spPr>
          <a:xfrm>
            <a:off x="4296957" y="5107995"/>
            <a:ext cx="1568870" cy="160365"/>
          </a:xfrm>
          <a:prstGeom prst="chevron">
            <a:avLst/>
          </a:prstGeom>
          <a:solidFill>
            <a:srgbClr val="7F7F7F"/>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000" b="1" i="0" u="none" strike="noStrike" kern="0" cap="none" spc="0" normalizeH="0" baseline="0" noProof="0">
                <a:ln>
                  <a:noFill/>
                </a:ln>
                <a:solidFill>
                  <a:srgbClr val="D0D0D0"/>
                </a:solidFill>
                <a:effectLst/>
                <a:uLnTx/>
                <a:uFillTx/>
                <a:latin typeface="Century Gothic"/>
                <a:ea typeface="+mn-ea"/>
                <a:cs typeface="+mn-cs"/>
              </a:rPr>
              <a:t>Pre-</a:t>
            </a:r>
            <a:r>
              <a:rPr kumimoji="0" lang="en-US" sz="1000" b="1" i="0" u="none" strike="noStrike" kern="0" cap="none" spc="0" normalizeH="0" baseline="0" noProof="0" err="1">
                <a:ln>
                  <a:noFill/>
                </a:ln>
                <a:solidFill>
                  <a:srgbClr val="D0D0D0"/>
                </a:solidFill>
                <a:effectLst/>
                <a:uLnTx/>
                <a:uFillTx/>
                <a:latin typeface="Century Gothic"/>
                <a:ea typeface="+mn-ea"/>
                <a:cs typeface="+mn-cs"/>
              </a:rPr>
              <a:t>CdA</a:t>
            </a:r>
            <a:endParaRPr kumimoji="0" lang="en-US" sz="1000" b="1" i="0" u="none" strike="noStrike" kern="0" cap="none" spc="0" normalizeH="0" baseline="0" noProof="0">
              <a:ln>
                <a:noFill/>
              </a:ln>
              <a:solidFill>
                <a:srgbClr val="D0D0D0"/>
              </a:solidFill>
              <a:effectLst/>
              <a:uLnTx/>
              <a:uFillTx/>
              <a:latin typeface="Century Gothic"/>
              <a:ea typeface="+mn-ea"/>
              <a:cs typeface="+mn-cs"/>
            </a:endParaRPr>
          </a:p>
        </p:txBody>
      </p:sp>
      <p:sp>
        <p:nvSpPr>
          <p:cNvPr id="12" name="TrackerAlphaWhite 95">
            <a:extLst>
              <a:ext uri="{FF2B5EF4-FFF2-40B4-BE49-F238E27FC236}">
                <a16:creationId xmlns:a16="http://schemas.microsoft.com/office/drawing/2014/main" id="{5C7DB6D0-B35C-C820-C017-40840CBF4D43}"/>
              </a:ext>
            </a:extLst>
          </p:cNvPr>
          <p:cNvSpPr>
            <a:spLocks/>
          </p:cNvSpPr>
          <p:nvPr>
            <p:custDataLst>
              <p:tags r:id="rId8"/>
            </p:custDataLst>
          </p:nvPr>
        </p:nvSpPr>
        <p:spPr>
          <a:xfrm>
            <a:off x="4607231" y="5106360"/>
            <a:ext cx="158949" cy="163636"/>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100" b="1" kern="0">
                <a:solidFill>
                  <a:schemeClr val="tx1">
                    <a:lumMod val="50000"/>
                    <a:lumOff val="50000"/>
                  </a:schemeClr>
                </a:solidFill>
                <a:latin typeface="Century Gothic"/>
              </a:rPr>
              <a:t>A</a:t>
            </a:r>
          </a:p>
        </p:txBody>
      </p:sp>
      <p:sp>
        <p:nvSpPr>
          <p:cNvPr id="13" name="TrackerAlphaWhite 95">
            <a:extLst>
              <a:ext uri="{FF2B5EF4-FFF2-40B4-BE49-F238E27FC236}">
                <a16:creationId xmlns:a16="http://schemas.microsoft.com/office/drawing/2014/main" id="{DDFC4127-A0A0-BFB0-D59E-4510DA4F1632}"/>
              </a:ext>
            </a:extLst>
          </p:cNvPr>
          <p:cNvSpPr>
            <a:spLocks/>
          </p:cNvSpPr>
          <p:nvPr>
            <p:custDataLst>
              <p:tags r:id="rId9"/>
            </p:custDataLst>
          </p:nvPr>
        </p:nvSpPr>
        <p:spPr>
          <a:xfrm>
            <a:off x="6291850" y="5106360"/>
            <a:ext cx="158949" cy="163636"/>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100" b="1" kern="0">
                <a:solidFill>
                  <a:schemeClr val="tx1">
                    <a:lumMod val="50000"/>
                    <a:lumOff val="50000"/>
                  </a:schemeClr>
                </a:solidFill>
                <a:latin typeface="Century Gothic"/>
              </a:rPr>
              <a:t>B</a:t>
            </a:r>
          </a:p>
        </p:txBody>
      </p:sp>
      <p:sp>
        <p:nvSpPr>
          <p:cNvPr id="15" name="Arrow: Pentagon 14">
            <a:extLst>
              <a:ext uri="{FF2B5EF4-FFF2-40B4-BE49-F238E27FC236}">
                <a16:creationId xmlns:a16="http://schemas.microsoft.com/office/drawing/2014/main" id="{5F2C7B80-C8BE-385B-F014-E412A1630596}"/>
              </a:ext>
            </a:extLst>
          </p:cNvPr>
          <p:cNvSpPr>
            <a:spLocks/>
          </p:cNvSpPr>
          <p:nvPr/>
        </p:nvSpPr>
        <p:spPr>
          <a:xfrm>
            <a:off x="1805940" y="3568932"/>
            <a:ext cx="2488741" cy="788836"/>
          </a:xfrm>
          <a:prstGeom prst="homePlate">
            <a:avLst/>
          </a:prstGeom>
          <a:solidFill>
            <a:srgbClr val="7F7F7F"/>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ctr"/>
            <a:r>
              <a:rPr lang="en-US" sz="1400" b="1" kern="0">
                <a:solidFill>
                  <a:srgbClr val="D0D0D0"/>
                </a:solidFill>
                <a:latin typeface="Century Gothic"/>
              </a:rPr>
              <a:t>Pre-Take Control</a:t>
            </a:r>
          </a:p>
          <a:p>
            <a:pPr algn="ctr"/>
            <a:r>
              <a:rPr lang="it-IT" sz="1000" kern="0" err="1">
                <a:solidFill>
                  <a:srgbClr val="D0D0D0"/>
                </a:solidFill>
                <a:latin typeface="Century Gothic"/>
              </a:rPr>
              <a:t>Execution</a:t>
            </a:r>
            <a:r>
              <a:rPr lang="it-IT" sz="1000" kern="0">
                <a:solidFill>
                  <a:srgbClr val="D0D0D0"/>
                </a:solidFill>
                <a:latin typeface="Century Gothic"/>
              </a:rPr>
              <a:t> dell’OPAS e completamento dell’impostazione progettuale</a:t>
            </a:r>
          </a:p>
          <a:p>
            <a:pPr algn="ctr"/>
            <a:endParaRPr lang="en-US" sz="1400" b="1" kern="0">
              <a:solidFill>
                <a:srgbClr val="D0D0D0"/>
              </a:solidFill>
              <a:latin typeface="Century Gothic"/>
            </a:endParaRPr>
          </a:p>
        </p:txBody>
      </p:sp>
      <p:sp>
        <p:nvSpPr>
          <p:cNvPr id="17" name="TrackerAlphaWhite 95">
            <a:extLst>
              <a:ext uri="{FF2B5EF4-FFF2-40B4-BE49-F238E27FC236}">
                <a16:creationId xmlns:a16="http://schemas.microsoft.com/office/drawing/2014/main" id="{617576AF-7AE7-2862-BC4C-D6F11CB11F7F}"/>
              </a:ext>
            </a:extLst>
          </p:cNvPr>
          <p:cNvSpPr>
            <a:spLocks/>
          </p:cNvSpPr>
          <p:nvPr>
            <p:custDataLst>
              <p:tags r:id="rId10"/>
            </p:custDataLst>
          </p:nvPr>
        </p:nvSpPr>
        <p:spPr>
          <a:xfrm>
            <a:off x="1998986" y="3638204"/>
            <a:ext cx="198154" cy="198438"/>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400" b="1" kern="0">
                <a:solidFill>
                  <a:schemeClr val="tx1">
                    <a:lumMod val="50000"/>
                    <a:lumOff val="50000"/>
                  </a:schemeClr>
                </a:solidFill>
                <a:latin typeface="Century Gothic"/>
              </a:rPr>
              <a:t>2</a:t>
            </a:r>
          </a:p>
        </p:txBody>
      </p:sp>
      <p:grpSp>
        <p:nvGrpSpPr>
          <p:cNvPr id="18" name="Group 17">
            <a:extLst>
              <a:ext uri="{FF2B5EF4-FFF2-40B4-BE49-F238E27FC236}">
                <a16:creationId xmlns:a16="http://schemas.microsoft.com/office/drawing/2014/main" id="{558E3C0B-0DEE-BD33-EE23-377F455C175B}"/>
              </a:ext>
            </a:extLst>
          </p:cNvPr>
          <p:cNvGrpSpPr/>
          <p:nvPr/>
        </p:nvGrpSpPr>
        <p:grpSpPr>
          <a:xfrm>
            <a:off x="10197130" y="1033568"/>
            <a:ext cx="1440133" cy="211203"/>
            <a:chOff x="8146843" y="920098"/>
            <a:chExt cx="1440133" cy="211203"/>
          </a:xfrm>
        </p:grpSpPr>
        <p:sp>
          <p:nvSpPr>
            <p:cNvPr id="19" name="Rectangle 18">
              <a:extLst>
                <a:ext uri="{FF2B5EF4-FFF2-40B4-BE49-F238E27FC236}">
                  <a16:creationId xmlns:a16="http://schemas.microsoft.com/office/drawing/2014/main" id="{5D79BD74-5849-D50C-EDA0-696AFED80891}"/>
                </a:ext>
              </a:extLst>
            </p:cNvPr>
            <p:cNvSpPr>
              <a:spLocks/>
            </p:cNvSpPr>
            <p:nvPr/>
          </p:nvSpPr>
          <p:spPr>
            <a:xfrm>
              <a:off x="8146843" y="953572"/>
              <a:ext cx="236634" cy="144255"/>
            </a:xfrm>
            <a:prstGeom prst="rect">
              <a:avLst/>
            </a:prstGeom>
            <a:solidFill>
              <a:srgbClr val="406B9B"/>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ctr">
                <a:spcBef>
                  <a:spcPts val="300"/>
                </a:spcBef>
                <a:spcAft>
                  <a:spcPts val="300"/>
                </a:spcAft>
              </a:pPr>
              <a:endParaRPr lang="en-US" sz="1400" b="1" kern="0" err="1">
                <a:solidFill>
                  <a:srgbClr val="FFFFFF"/>
                </a:solidFill>
              </a:endParaRPr>
            </a:p>
          </p:txBody>
        </p:sp>
        <p:sp>
          <p:nvSpPr>
            <p:cNvPr id="20" name="Rectangle 19">
              <a:extLst>
                <a:ext uri="{FF2B5EF4-FFF2-40B4-BE49-F238E27FC236}">
                  <a16:creationId xmlns:a16="http://schemas.microsoft.com/office/drawing/2014/main" id="{D2EEC38A-0B6A-6872-5812-A833B1547219}"/>
                </a:ext>
              </a:extLst>
            </p:cNvPr>
            <p:cNvSpPr>
              <a:spLocks/>
            </p:cNvSpPr>
            <p:nvPr/>
          </p:nvSpPr>
          <p:spPr>
            <a:xfrm>
              <a:off x="8461767" y="920098"/>
              <a:ext cx="1125209" cy="211203"/>
            </a:xfrm>
            <a:prstGeom prst="rect">
              <a:avLst/>
            </a:prstGeom>
          </p:spPr>
          <p:txBody>
            <a:bodyPr lIns="36000" tIns="36000" rIns="0" bIns="36000" rtlCol="0" anchor="t">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it-IT" sz="9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Focus della sezione</a:t>
              </a:r>
            </a:p>
          </p:txBody>
        </p:sp>
      </p:grpSp>
      <p:sp>
        <p:nvSpPr>
          <p:cNvPr id="16" name="Arrow: Chevron 15">
            <a:extLst>
              <a:ext uri="{FF2B5EF4-FFF2-40B4-BE49-F238E27FC236}">
                <a16:creationId xmlns:a16="http://schemas.microsoft.com/office/drawing/2014/main" id="{AA625881-E88F-135D-69D2-F6410004C647}"/>
              </a:ext>
            </a:extLst>
          </p:cNvPr>
          <p:cNvSpPr>
            <a:spLocks/>
          </p:cNvSpPr>
          <p:nvPr/>
        </p:nvSpPr>
        <p:spPr>
          <a:xfrm>
            <a:off x="5863552" y="5342896"/>
            <a:ext cx="5469466" cy="788836"/>
          </a:xfrm>
          <a:prstGeom prst="chevron">
            <a:avLst/>
          </a:prstGeom>
          <a:solidFill>
            <a:srgbClr val="B3B3B3"/>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400" b="1" i="0" u="none" strike="noStrike" kern="0" cap="none" spc="0" normalizeH="0" baseline="0" noProof="0" err="1">
                <a:ln>
                  <a:noFill/>
                </a:ln>
                <a:solidFill>
                  <a:srgbClr val="D0D0D0"/>
                </a:solidFill>
                <a:effectLst/>
                <a:uLnTx/>
                <a:uFillTx/>
                <a:latin typeface="Century Gothic"/>
                <a:ea typeface="+mn-ea"/>
                <a:cs typeface="+mn-cs"/>
              </a:rPr>
              <a:t>Percorso</a:t>
            </a:r>
            <a:r>
              <a:rPr kumimoji="0" lang="en-US" sz="1400" b="1" i="0" u="none" strike="noStrike" kern="0" cap="none" spc="0" normalizeH="0" baseline="0" noProof="0">
                <a:ln>
                  <a:noFill/>
                </a:ln>
                <a:solidFill>
                  <a:srgbClr val="D0D0D0"/>
                </a:solidFill>
                <a:effectLst/>
                <a:uLnTx/>
                <a:uFillTx/>
                <a:latin typeface="Century Gothic"/>
                <a:ea typeface="+mn-ea"/>
                <a:cs typeface="+mn-cs"/>
              </a:rPr>
              <a:t> di </a:t>
            </a:r>
            <a:r>
              <a:rPr kumimoji="0" lang="en-US" sz="1400" b="1" i="0" u="none" strike="noStrike" kern="0" cap="none" spc="0" normalizeH="0" baseline="0" noProof="0" err="1">
                <a:ln>
                  <a:noFill/>
                </a:ln>
                <a:solidFill>
                  <a:srgbClr val="D0D0D0"/>
                </a:solidFill>
                <a:effectLst/>
                <a:uLnTx/>
                <a:uFillTx/>
                <a:latin typeface="Century Gothic"/>
                <a:ea typeface="+mn-ea"/>
                <a:cs typeface="+mn-cs"/>
              </a:rPr>
              <a:t>integrazione</a:t>
            </a:r>
            <a:r>
              <a:rPr kumimoji="0" lang="en-US" sz="1400" b="1" i="0" u="none" strike="noStrike" kern="0" cap="none" spc="0" normalizeH="0" baseline="0" noProof="0">
                <a:ln>
                  <a:noFill/>
                </a:ln>
                <a:solidFill>
                  <a:srgbClr val="D0D0D0"/>
                </a:solidFill>
                <a:effectLst/>
                <a:uLnTx/>
                <a:uFillTx/>
                <a:latin typeface="Century Gothic"/>
                <a:ea typeface="+mn-ea"/>
                <a:cs typeface="+mn-cs"/>
              </a:rPr>
              <a:t> </a:t>
            </a: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D0D0D0"/>
                </a:solidFill>
                <a:effectLst/>
                <a:uLnTx/>
                <a:uFillTx/>
                <a:latin typeface="Century Gothic"/>
                <a:ea typeface="+mn-ea"/>
                <a:cs typeface="+mn-cs"/>
              </a:rPr>
              <a:t>Integrazione degli asset in linea con l’asset target</a:t>
            </a:r>
          </a:p>
          <a:p>
            <a:pPr marL="0" marR="0" lvl="0" indent="0" algn="ctr" defTabSz="914400" eaLnBrk="1" fontAlgn="auto" latinLnBrk="0" hangingPunct="1">
              <a:lnSpc>
                <a:spcPct val="100000"/>
              </a:lnSpc>
              <a:buClrTx/>
              <a:buSzTx/>
              <a:buFontTx/>
              <a:buNone/>
              <a:tabLst/>
              <a:defRPr/>
            </a:pPr>
            <a:endParaRPr kumimoji="0" lang="en-US" sz="1400" b="1" i="0" u="none" strike="noStrike" kern="0" cap="none" spc="0" normalizeH="0" baseline="0" noProof="0">
              <a:ln>
                <a:noFill/>
              </a:ln>
              <a:solidFill>
                <a:srgbClr val="D0D0D0"/>
              </a:solidFill>
              <a:effectLst/>
              <a:uLnTx/>
              <a:uFillTx/>
              <a:latin typeface="Century Gothic"/>
              <a:ea typeface="+mn-ea"/>
              <a:cs typeface="+mn-cs"/>
            </a:endParaRPr>
          </a:p>
        </p:txBody>
      </p:sp>
      <p:sp>
        <p:nvSpPr>
          <p:cNvPr id="22" name="TrackerAlphaWhite 95">
            <a:extLst>
              <a:ext uri="{FF2B5EF4-FFF2-40B4-BE49-F238E27FC236}">
                <a16:creationId xmlns:a16="http://schemas.microsoft.com/office/drawing/2014/main" id="{C8C77FD4-1D0F-C020-AD10-D02D8472655B}"/>
              </a:ext>
            </a:extLst>
          </p:cNvPr>
          <p:cNvSpPr>
            <a:spLocks/>
          </p:cNvSpPr>
          <p:nvPr>
            <p:custDataLst>
              <p:tags r:id="rId11"/>
            </p:custDataLst>
          </p:nvPr>
        </p:nvSpPr>
        <p:spPr>
          <a:xfrm>
            <a:off x="7310493" y="5412168"/>
            <a:ext cx="198154" cy="198000"/>
          </a:xfrm>
          <a:prstGeom prst="ellipse">
            <a:avLst/>
          </a:prstGeom>
          <a:solidFill>
            <a:schemeClr val="bg1">
              <a:lumMod val="65000"/>
            </a:schemeClr>
          </a:solidFill>
          <a:ln w="6350" cap="sq" cmpd="sng" algn="ctr">
            <a:solidFill>
              <a:srgbClr val="D0D0D0"/>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D0D0D0"/>
                </a:solidFill>
                <a:effectLst/>
                <a:uLnTx/>
                <a:uFillTx/>
                <a:latin typeface="Century Gothic"/>
                <a:ea typeface="+mn-ea"/>
                <a:cs typeface="+mn-cs"/>
              </a:rPr>
              <a:t>4</a:t>
            </a:r>
          </a:p>
        </p:txBody>
      </p:sp>
      <p:sp>
        <p:nvSpPr>
          <p:cNvPr id="9" name="Rectangle 8">
            <a:extLst>
              <a:ext uri="{FF2B5EF4-FFF2-40B4-BE49-F238E27FC236}">
                <a16:creationId xmlns:a16="http://schemas.microsoft.com/office/drawing/2014/main" id="{3594D378-D53E-41F7-260E-96CCE8B7878B}"/>
              </a:ext>
            </a:extLst>
          </p:cNvPr>
          <p:cNvSpPr>
            <a:spLocks/>
          </p:cNvSpPr>
          <p:nvPr/>
        </p:nvSpPr>
        <p:spPr>
          <a:xfrm>
            <a:off x="3408520" y="1325334"/>
            <a:ext cx="1772321" cy="257369"/>
          </a:xfrm>
          <a:prstGeom prst="rect">
            <a:avLst/>
          </a:prstGeom>
          <a:noFill/>
          <a:ln>
            <a:noFill/>
          </a:ln>
        </p:spPr>
        <p:txBody>
          <a:bodyPr wrap="square" lIns="36000" tIns="36000" rIns="0" bIns="36000" rtlCol="0" anchor="ctr">
            <a:spAutoFit/>
          </a:bodyPr>
          <a:lstStyle/>
          <a:p>
            <a:pPr marL="0" marR="0" lvl="0" indent="0" algn="ctr" defTabSz="914217" rtl="0" eaLnBrk="1" fontAlgn="auto" latinLnBrk="0" hangingPunct="1">
              <a:lnSpc>
                <a:spcPct val="100000"/>
              </a:lnSpc>
              <a:spcBef>
                <a:spcPts val="0"/>
              </a:spcBef>
              <a:spcAft>
                <a:spcPts val="0"/>
              </a:spcAft>
              <a:buClrTx/>
              <a:buSzTx/>
              <a:buFontTx/>
              <a:buNone/>
              <a:tabLst/>
              <a:defRPr/>
            </a:pPr>
            <a:r>
              <a:rPr kumimoji="0" lang="it-IT" sz="1200" b="1" i="0" u="none" strike="noStrike" kern="1200" cap="all" spc="0" normalizeH="0" baseline="0" noProof="0">
                <a:ln>
                  <a:noFill/>
                </a:ln>
                <a:solidFill>
                  <a:schemeClr val="tx2"/>
                </a:solidFill>
                <a:effectLst/>
                <a:uLnTx/>
                <a:uFillTx/>
                <a:latin typeface="+mj-lt"/>
                <a:ea typeface="Open Sans" panose="020B0606030504020204" pitchFamily="34" charset="0"/>
                <a:cs typeface="Calibri" panose="020F0502020204030204" pitchFamily="34" charset="0"/>
              </a:rPr>
              <a:t>26 GEN ‘27</a:t>
            </a:r>
          </a:p>
        </p:txBody>
      </p:sp>
      <p:sp>
        <p:nvSpPr>
          <p:cNvPr id="21" name="Rectangle 20">
            <a:extLst>
              <a:ext uri="{FF2B5EF4-FFF2-40B4-BE49-F238E27FC236}">
                <a16:creationId xmlns:a16="http://schemas.microsoft.com/office/drawing/2014/main" id="{F0A85A47-201C-BBBB-D03D-224A557D14DB}"/>
              </a:ext>
            </a:extLst>
          </p:cNvPr>
          <p:cNvSpPr>
            <a:spLocks/>
          </p:cNvSpPr>
          <p:nvPr/>
        </p:nvSpPr>
        <p:spPr>
          <a:xfrm>
            <a:off x="5365611" y="1325334"/>
            <a:ext cx="1000429" cy="257369"/>
          </a:xfrm>
          <a:prstGeom prst="rect">
            <a:avLst/>
          </a:prstGeom>
          <a:noFill/>
          <a:ln>
            <a:noFill/>
          </a:ln>
        </p:spPr>
        <p:txBody>
          <a:bodyPr wrap="square" lIns="36000" tIns="36000" rIns="0" bIns="36000" rtlCol="0" anchor="ctr">
            <a:spAutoFit/>
          </a:bodyPr>
          <a:lstStyle/>
          <a:p>
            <a:pPr lvl="0" algn="ctr" defTabSz="914217">
              <a:defRPr/>
            </a:pPr>
            <a:r>
              <a:rPr lang="it-IT" sz="1200" b="1" cap="all">
                <a:solidFill>
                  <a:schemeClr val="tx2"/>
                </a:solidFill>
                <a:ea typeface="Open Sans" panose="020B0606030504020204" pitchFamily="34" charset="0"/>
                <a:cs typeface="Calibri" panose="020F0502020204030204" pitchFamily="34" charset="0"/>
              </a:rPr>
              <a:t>17 MAR ‘27</a:t>
            </a:r>
          </a:p>
        </p:txBody>
      </p:sp>
      <p:sp>
        <p:nvSpPr>
          <p:cNvPr id="28" name="TrackerAlphaWhite 95">
            <a:extLst>
              <a:ext uri="{FF2B5EF4-FFF2-40B4-BE49-F238E27FC236}">
                <a16:creationId xmlns:a16="http://schemas.microsoft.com/office/drawing/2014/main" id="{4A42F87F-4404-76AB-DA4D-CA2EE894FBD1}"/>
              </a:ext>
            </a:extLst>
          </p:cNvPr>
          <p:cNvSpPr>
            <a:spLocks/>
          </p:cNvSpPr>
          <p:nvPr>
            <p:custDataLst>
              <p:tags r:id="rId12"/>
            </p:custDataLst>
          </p:nvPr>
        </p:nvSpPr>
        <p:spPr>
          <a:xfrm>
            <a:off x="4604823" y="5106360"/>
            <a:ext cx="163764" cy="163636"/>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100" b="1" kern="0">
                <a:solidFill>
                  <a:schemeClr val="tx1">
                    <a:lumMod val="50000"/>
                    <a:lumOff val="50000"/>
                  </a:schemeClr>
                </a:solidFill>
                <a:latin typeface="Century Gothic"/>
              </a:rPr>
              <a:t>A</a:t>
            </a:r>
          </a:p>
        </p:txBody>
      </p:sp>
      <p:sp>
        <p:nvSpPr>
          <p:cNvPr id="30" name="TrackerAlphaWhite 95">
            <a:extLst>
              <a:ext uri="{FF2B5EF4-FFF2-40B4-BE49-F238E27FC236}">
                <a16:creationId xmlns:a16="http://schemas.microsoft.com/office/drawing/2014/main" id="{E978949F-DB74-20FE-D0BB-67FACF298DB8}"/>
              </a:ext>
            </a:extLst>
          </p:cNvPr>
          <p:cNvSpPr>
            <a:spLocks/>
          </p:cNvSpPr>
          <p:nvPr>
            <p:custDataLst>
              <p:tags r:id="rId13"/>
            </p:custDataLst>
          </p:nvPr>
        </p:nvSpPr>
        <p:spPr>
          <a:xfrm>
            <a:off x="6289442" y="5106360"/>
            <a:ext cx="163764" cy="163636"/>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100" b="1" kern="0">
                <a:solidFill>
                  <a:schemeClr val="tx1">
                    <a:lumMod val="50000"/>
                    <a:lumOff val="50000"/>
                  </a:schemeClr>
                </a:solidFill>
                <a:latin typeface="Century Gothic"/>
              </a:rPr>
              <a:t>B</a:t>
            </a:r>
          </a:p>
        </p:txBody>
      </p:sp>
    </p:spTree>
    <p:extLst>
      <p:ext uri="{BB962C8B-B14F-4D97-AF65-F5344CB8AC3E}">
        <p14:creationId xmlns:p14="http://schemas.microsoft.com/office/powerpoint/2010/main" val="754075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5111F-F61D-62C8-4D69-2022F834DE35}"/>
            </a:ext>
          </a:extLst>
        </p:cNvPr>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CA9857A0-00CC-D382-590E-9269AEE84A22}"/>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6" imgW="606" imgH="608" progId="TCLayout.ActiveDocument.1">
                  <p:embed/>
                </p:oleObj>
              </mc:Choice>
              <mc:Fallback>
                <p:oleObj name="think-cell Slide" r:id="rId26" imgW="606" imgH="608" progId="TCLayout.ActiveDocument.1">
                  <p:embed/>
                  <p:pic>
                    <p:nvPicPr>
                      <p:cNvPr id="3" name="Object 6" hidden="1">
                        <a:extLst>
                          <a:ext uri="{FF2B5EF4-FFF2-40B4-BE49-F238E27FC236}">
                            <a16:creationId xmlns:a16="http://schemas.microsoft.com/office/drawing/2014/main" id="{CA9857A0-00CC-D382-590E-9269AEE84A22}"/>
                          </a:ext>
                        </a:extLst>
                      </p:cNvPr>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5A5EBC43-7A53-6DCE-8386-0E9B421F2EDB}"/>
              </a:ext>
            </a:extLst>
          </p:cNvPr>
          <p:cNvSpPr>
            <a:spLocks noGrp="1"/>
          </p:cNvSpPr>
          <p:nvPr>
            <p:ph type="title"/>
            <p:custDataLst>
              <p:tags r:id="rId2"/>
            </p:custDataLst>
          </p:nvPr>
        </p:nvSpPr>
        <p:spPr/>
        <p:txBody>
          <a:bodyPr vert="horz" rIns="0">
            <a:noAutofit/>
          </a:bodyPr>
          <a:lstStyle/>
          <a:p>
            <a:r>
              <a:rPr lang="it-IT" sz="2200">
                <a:solidFill>
                  <a:schemeClr val="accent2"/>
                </a:solidFill>
              </a:rPr>
              <a:t>1. OPAS e M&amp;A | </a:t>
            </a:r>
            <a:r>
              <a:rPr lang="it-IT" sz="2200"/>
              <a:t>La timeline di alto livello apre 4 scenari di </a:t>
            </a:r>
            <a:r>
              <a:rPr lang="it-IT" sz="2200" err="1"/>
              <a:t>what-if</a:t>
            </a:r>
            <a:r>
              <a:rPr lang="it-IT" sz="2200"/>
              <a:t> che impattano le attività di integrazione</a:t>
            </a:r>
          </a:p>
        </p:txBody>
      </p:sp>
      <p:sp>
        <p:nvSpPr>
          <p:cNvPr id="8" name="Text Placeholder 7">
            <a:extLst>
              <a:ext uri="{FF2B5EF4-FFF2-40B4-BE49-F238E27FC236}">
                <a16:creationId xmlns:a16="http://schemas.microsoft.com/office/drawing/2014/main" id="{8D0E7A7C-E132-E666-3B32-4B898E34D922}"/>
              </a:ext>
            </a:extLst>
          </p:cNvPr>
          <p:cNvSpPr>
            <a:spLocks noGrp="1"/>
          </p:cNvSpPr>
          <p:nvPr>
            <p:ph type="body" sz="quarter" idx="10"/>
          </p:nvPr>
        </p:nvSpPr>
        <p:spPr/>
        <p:txBody>
          <a:bodyPr/>
          <a:lstStyle/>
          <a:p>
            <a:endParaRPr lang="en-US"/>
          </a:p>
        </p:txBody>
      </p:sp>
      <p:sp>
        <p:nvSpPr>
          <p:cNvPr id="16" name="TextBox 15">
            <a:extLst>
              <a:ext uri="{FF2B5EF4-FFF2-40B4-BE49-F238E27FC236}">
                <a16:creationId xmlns:a16="http://schemas.microsoft.com/office/drawing/2014/main" id="{9FE7732C-0EF6-A025-48EA-677A209A4D06}"/>
              </a:ext>
            </a:extLst>
          </p:cNvPr>
          <p:cNvSpPr txBox="1"/>
          <p:nvPr/>
        </p:nvSpPr>
        <p:spPr>
          <a:xfrm>
            <a:off x="7106506" y="11334"/>
            <a:ext cx="5082768" cy="215444"/>
          </a:xfrm>
          <a:prstGeom prst="rect">
            <a:avLst/>
          </a:prstGeom>
          <a:solidFill>
            <a:srgbClr val="FFFF00"/>
          </a:solidFill>
          <a:ln w="6350">
            <a:noFill/>
            <a:miter lim="800000"/>
          </a:ln>
        </p:spPr>
        <p:txBody>
          <a:bodyPr wrap="square" lIns="72000" tIns="0" bIns="0">
            <a:spAutoFit/>
          </a:bodyPr>
          <a:lstStyle/>
          <a:p>
            <a:pPr>
              <a:spcBef>
                <a:spcPts val="300"/>
              </a:spcBef>
              <a:spcAft>
                <a:spcPts val="300"/>
              </a:spcAft>
            </a:pPr>
            <a:r>
              <a:rPr lang="it-IT" sz="1400" b="1" i="1">
                <a:solidFill>
                  <a:srgbClr val="000000"/>
                </a:solidFill>
              </a:rPr>
              <a:t>In corso approfondimenti  e finalizzazione con Pedersoli</a:t>
            </a:r>
          </a:p>
        </p:txBody>
      </p:sp>
      <p:sp>
        <p:nvSpPr>
          <p:cNvPr id="4" name="TextBox 3">
            <a:extLst>
              <a:ext uri="{FF2B5EF4-FFF2-40B4-BE49-F238E27FC236}">
                <a16:creationId xmlns:a16="http://schemas.microsoft.com/office/drawing/2014/main" id="{E9A66B57-A4F5-47F4-1C39-38DE1AC78ED7}"/>
              </a:ext>
            </a:extLst>
          </p:cNvPr>
          <p:cNvSpPr txBox="1"/>
          <p:nvPr/>
        </p:nvSpPr>
        <p:spPr>
          <a:xfrm>
            <a:off x="13302239" y="11334"/>
            <a:ext cx="3471599" cy="723275"/>
          </a:xfrm>
          <a:prstGeom prst="rect">
            <a:avLst/>
          </a:prstGeom>
          <a:solidFill>
            <a:srgbClr val="FFFF00"/>
          </a:solidFill>
          <a:ln w="6350">
            <a:noFill/>
            <a:miter lim="800000"/>
          </a:ln>
        </p:spPr>
        <p:txBody>
          <a:bodyPr wrap="square" lIns="72000" tIns="0" bIns="0">
            <a:spAutoFit/>
          </a:bodyPr>
          <a:lstStyle/>
          <a:p>
            <a:pPr>
              <a:spcBef>
                <a:spcPts val="300"/>
              </a:spcBef>
              <a:spcAft>
                <a:spcPts val="300"/>
              </a:spcAft>
            </a:pPr>
            <a:r>
              <a:rPr lang="it-IT" sz="1400" b="1" i="1">
                <a:solidFill>
                  <a:srgbClr val="000000"/>
                </a:solidFill>
              </a:rPr>
              <a:t>Domande per Pedersoli:</a:t>
            </a:r>
          </a:p>
          <a:p>
            <a:pPr marL="285750" indent="-285750">
              <a:spcBef>
                <a:spcPts val="300"/>
              </a:spcBef>
              <a:spcAft>
                <a:spcPts val="300"/>
              </a:spcAft>
              <a:buFont typeface="Wingdings" panose="05000000000000000000" pitchFamily="2" charset="2"/>
              <a:buChar char="§"/>
            </a:pPr>
            <a:r>
              <a:rPr lang="it-IT" sz="1400" b="1" i="1">
                <a:solidFill>
                  <a:srgbClr val="000000"/>
                </a:solidFill>
              </a:rPr>
              <a:t>Eventuale Rilancio impatta periodo d’offerta </a:t>
            </a:r>
          </a:p>
        </p:txBody>
      </p:sp>
      <p:sp>
        <p:nvSpPr>
          <p:cNvPr id="6" name="TextBox 5">
            <a:extLst>
              <a:ext uri="{FF2B5EF4-FFF2-40B4-BE49-F238E27FC236}">
                <a16:creationId xmlns:a16="http://schemas.microsoft.com/office/drawing/2014/main" id="{003161E6-BB59-C26B-3F18-736B38AF9360}"/>
              </a:ext>
            </a:extLst>
          </p:cNvPr>
          <p:cNvSpPr txBox="1"/>
          <p:nvPr/>
        </p:nvSpPr>
        <p:spPr>
          <a:xfrm>
            <a:off x="13302239" y="1242215"/>
            <a:ext cx="3471599" cy="215444"/>
          </a:xfrm>
          <a:prstGeom prst="rect">
            <a:avLst/>
          </a:prstGeom>
          <a:solidFill>
            <a:srgbClr val="FFFF00"/>
          </a:solidFill>
          <a:ln w="6350">
            <a:noFill/>
            <a:miter lim="800000"/>
          </a:ln>
        </p:spPr>
        <p:txBody>
          <a:bodyPr wrap="square" lIns="72000" tIns="0" bIns="0">
            <a:spAutoFit/>
          </a:bodyPr>
          <a:lstStyle/>
          <a:p>
            <a:pPr>
              <a:spcBef>
                <a:spcPts val="300"/>
              </a:spcBef>
              <a:spcAft>
                <a:spcPts val="300"/>
              </a:spcAft>
            </a:pPr>
            <a:r>
              <a:rPr lang="it-IT" sz="1400" b="1" i="1">
                <a:solidFill>
                  <a:srgbClr val="000000"/>
                </a:solidFill>
              </a:rPr>
              <a:t>Best case scenario</a:t>
            </a:r>
          </a:p>
        </p:txBody>
      </p:sp>
      <p:sp>
        <p:nvSpPr>
          <p:cNvPr id="5" name="Rectangle: Rounded Corners 4">
            <a:extLst>
              <a:ext uri="{FF2B5EF4-FFF2-40B4-BE49-F238E27FC236}">
                <a16:creationId xmlns:a16="http://schemas.microsoft.com/office/drawing/2014/main" id="{A9239233-472C-9F14-DFC2-C23020D79785}"/>
              </a:ext>
            </a:extLst>
          </p:cNvPr>
          <p:cNvSpPr>
            <a:spLocks/>
          </p:cNvSpPr>
          <p:nvPr/>
        </p:nvSpPr>
        <p:spPr>
          <a:xfrm>
            <a:off x="6665659" y="4735446"/>
            <a:ext cx="1246362" cy="653610"/>
          </a:xfrm>
          <a:prstGeom prst="roundRect">
            <a:avLst/>
          </a:prstGeom>
          <a:solidFill>
            <a:srgbClr val="FCE8D9"/>
          </a:solidFill>
          <a:ln w="6350" cap="sq" cmpd="sng" algn="ctr">
            <a:solidFill>
              <a:srgbClr val="F18B40"/>
            </a:solidFill>
            <a:prstDash val="solid"/>
            <a:miter lim="800000"/>
          </a:ln>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endParaRPr kumimoji="0" lang="en-US" sz="1400" b="0" i="0" u="none" strike="noStrike" kern="0" cap="none" spc="0" normalizeH="0" baseline="0" noProof="0" err="1">
              <a:ln>
                <a:noFill/>
              </a:ln>
              <a:solidFill>
                <a:srgbClr val="000000"/>
              </a:solidFill>
              <a:effectLst/>
              <a:uLnTx/>
              <a:uFillTx/>
              <a:latin typeface="Century Gothic"/>
              <a:ea typeface="+mn-ea"/>
              <a:cs typeface="+mn-cs"/>
            </a:endParaRPr>
          </a:p>
        </p:txBody>
      </p:sp>
      <p:sp>
        <p:nvSpPr>
          <p:cNvPr id="9" name="TrackerNumWhite 182">
            <a:extLst>
              <a:ext uri="{FF2B5EF4-FFF2-40B4-BE49-F238E27FC236}">
                <a16:creationId xmlns:a16="http://schemas.microsoft.com/office/drawing/2014/main" id="{D124F2DB-7E4C-48FA-49D0-D0CED510CA91}"/>
              </a:ext>
            </a:extLst>
          </p:cNvPr>
          <p:cNvSpPr/>
          <p:nvPr>
            <p:custDataLst>
              <p:tags r:id="rId3"/>
            </p:custDataLst>
          </p:nvPr>
        </p:nvSpPr>
        <p:spPr>
          <a:xfrm>
            <a:off x="7818138" y="4810829"/>
            <a:ext cx="187766" cy="188112"/>
          </a:xfrm>
          <a:prstGeom prst="ellipse">
            <a:avLst/>
          </a:prstGeom>
          <a:solidFill>
            <a:srgbClr val="F18B40"/>
          </a:solidFill>
          <a:ln w="6350" cap="sq" cmpd="sng" algn="ctr">
            <a:solidFill>
              <a:srgbClr val="FFFFFF"/>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100" b="1" i="0" u="none" strike="noStrike" kern="0" cap="none" spc="0" normalizeH="0" baseline="0" noProof="0">
                <a:ln>
                  <a:noFill/>
                </a:ln>
                <a:solidFill>
                  <a:srgbClr val="FFFFFF"/>
                </a:solidFill>
                <a:effectLst/>
                <a:uLnTx/>
                <a:uFillTx/>
                <a:latin typeface="Century Gothic"/>
                <a:ea typeface="+mn-ea"/>
                <a:cs typeface="+mn-cs"/>
              </a:rPr>
              <a:t>3</a:t>
            </a:r>
          </a:p>
        </p:txBody>
      </p:sp>
      <p:sp>
        <p:nvSpPr>
          <p:cNvPr id="10" name="Rectangle: Rounded Corners 9">
            <a:extLst>
              <a:ext uri="{FF2B5EF4-FFF2-40B4-BE49-F238E27FC236}">
                <a16:creationId xmlns:a16="http://schemas.microsoft.com/office/drawing/2014/main" id="{FA24D0BB-1DF9-A7EF-C8B4-388311F5185F}"/>
              </a:ext>
            </a:extLst>
          </p:cNvPr>
          <p:cNvSpPr>
            <a:spLocks/>
          </p:cNvSpPr>
          <p:nvPr/>
        </p:nvSpPr>
        <p:spPr>
          <a:xfrm>
            <a:off x="9086381" y="4396079"/>
            <a:ext cx="1051954" cy="523924"/>
          </a:xfrm>
          <a:prstGeom prst="roundRect">
            <a:avLst/>
          </a:prstGeom>
          <a:solidFill>
            <a:srgbClr val="FCE8D9"/>
          </a:solidFill>
          <a:ln w="6350" cap="sq" cmpd="sng" algn="ctr">
            <a:solidFill>
              <a:srgbClr val="F18B40"/>
            </a:solidFill>
            <a:prstDash val="solid"/>
            <a:miter lim="800000"/>
          </a:ln>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endParaRPr kumimoji="0" lang="en-US" sz="1400" b="0" i="0" u="none" strike="noStrike" kern="0" cap="none" spc="0" normalizeH="0" baseline="0" noProof="0" err="1">
              <a:ln>
                <a:noFill/>
              </a:ln>
              <a:solidFill>
                <a:srgbClr val="000000"/>
              </a:solidFill>
              <a:effectLst/>
              <a:uLnTx/>
              <a:uFillTx/>
              <a:latin typeface="Century Gothic"/>
              <a:ea typeface="+mn-ea"/>
              <a:cs typeface="+mn-cs"/>
            </a:endParaRPr>
          </a:p>
        </p:txBody>
      </p:sp>
      <p:sp>
        <p:nvSpPr>
          <p:cNvPr id="11" name="Rectangle 10">
            <a:extLst>
              <a:ext uri="{FF2B5EF4-FFF2-40B4-BE49-F238E27FC236}">
                <a16:creationId xmlns:a16="http://schemas.microsoft.com/office/drawing/2014/main" id="{03658B92-66F5-74C8-725D-5058D42067A8}"/>
              </a:ext>
            </a:extLst>
          </p:cNvPr>
          <p:cNvSpPr/>
          <p:nvPr/>
        </p:nvSpPr>
        <p:spPr>
          <a:xfrm>
            <a:off x="3382619" y="1140542"/>
            <a:ext cx="607847" cy="5338915"/>
          </a:xfrm>
          <a:prstGeom prst="rect">
            <a:avLst/>
          </a:prstGeom>
          <a:solidFill>
            <a:srgbClr val="406B9B">
              <a:lumMod val="20000"/>
              <a:lumOff val="80000"/>
              <a:alpha val="65000"/>
            </a:srgbClr>
          </a:solidFill>
          <a:ln w="6350" cap="sq" cmpd="sng" algn="ctr">
            <a:noFill/>
            <a:prstDash val="solid"/>
            <a:miter lim="800000"/>
          </a:ln>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endParaRPr kumimoji="0" lang="it-IT" sz="1400" b="0" i="0" u="none" strike="noStrike" kern="0" cap="none" spc="0" normalizeH="0" baseline="0" noProof="0">
              <a:ln>
                <a:noFill/>
              </a:ln>
              <a:solidFill>
                <a:srgbClr val="000000"/>
              </a:solidFill>
              <a:effectLst/>
              <a:uLnTx/>
              <a:uFillTx/>
              <a:latin typeface="Century Gothic"/>
              <a:ea typeface="+mn-ea"/>
              <a:cs typeface="+mn-cs"/>
            </a:endParaRPr>
          </a:p>
        </p:txBody>
      </p:sp>
      <p:sp>
        <p:nvSpPr>
          <p:cNvPr id="12" name="Rectangle: Rounded Corners 11">
            <a:extLst>
              <a:ext uri="{FF2B5EF4-FFF2-40B4-BE49-F238E27FC236}">
                <a16:creationId xmlns:a16="http://schemas.microsoft.com/office/drawing/2014/main" id="{71603852-A31B-89DF-9E3C-558C22799A10}"/>
              </a:ext>
            </a:extLst>
          </p:cNvPr>
          <p:cNvSpPr>
            <a:spLocks/>
          </p:cNvSpPr>
          <p:nvPr/>
        </p:nvSpPr>
        <p:spPr>
          <a:xfrm>
            <a:off x="1872188" y="2165591"/>
            <a:ext cx="953644" cy="482113"/>
          </a:xfrm>
          <a:prstGeom prst="roundRect">
            <a:avLst/>
          </a:prstGeom>
          <a:solidFill>
            <a:srgbClr val="FCE8D9"/>
          </a:solidFill>
          <a:ln w="6350" cap="sq" cmpd="sng" algn="ctr">
            <a:solidFill>
              <a:srgbClr val="F18B40"/>
            </a:solidFill>
            <a:prstDash val="solid"/>
            <a:miter lim="800000"/>
          </a:ln>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endParaRPr kumimoji="0" lang="en-US" sz="1400" b="0" i="0" u="none" strike="noStrike" kern="0" cap="none" spc="0" normalizeH="0" baseline="0" noProof="0" err="1">
              <a:ln>
                <a:noFill/>
              </a:ln>
              <a:solidFill>
                <a:srgbClr val="000000"/>
              </a:solidFill>
              <a:effectLst/>
              <a:uLnTx/>
              <a:uFillTx/>
              <a:latin typeface="Century Gothic"/>
              <a:ea typeface="+mn-ea"/>
              <a:cs typeface="+mn-cs"/>
            </a:endParaRPr>
          </a:p>
        </p:txBody>
      </p:sp>
      <p:sp>
        <p:nvSpPr>
          <p:cNvPr id="13" name="TrackerNumWhite 182">
            <a:extLst>
              <a:ext uri="{FF2B5EF4-FFF2-40B4-BE49-F238E27FC236}">
                <a16:creationId xmlns:a16="http://schemas.microsoft.com/office/drawing/2014/main" id="{AA57E233-FED3-1770-E7B6-0C7ED63051D1}"/>
              </a:ext>
            </a:extLst>
          </p:cNvPr>
          <p:cNvSpPr/>
          <p:nvPr>
            <p:custDataLst>
              <p:tags r:id="rId4"/>
            </p:custDataLst>
          </p:nvPr>
        </p:nvSpPr>
        <p:spPr>
          <a:xfrm>
            <a:off x="1756252" y="2257877"/>
            <a:ext cx="187766" cy="188112"/>
          </a:xfrm>
          <a:prstGeom prst="ellipse">
            <a:avLst/>
          </a:prstGeom>
          <a:solidFill>
            <a:srgbClr val="F18B40"/>
          </a:solidFill>
          <a:ln w="6350" cap="sq" cmpd="sng" algn="ctr">
            <a:solidFill>
              <a:srgbClr val="FFFFFF"/>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100" b="1" i="0" u="none" strike="noStrike" kern="0" cap="none" spc="0" normalizeH="0" baseline="0" noProof="0">
                <a:ln>
                  <a:noFill/>
                </a:ln>
                <a:solidFill>
                  <a:srgbClr val="FFFFFF"/>
                </a:solidFill>
                <a:effectLst/>
                <a:uLnTx/>
                <a:uFillTx/>
                <a:latin typeface="Century Gothic"/>
                <a:ea typeface="+mn-ea"/>
                <a:cs typeface="+mn-cs"/>
              </a:rPr>
              <a:t>1</a:t>
            </a:r>
          </a:p>
        </p:txBody>
      </p:sp>
      <p:sp>
        <p:nvSpPr>
          <p:cNvPr id="14" name="Arrow: Chevron 13">
            <a:extLst>
              <a:ext uri="{FF2B5EF4-FFF2-40B4-BE49-F238E27FC236}">
                <a16:creationId xmlns:a16="http://schemas.microsoft.com/office/drawing/2014/main" id="{6BE15DEE-767D-1A81-1F62-3A2D6328186B}"/>
              </a:ext>
            </a:extLst>
          </p:cNvPr>
          <p:cNvSpPr/>
          <p:nvPr/>
        </p:nvSpPr>
        <p:spPr bwMode="gray">
          <a:xfrm>
            <a:off x="9855654" y="3671991"/>
            <a:ext cx="2091568" cy="195697"/>
          </a:xfrm>
          <a:prstGeom prst="chevron">
            <a:avLst/>
          </a:prstGeom>
          <a:solidFill>
            <a:srgbClr val="FFFFFF">
              <a:lumMod val="75000"/>
            </a:srgbClr>
          </a:solidFill>
          <a:ln w="19050" algn="ctr">
            <a:noFill/>
            <a:miter lim="800000"/>
            <a:headEnd/>
            <a:tailEnd/>
          </a:ln>
        </p:spPr>
        <p:txBody>
          <a:bodyPr wrap="square" lIns="88900" tIns="88900" rIns="88900" bIns="88900" rtlCol="0" anchor="t"/>
          <a:lstStyle/>
          <a:p>
            <a:pPr marL="0" marR="0" lvl="0" indent="0" algn="ctr" defTabSz="914400" eaLnBrk="1" fontAlgn="auto" latinLnBrk="0" hangingPunct="1">
              <a:lnSpc>
                <a:spcPct val="106000"/>
              </a:lnSpc>
              <a:spcBef>
                <a:spcPts val="0"/>
              </a:spcBef>
              <a:spcAft>
                <a:spcPts val="0"/>
              </a:spcAft>
              <a:buClrTx/>
              <a:buSzTx/>
              <a:buFontTx/>
              <a:buNone/>
              <a:tabLst/>
              <a:defRPr/>
            </a:pPr>
            <a:endParaRPr kumimoji="0" lang="it-IT" sz="1400" b="1" i="0" u="none" strike="noStrike" kern="0" cap="none" spc="0" normalizeH="0" baseline="0" noProof="0">
              <a:ln>
                <a:noFill/>
              </a:ln>
              <a:solidFill>
                <a:srgbClr val="FFFFFF"/>
              </a:solidFill>
              <a:effectLst/>
              <a:uLnTx/>
              <a:uFillTx/>
              <a:cs typeface="Arial" panose="020B0604020202020204" pitchFamily="34" charset="0"/>
            </a:endParaRPr>
          </a:p>
        </p:txBody>
      </p:sp>
      <p:sp>
        <p:nvSpPr>
          <p:cNvPr id="15" name="Arrow: Pentagon 14">
            <a:extLst>
              <a:ext uri="{FF2B5EF4-FFF2-40B4-BE49-F238E27FC236}">
                <a16:creationId xmlns:a16="http://schemas.microsoft.com/office/drawing/2014/main" id="{0EFF2256-058F-D727-BE51-EB45E2C9E9A5}"/>
              </a:ext>
            </a:extLst>
          </p:cNvPr>
          <p:cNvSpPr/>
          <p:nvPr/>
        </p:nvSpPr>
        <p:spPr bwMode="gray">
          <a:xfrm>
            <a:off x="-588214" y="3672686"/>
            <a:ext cx="10152000" cy="194306"/>
          </a:xfrm>
          <a:prstGeom prst="homePlate">
            <a:avLst/>
          </a:prstGeom>
          <a:gradFill>
            <a:gsLst>
              <a:gs pos="26000">
                <a:srgbClr val="FFFFFF">
                  <a:lumMod val="95000"/>
                </a:srgbClr>
              </a:gs>
              <a:gs pos="100000">
                <a:srgbClr val="7F7F7F"/>
              </a:gs>
              <a:gs pos="4000">
                <a:srgbClr val="FFFFFF"/>
              </a:gs>
            </a:gsLst>
            <a:lin ang="0" scaled="1"/>
          </a:gradFill>
          <a:ln w="19050" algn="ctr">
            <a:noFill/>
            <a:miter lim="800000"/>
            <a:headEnd/>
            <a:tailEnd/>
          </a:ln>
        </p:spPr>
        <p:txBody>
          <a:bodyPr wrap="square" lIns="88900" tIns="88900" rIns="88900" bIns="88900" rtlCol="0" anchor="t"/>
          <a:lstStyle/>
          <a:p>
            <a:pPr marL="0" marR="0" lvl="0" indent="0" algn="ctr" defTabSz="914400" eaLnBrk="1" fontAlgn="auto" latinLnBrk="0" hangingPunct="1">
              <a:lnSpc>
                <a:spcPct val="106000"/>
              </a:lnSpc>
              <a:spcBef>
                <a:spcPts val="0"/>
              </a:spcBef>
              <a:spcAft>
                <a:spcPts val="0"/>
              </a:spcAft>
              <a:buClrTx/>
              <a:buSzTx/>
              <a:buFontTx/>
              <a:buNone/>
              <a:tabLst/>
              <a:defRPr/>
            </a:pPr>
            <a:endParaRPr kumimoji="0" lang="it-IT" sz="1400" b="1" i="0" u="none" strike="noStrike" kern="0" cap="none" spc="0" normalizeH="0" baseline="0" noProof="0">
              <a:ln>
                <a:noFill/>
              </a:ln>
              <a:solidFill>
                <a:srgbClr val="FFFFFF"/>
              </a:solidFill>
              <a:effectLst/>
              <a:uLnTx/>
              <a:uFillTx/>
              <a:cs typeface="Arial" panose="020B0604020202020204" pitchFamily="34" charset="0"/>
            </a:endParaRPr>
          </a:p>
        </p:txBody>
      </p:sp>
      <p:sp>
        <p:nvSpPr>
          <p:cNvPr id="17" name="Arrow: Chevron 16">
            <a:extLst>
              <a:ext uri="{FF2B5EF4-FFF2-40B4-BE49-F238E27FC236}">
                <a16:creationId xmlns:a16="http://schemas.microsoft.com/office/drawing/2014/main" id="{F094F558-E1A5-7C07-ECA1-6D5D29BF03FB}"/>
              </a:ext>
            </a:extLst>
          </p:cNvPr>
          <p:cNvSpPr/>
          <p:nvPr/>
        </p:nvSpPr>
        <p:spPr bwMode="gray">
          <a:xfrm>
            <a:off x="9491055" y="3671991"/>
            <a:ext cx="168503" cy="195697"/>
          </a:xfrm>
          <a:prstGeom prst="chevron">
            <a:avLst/>
          </a:prstGeom>
          <a:gradFill>
            <a:gsLst>
              <a:gs pos="26000">
                <a:srgbClr val="FFFFFF">
                  <a:lumMod val="95000"/>
                </a:srgbClr>
              </a:gs>
              <a:gs pos="100000">
                <a:srgbClr val="7F7F7F"/>
              </a:gs>
              <a:gs pos="4000">
                <a:srgbClr val="FFFFFF"/>
              </a:gs>
            </a:gsLst>
            <a:lin ang="0" scaled="1"/>
          </a:gradFill>
          <a:ln w="19050" algn="ctr">
            <a:noFill/>
            <a:miter lim="800000"/>
            <a:headEnd/>
            <a:tailEnd/>
          </a:ln>
        </p:spPr>
        <p:txBody>
          <a:bodyPr wrap="square" lIns="88900" tIns="88900" rIns="88900" bIns="88900" rtlCol="0" anchor="t"/>
          <a:lstStyle/>
          <a:p>
            <a:pPr marL="0" marR="0" lvl="0" indent="0" algn="ctr" defTabSz="914400" eaLnBrk="1" fontAlgn="auto" latinLnBrk="0" hangingPunct="1">
              <a:lnSpc>
                <a:spcPct val="106000"/>
              </a:lnSpc>
              <a:spcBef>
                <a:spcPts val="0"/>
              </a:spcBef>
              <a:spcAft>
                <a:spcPts val="0"/>
              </a:spcAft>
              <a:buClrTx/>
              <a:buSzTx/>
              <a:buFontTx/>
              <a:buNone/>
              <a:tabLst/>
              <a:defRPr/>
            </a:pPr>
            <a:endParaRPr kumimoji="0" lang="it-IT" sz="1400" b="1" i="0" u="none" strike="noStrike" kern="0" cap="none" spc="0" normalizeH="0" baseline="0" noProof="0">
              <a:ln>
                <a:noFill/>
              </a:ln>
              <a:solidFill>
                <a:srgbClr val="FFFFFF"/>
              </a:solidFill>
              <a:effectLst/>
              <a:uLnTx/>
              <a:uFillTx/>
              <a:cs typeface="Arial" panose="020B0604020202020204" pitchFamily="34" charset="0"/>
            </a:endParaRPr>
          </a:p>
        </p:txBody>
      </p:sp>
      <p:sp>
        <p:nvSpPr>
          <p:cNvPr id="18" name="Arrow: Chevron 17">
            <a:extLst>
              <a:ext uri="{FF2B5EF4-FFF2-40B4-BE49-F238E27FC236}">
                <a16:creationId xmlns:a16="http://schemas.microsoft.com/office/drawing/2014/main" id="{DE71C237-32B4-399C-1939-996B16289A29}"/>
              </a:ext>
            </a:extLst>
          </p:cNvPr>
          <p:cNvSpPr/>
          <p:nvPr/>
        </p:nvSpPr>
        <p:spPr bwMode="gray">
          <a:xfrm>
            <a:off x="9612588" y="3671991"/>
            <a:ext cx="168503" cy="195697"/>
          </a:xfrm>
          <a:prstGeom prst="chevron">
            <a:avLst/>
          </a:prstGeom>
          <a:gradFill>
            <a:gsLst>
              <a:gs pos="26000">
                <a:srgbClr val="FFFFFF">
                  <a:lumMod val="95000"/>
                </a:srgbClr>
              </a:gs>
              <a:gs pos="100000">
                <a:srgbClr val="7F7F7F"/>
              </a:gs>
              <a:gs pos="4000">
                <a:srgbClr val="FFFFFF"/>
              </a:gs>
            </a:gsLst>
            <a:lin ang="0" scaled="1"/>
          </a:gradFill>
          <a:ln w="19050" algn="ctr">
            <a:noFill/>
            <a:miter lim="800000"/>
            <a:headEnd/>
            <a:tailEnd/>
          </a:ln>
        </p:spPr>
        <p:txBody>
          <a:bodyPr wrap="square" lIns="88900" tIns="88900" rIns="88900" bIns="88900" rtlCol="0" anchor="t"/>
          <a:lstStyle/>
          <a:p>
            <a:pPr marL="0" marR="0" lvl="0" indent="0" algn="ctr" defTabSz="914400" eaLnBrk="1" fontAlgn="auto" latinLnBrk="0" hangingPunct="1">
              <a:lnSpc>
                <a:spcPct val="106000"/>
              </a:lnSpc>
              <a:spcBef>
                <a:spcPts val="0"/>
              </a:spcBef>
              <a:spcAft>
                <a:spcPts val="0"/>
              </a:spcAft>
              <a:buClrTx/>
              <a:buSzTx/>
              <a:buFontTx/>
              <a:buNone/>
              <a:tabLst/>
              <a:defRPr/>
            </a:pPr>
            <a:endParaRPr kumimoji="0" lang="it-IT" sz="1400" b="1" i="0" u="none" strike="noStrike" kern="0" cap="none" spc="0" normalizeH="0" baseline="0" noProof="0">
              <a:ln>
                <a:noFill/>
              </a:ln>
              <a:solidFill>
                <a:srgbClr val="FFFFFF"/>
              </a:solidFill>
              <a:effectLst/>
              <a:uLnTx/>
              <a:uFillTx/>
              <a:cs typeface="Arial" panose="020B0604020202020204" pitchFamily="34" charset="0"/>
            </a:endParaRPr>
          </a:p>
        </p:txBody>
      </p:sp>
      <p:sp>
        <p:nvSpPr>
          <p:cNvPr id="19" name="Arrow: Chevron 18">
            <a:extLst>
              <a:ext uri="{FF2B5EF4-FFF2-40B4-BE49-F238E27FC236}">
                <a16:creationId xmlns:a16="http://schemas.microsoft.com/office/drawing/2014/main" id="{C3CCF9D5-C33F-D891-4B04-8D80A36F2A46}"/>
              </a:ext>
            </a:extLst>
          </p:cNvPr>
          <p:cNvSpPr/>
          <p:nvPr/>
        </p:nvSpPr>
        <p:spPr bwMode="gray">
          <a:xfrm>
            <a:off x="9734121" y="3671991"/>
            <a:ext cx="168503" cy="195697"/>
          </a:xfrm>
          <a:prstGeom prst="chevron">
            <a:avLst/>
          </a:prstGeom>
          <a:gradFill>
            <a:gsLst>
              <a:gs pos="26000">
                <a:srgbClr val="FFFFFF">
                  <a:lumMod val="95000"/>
                </a:srgbClr>
              </a:gs>
              <a:gs pos="100000">
                <a:srgbClr val="7F7F7F"/>
              </a:gs>
              <a:gs pos="4000">
                <a:srgbClr val="FFFFFF"/>
              </a:gs>
            </a:gsLst>
            <a:lin ang="0" scaled="1"/>
          </a:gradFill>
          <a:ln w="19050" algn="ctr">
            <a:noFill/>
            <a:miter lim="800000"/>
            <a:headEnd/>
            <a:tailEnd/>
          </a:ln>
        </p:spPr>
        <p:txBody>
          <a:bodyPr wrap="square" lIns="88900" tIns="88900" rIns="88900" bIns="88900" rtlCol="0" anchor="t"/>
          <a:lstStyle/>
          <a:p>
            <a:pPr marL="0" marR="0" lvl="0" indent="0" algn="ctr" defTabSz="914400" eaLnBrk="1" fontAlgn="auto" latinLnBrk="0" hangingPunct="1">
              <a:lnSpc>
                <a:spcPct val="106000"/>
              </a:lnSpc>
              <a:spcBef>
                <a:spcPts val="0"/>
              </a:spcBef>
              <a:spcAft>
                <a:spcPts val="0"/>
              </a:spcAft>
              <a:buClrTx/>
              <a:buSzTx/>
              <a:buFontTx/>
              <a:buNone/>
              <a:tabLst/>
              <a:defRPr/>
            </a:pPr>
            <a:endParaRPr kumimoji="0" lang="it-IT" sz="1400" b="1" i="0" u="none" strike="noStrike" kern="0" cap="none" spc="0" normalizeH="0" baseline="0" noProof="0">
              <a:ln>
                <a:noFill/>
              </a:ln>
              <a:solidFill>
                <a:srgbClr val="FFFFFF"/>
              </a:solidFill>
              <a:effectLst/>
              <a:uLnTx/>
              <a:uFillTx/>
              <a:cs typeface="Arial" panose="020B0604020202020204" pitchFamily="34" charset="0"/>
            </a:endParaRPr>
          </a:p>
        </p:txBody>
      </p:sp>
      <p:sp>
        <p:nvSpPr>
          <p:cNvPr id="20" name="TextBox 19">
            <a:extLst>
              <a:ext uri="{FF2B5EF4-FFF2-40B4-BE49-F238E27FC236}">
                <a16:creationId xmlns:a16="http://schemas.microsoft.com/office/drawing/2014/main" id="{80DE9D08-BA8C-A691-A327-4890129E70E7}"/>
              </a:ext>
            </a:extLst>
          </p:cNvPr>
          <p:cNvSpPr txBox="1">
            <a:spLocks/>
          </p:cNvSpPr>
          <p:nvPr/>
        </p:nvSpPr>
        <p:spPr>
          <a:xfrm>
            <a:off x="348542" y="4610855"/>
            <a:ext cx="903596"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24 - 29 sett</a:t>
            </a:r>
          </a:p>
        </p:txBody>
      </p:sp>
      <p:cxnSp>
        <p:nvCxnSpPr>
          <p:cNvPr id="22" name="LineBasicDefault 16">
            <a:extLst>
              <a:ext uri="{FF2B5EF4-FFF2-40B4-BE49-F238E27FC236}">
                <a16:creationId xmlns:a16="http://schemas.microsoft.com/office/drawing/2014/main" id="{9E44F828-806B-DAB9-EBE8-70AD4A8DBDF4}"/>
              </a:ext>
            </a:extLst>
          </p:cNvPr>
          <p:cNvCxnSpPr>
            <a:cxnSpLocks/>
          </p:cNvCxnSpPr>
          <p:nvPr>
            <p:custDataLst>
              <p:tags r:id="rId5"/>
            </p:custDataLst>
          </p:nvPr>
        </p:nvCxnSpPr>
        <p:spPr>
          <a:xfrm rot="10800000">
            <a:off x="704924" y="4034605"/>
            <a:ext cx="0" cy="508237"/>
          </a:xfrm>
          <a:prstGeom prst="straightConnector1">
            <a:avLst/>
          </a:prstGeom>
          <a:noFill/>
          <a:ln w="6350" cap="flat" cmpd="sng" algn="ctr">
            <a:solidFill>
              <a:srgbClr val="757575"/>
            </a:solidFill>
            <a:prstDash val="solid"/>
          </a:ln>
          <a:effectLst/>
        </p:spPr>
      </p:cxnSp>
      <p:sp>
        <p:nvSpPr>
          <p:cNvPr id="24" name="TextBox 23">
            <a:extLst>
              <a:ext uri="{FF2B5EF4-FFF2-40B4-BE49-F238E27FC236}">
                <a16:creationId xmlns:a16="http://schemas.microsoft.com/office/drawing/2014/main" id="{F2BAD548-E2D1-89D3-2D3D-F06617CB39C0}"/>
              </a:ext>
            </a:extLst>
          </p:cNvPr>
          <p:cNvSpPr txBox="1">
            <a:spLocks/>
          </p:cNvSpPr>
          <p:nvPr/>
        </p:nvSpPr>
        <p:spPr>
          <a:xfrm>
            <a:off x="518240" y="1962013"/>
            <a:ext cx="1313014"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Prima metà di ott</a:t>
            </a:r>
          </a:p>
        </p:txBody>
      </p:sp>
      <p:cxnSp>
        <p:nvCxnSpPr>
          <p:cNvPr id="25" name="LineBasicDefault 16">
            <a:extLst>
              <a:ext uri="{FF2B5EF4-FFF2-40B4-BE49-F238E27FC236}">
                <a16:creationId xmlns:a16="http://schemas.microsoft.com/office/drawing/2014/main" id="{4716A9E2-165A-2CC9-26BD-6393ADC30162}"/>
              </a:ext>
            </a:extLst>
          </p:cNvPr>
          <p:cNvCxnSpPr>
            <a:cxnSpLocks/>
          </p:cNvCxnSpPr>
          <p:nvPr>
            <p:custDataLst>
              <p:tags r:id="rId6"/>
            </p:custDataLst>
          </p:nvPr>
        </p:nvCxnSpPr>
        <p:spPr>
          <a:xfrm rot="10800000">
            <a:off x="1252138" y="2685719"/>
            <a:ext cx="0" cy="821093"/>
          </a:xfrm>
          <a:prstGeom prst="straightConnector1">
            <a:avLst/>
          </a:prstGeom>
          <a:noFill/>
          <a:ln w="6350" cap="flat" cmpd="sng" algn="ctr">
            <a:solidFill>
              <a:srgbClr val="757575"/>
            </a:solidFill>
            <a:prstDash val="solid"/>
          </a:ln>
          <a:effectLst/>
        </p:spPr>
      </p:cxnSp>
      <p:sp>
        <p:nvSpPr>
          <p:cNvPr id="26" name="TextBox 25">
            <a:extLst>
              <a:ext uri="{FF2B5EF4-FFF2-40B4-BE49-F238E27FC236}">
                <a16:creationId xmlns:a16="http://schemas.microsoft.com/office/drawing/2014/main" id="{B3720957-D2F8-ED0C-35C6-A4939AE17DDE}"/>
              </a:ext>
            </a:extLst>
          </p:cNvPr>
          <p:cNvSpPr txBox="1">
            <a:spLocks/>
          </p:cNvSpPr>
          <p:nvPr/>
        </p:nvSpPr>
        <p:spPr>
          <a:xfrm>
            <a:off x="1493917" y="4610855"/>
            <a:ext cx="903596"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15 ott</a:t>
            </a:r>
          </a:p>
        </p:txBody>
      </p:sp>
      <p:cxnSp>
        <p:nvCxnSpPr>
          <p:cNvPr id="27" name="LineBasicDefault 16">
            <a:extLst>
              <a:ext uri="{FF2B5EF4-FFF2-40B4-BE49-F238E27FC236}">
                <a16:creationId xmlns:a16="http://schemas.microsoft.com/office/drawing/2014/main" id="{FFAEC936-007E-F5AD-CA6D-3091381BC11F}"/>
              </a:ext>
            </a:extLst>
          </p:cNvPr>
          <p:cNvCxnSpPr>
            <a:cxnSpLocks/>
          </p:cNvCxnSpPr>
          <p:nvPr>
            <p:custDataLst>
              <p:tags r:id="rId7"/>
            </p:custDataLst>
          </p:nvPr>
        </p:nvCxnSpPr>
        <p:spPr>
          <a:xfrm rot="10800000">
            <a:off x="1850299" y="4034605"/>
            <a:ext cx="0" cy="508237"/>
          </a:xfrm>
          <a:prstGeom prst="straightConnector1">
            <a:avLst/>
          </a:prstGeom>
          <a:noFill/>
          <a:ln w="6350" cap="flat" cmpd="sng" algn="ctr">
            <a:solidFill>
              <a:srgbClr val="757575"/>
            </a:solidFill>
            <a:prstDash val="solid"/>
          </a:ln>
          <a:effectLst/>
        </p:spPr>
      </p:cxnSp>
      <p:sp>
        <p:nvSpPr>
          <p:cNvPr id="28" name="TextBox 27">
            <a:extLst>
              <a:ext uri="{FF2B5EF4-FFF2-40B4-BE49-F238E27FC236}">
                <a16:creationId xmlns:a16="http://schemas.microsoft.com/office/drawing/2014/main" id="{E4BE16C0-D31D-6FD4-AB3D-4B4D5DDFF606}"/>
              </a:ext>
            </a:extLst>
          </p:cNvPr>
          <p:cNvSpPr txBox="1">
            <a:spLocks/>
          </p:cNvSpPr>
          <p:nvPr/>
        </p:nvSpPr>
        <p:spPr>
          <a:xfrm>
            <a:off x="2002595" y="1962013"/>
            <a:ext cx="903596"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29 ott</a:t>
            </a:r>
          </a:p>
        </p:txBody>
      </p:sp>
      <p:cxnSp>
        <p:nvCxnSpPr>
          <p:cNvPr id="29" name="LineBasicDefault 16">
            <a:extLst>
              <a:ext uri="{FF2B5EF4-FFF2-40B4-BE49-F238E27FC236}">
                <a16:creationId xmlns:a16="http://schemas.microsoft.com/office/drawing/2014/main" id="{AC1830F7-23CD-D9CC-FFF4-42D4089C3092}"/>
              </a:ext>
            </a:extLst>
          </p:cNvPr>
          <p:cNvCxnSpPr>
            <a:cxnSpLocks/>
          </p:cNvCxnSpPr>
          <p:nvPr>
            <p:custDataLst>
              <p:tags r:id="rId8"/>
            </p:custDataLst>
          </p:nvPr>
        </p:nvCxnSpPr>
        <p:spPr>
          <a:xfrm flipV="1">
            <a:off x="2386757" y="2685719"/>
            <a:ext cx="0" cy="821093"/>
          </a:xfrm>
          <a:prstGeom prst="straightConnector1">
            <a:avLst/>
          </a:prstGeom>
          <a:noFill/>
          <a:ln w="6350" cap="flat" cmpd="sng" algn="ctr">
            <a:solidFill>
              <a:srgbClr val="757575"/>
            </a:solidFill>
            <a:prstDash val="solid"/>
          </a:ln>
          <a:effectLst/>
        </p:spPr>
      </p:cxnSp>
      <p:sp>
        <p:nvSpPr>
          <p:cNvPr id="30" name="TextBox 29">
            <a:extLst>
              <a:ext uri="{FF2B5EF4-FFF2-40B4-BE49-F238E27FC236}">
                <a16:creationId xmlns:a16="http://schemas.microsoft.com/office/drawing/2014/main" id="{4CA0CA5C-B8D6-6548-4C47-A04FAEECF878}"/>
              </a:ext>
            </a:extLst>
          </p:cNvPr>
          <p:cNvSpPr txBox="1">
            <a:spLocks/>
          </p:cNvSpPr>
          <p:nvPr/>
        </p:nvSpPr>
        <p:spPr>
          <a:xfrm>
            <a:off x="2919193" y="1980848"/>
            <a:ext cx="903596"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Fine </a:t>
            </a:r>
            <a:r>
              <a:rPr kumimoji="0" lang="it-IT" sz="1200" b="1" i="0" u="none" strike="noStrike" kern="0" cap="none" spc="0" normalizeH="0" baseline="0" noProof="0" err="1">
                <a:ln>
                  <a:noFill/>
                </a:ln>
                <a:solidFill>
                  <a:srgbClr val="003A79"/>
                </a:solidFill>
                <a:effectLst/>
                <a:uLnTx/>
                <a:uFillTx/>
                <a:cs typeface="Arial" panose="020B0604020202020204" pitchFamily="34" charset="0"/>
                <a:sym typeface=""/>
              </a:rPr>
              <a:t>ott</a:t>
            </a:r>
            <a:endParaRPr kumimoji="0" lang="it-IT" sz="1200" b="1" i="0" u="none" strike="noStrike" kern="0" cap="none" spc="0" normalizeH="0" baseline="0" noProof="0">
              <a:ln>
                <a:noFill/>
              </a:ln>
              <a:solidFill>
                <a:srgbClr val="003A79"/>
              </a:solidFill>
              <a:effectLst/>
              <a:uLnTx/>
              <a:uFillTx/>
              <a:cs typeface="Arial" panose="020B0604020202020204" pitchFamily="34" charset="0"/>
              <a:sym typeface=""/>
            </a:endParaRPr>
          </a:p>
        </p:txBody>
      </p:sp>
      <p:cxnSp>
        <p:nvCxnSpPr>
          <p:cNvPr id="31" name="LineBasicDefault 16">
            <a:extLst>
              <a:ext uri="{FF2B5EF4-FFF2-40B4-BE49-F238E27FC236}">
                <a16:creationId xmlns:a16="http://schemas.microsoft.com/office/drawing/2014/main" id="{37298DBF-72AD-FED4-D00D-56FFD33B4C98}"/>
              </a:ext>
            </a:extLst>
          </p:cNvPr>
          <p:cNvCxnSpPr>
            <a:cxnSpLocks/>
          </p:cNvCxnSpPr>
          <p:nvPr>
            <p:custDataLst>
              <p:tags r:id="rId9"/>
            </p:custDataLst>
          </p:nvPr>
        </p:nvCxnSpPr>
        <p:spPr>
          <a:xfrm flipV="1">
            <a:off x="3012109" y="2685099"/>
            <a:ext cx="0" cy="891119"/>
          </a:xfrm>
          <a:prstGeom prst="straightConnector1">
            <a:avLst/>
          </a:prstGeom>
          <a:noFill/>
          <a:ln w="6350" cap="flat" cmpd="sng" algn="ctr">
            <a:solidFill>
              <a:srgbClr val="757575"/>
            </a:solidFill>
            <a:prstDash val="solid"/>
          </a:ln>
          <a:effectLst/>
        </p:spPr>
      </p:cxnSp>
      <p:sp>
        <p:nvSpPr>
          <p:cNvPr id="32" name="TextBox 31">
            <a:extLst>
              <a:ext uri="{FF2B5EF4-FFF2-40B4-BE49-F238E27FC236}">
                <a16:creationId xmlns:a16="http://schemas.microsoft.com/office/drawing/2014/main" id="{E0B7AB64-BA11-D044-3B1D-1358FDC4BA68}"/>
              </a:ext>
            </a:extLst>
          </p:cNvPr>
          <p:cNvSpPr txBox="1">
            <a:spLocks/>
          </p:cNvSpPr>
          <p:nvPr/>
        </p:nvSpPr>
        <p:spPr>
          <a:xfrm>
            <a:off x="2963555" y="4610855"/>
            <a:ext cx="903596"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19 nov</a:t>
            </a:r>
          </a:p>
        </p:txBody>
      </p:sp>
      <p:cxnSp>
        <p:nvCxnSpPr>
          <p:cNvPr id="33" name="LineBasicDefault 16">
            <a:extLst>
              <a:ext uri="{FF2B5EF4-FFF2-40B4-BE49-F238E27FC236}">
                <a16:creationId xmlns:a16="http://schemas.microsoft.com/office/drawing/2014/main" id="{274926D3-0094-A9EF-E4E9-720DE516F0C1}"/>
              </a:ext>
            </a:extLst>
          </p:cNvPr>
          <p:cNvCxnSpPr>
            <a:cxnSpLocks/>
          </p:cNvCxnSpPr>
          <p:nvPr>
            <p:custDataLst>
              <p:tags r:id="rId10"/>
            </p:custDataLst>
          </p:nvPr>
        </p:nvCxnSpPr>
        <p:spPr>
          <a:xfrm rot="10800000">
            <a:off x="3368871" y="4034604"/>
            <a:ext cx="0" cy="508237"/>
          </a:xfrm>
          <a:prstGeom prst="straightConnector1">
            <a:avLst/>
          </a:prstGeom>
          <a:noFill/>
          <a:ln w="6350" cap="flat" cmpd="sng" algn="ctr">
            <a:solidFill>
              <a:srgbClr val="757575"/>
            </a:solidFill>
            <a:prstDash val="solid"/>
          </a:ln>
          <a:effectLst/>
        </p:spPr>
      </p:cxnSp>
      <p:sp>
        <p:nvSpPr>
          <p:cNvPr id="34" name="Oval 33">
            <a:extLst>
              <a:ext uri="{FF2B5EF4-FFF2-40B4-BE49-F238E27FC236}">
                <a16:creationId xmlns:a16="http://schemas.microsoft.com/office/drawing/2014/main" id="{704D9811-BA26-C547-A79E-7C6610CB9F9E}"/>
              </a:ext>
            </a:extLst>
          </p:cNvPr>
          <p:cNvSpPr>
            <a:spLocks/>
          </p:cNvSpPr>
          <p:nvPr/>
        </p:nvSpPr>
        <p:spPr bwMode="gray">
          <a:xfrm rot="16200000">
            <a:off x="9830692" y="3634839"/>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35" name="Oval 34">
            <a:extLst>
              <a:ext uri="{FF2B5EF4-FFF2-40B4-BE49-F238E27FC236}">
                <a16:creationId xmlns:a16="http://schemas.microsoft.com/office/drawing/2014/main" id="{A15CBE51-B681-2BB1-7166-2D4C5A434573}"/>
              </a:ext>
            </a:extLst>
          </p:cNvPr>
          <p:cNvSpPr>
            <a:spLocks/>
          </p:cNvSpPr>
          <p:nvPr/>
        </p:nvSpPr>
        <p:spPr bwMode="gray">
          <a:xfrm rot="16200000">
            <a:off x="10837775" y="3634839"/>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36" name="TextBox 35">
            <a:extLst>
              <a:ext uri="{FF2B5EF4-FFF2-40B4-BE49-F238E27FC236}">
                <a16:creationId xmlns:a16="http://schemas.microsoft.com/office/drawing/2014/main" id="{9CF5134A-189A-F6AA-E165-5D1519916391}"/>
              </a:ext>
            </a:extLst>
          </p:cNvPr>
          <p:cNvSpPr txBox="1">
            <a:spLocks/>
          </p:cNvSpPr>
          <p:nvPr/>
        </p:nvSpPr>
        <p:spPr>
          <a:xfrm>
            <a:off x="9883724" y="1787517"/>
            <a:ext cx="903596" cy="30777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Finalizzazione carve-out</a:t>
            </a:r>
          </a:p>
        </p:txBody>
      </p:sp>
      <p:sp>
        <p:nvSpPr>
          <p:cNvPr id="37" name="TextBox 36">
            <a:extLst>
              <a:ext uri="{FF2B5EF4-FFF2-40B4-BE49-F238E27FC236}">
                <a16:creationId xmlns:a16="http://schemas.microsoft.com/office/drawing/2014/main" id="{1D1C166B-8715-B514-3337-98998754FFC5}"/>
              </a:ext>
            </a:extLst>
          </p:cNvPr>
          <p:cNvSpPr txBox="1">
            <a:spLocks/>
          </p:cNvSpPr>
          <p:nvPr/>
        </p:nvSpPr>
        <p:spPr>
          <a:xfrm>
            <a:off x="3850009" y="4610855"/>
            <a:ext cx="903596"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19 gen</a:t>
            </a:r>
          </a:p>
        </p:txBody>
      </p:sp>
      <p:cxnSp>
        <p:nvCxnSpPr>
          <p:cNvPr id="38" name="LineBasicDefault 16">
            <a:extLst>
              <a:ext uri="{FF2B5EF4-FFF2-40B4-BE49-F238E27FC236}">
                <a16:creationId xmlns:a16="http://schemas.microsoft.com/office/drawing/2014/main" id="{2C13A3C0-B920-6C41-38AF-E0407794A0C0}"/>
              </a:ext>
            </a:extLst>
          </p:cNvPr>
          <p:cNvCxnSpPr>
            <a:cxnSpLocks/>
          </p:cNvCxnSpPr>
          <p:nvPr>
            <p:custDataLst>
              <p:tags r:id="rId11"/>
            </p:custDataLst>
          </p:nvPr>
        </p:nvCxnSpPr>
        <p:spPr>
          <a:xfrm rot="10800000">
            <a:off x="3970393" y="4034605"/>
            <a:ext cx="0" cy="508237"/>
          </a:xfrm>
          <a:prstGeom prst="straightConnector1">
            <a:avLst/>
          </a:prstGeom>
          <a:noFill/>
          <a:ln w="6350" cap="flat" cmpd="sng" algn="ctr">
            <a:solidFill>
              <a:srgbClr val="757575"/>
            </a:solidFill>
            <a:prstDash val="solid"/>
          </a:ln>
          <a:effectLst/>
        </p:spPr>
      </p:cxnSp>
      <p:sp>
        <p:nvSpPr>
          <p:cNvPr id="39" name="TextBox 38">
            <a:extLst>
              <a:ext uri="{FF2B5EF4-FFF2-40B4-BE49-F238E27FC236}">
                <a16:creationId xmlns:a16="http://schemas.microsoft.com/office/drawing/2014/main" id="{9A909395-3AE3-C61F-AA34-FAB58686A108}"/>
              </a:ext>
            </a:extLst>
          </p:cNvPr>
          <p:cNvSpPr txBox="1">
            <a:spLocks/>
          </p:cNvSpPr>
          <p:nvPr/>
        </p:nvSpPr>
        <p:spPr>
          <a:xfrm>
            <a:off x="9883724" y="1577979"/>
            <a:ext cx="1051955"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Entro mag</a:t>
            </a:r>
            <a:endParaRPr kumimoji="0" lang="it-IT" sz="1000" b="0" i="0" u="none" strike="noStrike" kern="0" cap="none" spc="0" normalizeH="0" baseline="0" noProof="0">
              <a:ln>
                <a:noFill/>
              </a:ln>
              <a:solidFill>
                <a:srgbClr val="000000"/>
              </a:solidFill>
              <a:effectLst/>
              <a:uLnTx/>
              <a:uFillTx/>
              <a:cs typeface="Arial" panose="020B0604020202020204" pitchFamily="34" charset="0"/>
              <a:sym typeface=""/>
            </a:endParaRPr>
          </a:p>
        </p:txBody>
      </p:sp>
      <p:sp>
        <p:nvSpPr>
          <p:cNvPr id="40" name="TextBox 39">
            <a:extLst>
              <a:ext uri="{FF2B5EF4-FFF2-40B4-BE49-F238E27FC236}">
                <a16:creationId xmlns:a16="http://schemas.microsoft.com/office/drawing/2014/main" id="{1597AF20-1EB1-3E5C-7B86-416D65985B80}"/>
              </a:ext>
            </a:extLst>
          </p:cNvPr>
          <p:cNvSpPr txBox="1">
            <a:spLocks/>
          </p:cNvSpPr>
          <p:nvPr/>
        </p:nvSpPr>
        <p:spPr>
          <a:xfrm>
            <a:off x="10911636" y="2169935"/>
            <a:ext cx="739139"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Q3-Q4</a:t>
            </a:r>
            <a:endParaRPr kumimoji="0" lang="it-IT" sz="1000" b="0" i="0" u="none" strike="noStrike" kern="0" cap="none" spc="0" normalizeH="0" baseline="0" noProof="0">
              <a:ln>
                <a:noFill/>
              </a:ln>
              <a:solidFill>
                <a:srgbClr val="000000"/>
              </a:solidFill>
              <a:effectLst/>
              <a:uLnTx/>
              <a:uFillTx/>
              <a:cs typeface="Arial" panose="020B0604020202020204" pitchFamily="34" charset="0"/>
              <a:sym typeface=""/>
            </a:endParaRPr>
          </a:p>
        </p:txBody>
      </p:sp>
      <p:sp>
        <p:nvSpPr>
          <p:cNvPr id="41" name="TextBox 40">
            <a:extLst>
              <a:ext uri="{FF2B5EF4-FFF2-40B4-BE49-F238E27FC236}">
                <a16:creationId xmlns:a16="http://schemas.microsoft.com/office/drawing/2014/main" id="{4F9CB070-0509-F1F5-51C6-D402DF2C865C}"/>
              </a:ext>
            </a:extLst>
          </p:cNvPr>
          <p:cNvSpPr txBox="1">
            <a:spLocks/>
          </p:cNvSpPr>
          <p:nvPr/>
        </p:nvSpPr>
        <p:spPr>
          <a:xfrm>
            <a:off x="10911636" y="2422484"/>
            <a:ext cx="942217" cy="61555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Cessione entità giuridica bancaria a Unipol</a:t>
            </a:r>
          </a:p>
        </p:txBody>
      </p:sp>
      <p:cxnSp>
        <p:nvCxnSpPr>
          <p:cNvPr id="42" name="LineBasicDefault 16">
            <a:extLst>
              <a:ext uri="{FF2B5EF4-FFF2-40B4-BE49-F238E27FC236}">
                <a16:creationId xmlns:a16="http://schemas.microsoft.com/office/drawing/2014/main" id="{416577B6-C293-1BFD-9272-CF6FF871C8F3}"/>
              </a:ext>
            </a:extLst>
          </p:cNvPr>
          <p:cNvCxnSpPr>
            <a:cxnSpLocks/>
          </p:cNvCxnSpPr>
          <p:nvPr>
            <p:custDataLst>
              <p:tags r:id="rId12"/>
            </p:custDataLst>
          </p:nvPr>
        </p:nvCxnSpPr>
        <p:spPr>
          <a:xfrm flipV="1">
            <a:off x="9965692" y="2196350"/>
            <a:ext cx="0" cy="1310462"/>
          </a:xfrm>
          <a:prstGeom prst="straightConnector1">
            <a:avLst/>
          </a:prstGeom>
          <a:noFill/>
          <a:ln w="6350" cap="flat" cmpd="sng" algn="ctr">
            <a:solidFill>
              <a:srgbClr val="757575"/>
            </a:solidFill>
            <a:prstDash val="solid"/>
          </a:ln>
          <a:effectLst/>
        </p:spPr>
      </p:cxnSp>
      <p:cxnSp>
        <p:nvCxnSpPr>
          <p:cNvPr id="43" name="LineBasicDefault 16">
            <a:extLst>
              <a:ext uri="{FF2B5EF4-FFF2-40B4-BE49-F238E27FC236}">
                <a16:creationId xmlns:a16="http://schemas.microsoft.com/office/drawing/2014/main" id="{FA70B91D-B9D8-58B6-194E-59F0D76C7850}"/>
              </a:ext>
            </a:extLst>
          </p:cNvPr>
          <p:cNvCxnSpPr>
            <a:cxnSpLocks/>
          </p:cNvCxnSpPr>
          <p:nvPr>
            <p:custDataLst>
              <p:tags r:id="rId13"/>
            </p:custDataLst>
          </p:nvPr>
        </p:nvCxnSpPr>
        <p:spPr>
          <a:xfrm rot="10800000">
            <a:off x="10972775" y="3038916"/>
            <a:ext cx="0" cy="508237"/>
          </a:xfrm>
          <a:prstGeom prst="straightConnector1">
            <a:avLst/>
          </a:prstGeom>
          <a:noFill/>
          <a:ln w="6350" cap="flat" cmpd="sng" algn="ctr">
            <a:solidFill>
              <a:srgbClr val="757575"/>
            </a:solidFill>
            <a:prstDash val="solid"/>
          </a:ln>
          <a:effectLst/>
        </p:spPr>
      </p:cxnSp>
      <p:sp>
        <p:nvSpPr>
          <p:cNvPr id="44" name="TextBox 43">
            <a:extLst>
              <a:ext uri="{FF2B5EF4-FFF2-40B4-BE49-F238E27FC236}">
                <a16:creationId xmlns:a16="http://schemas.microsoft.com/office/drawing/2014/main" id="{800A734A-9CBB-885C-ED10-963D5653F5FE}"/>
              </a:ext>
            </a:extLst>
          </p:cNvPr>
          <p:cNvSpPr txBox="1">
            <a:spLocks/>
          </p:cNvSpPr>
          <p:nvPr/>
        </p:nvSpPr>
        <p:spPr>
          <a:xfrm>
            <a:off x="4044179" y="1585715"/>
            <a:ext cx="903596"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26 </a:t>
            </a:r>
            <a:r>
              <a:rPr kumimoji="0" lang="it-IT" sz="1200" b="1" i="0" u="none" strike="noStrike" kern="0" cap="none" spc="0" normalizeH="0" baseline="0" noProof="0" err="1">
                <a:ln>
                  <a:noFill/>
                </a:ln>
                <a:solidFill>
                  <a:srgbClr val="003A79"/>
                </a:solidFill>
                <a:effectLst/>
                <a:uLnTx/>
                <a:uFillTx/>
                <a:cs typeface="Arial" panose="020B0604020202020204" pitchFamily="34" charset="0"/>
                <a:sym typeface=""/>
              </a:rPr>
              <a:t>gen</a:t>
            </a:r>
            <a:endParaRPr kumimoji="0" lang="it-IT" sz="1200" b="1" i="0" u="none" strike="noStrike" kern="0" cap="none" spc="0" normalizeH="0" baseline="0" noProof="0">
              <a:ln>
                <a:noFill/>
              </a:ln>
              <a:solidFill>
                <a:srgbClr val="003A79"/>
              </a:solidFill>
              <a:effectLst/>
              <a:uLnTx/>
              <a:uFillTx/>
              <a:cs typeface="Arial" panose="020B0604020202020204" pitchFamily="34" charset="0"/>
              <a:sym typeface=""/>
            </a:endParaRPr>
          </a:p>
        </p:txBody>
      </p:sp>
      <p:cxnSp>
        <p:nvCxnSpPr>
          <p:cNvPr id="45" name="LineBasicDefault 16">
            <a:extLst>
              <a:ext uri="{FF2B5EF4-FFF2-40B4-BE49-F238E27FC236}">
                <a16:creationId xmlns:a16="http://schemas.microsoft.com/office/drawing/2014/main" id="{35967C22-7FBB-C385-9939-5F8352B23252}"/>
              </a:ext>
            </a:extLst>
          </p:cNvPr>
          <p:cNvCxnSpPr>
            <a:cxnSpLocks/>
          </p:cNvCxnSpPr>
          <p:nvPr>
            <p:custDataLst>
              <p:tags r:id="rId14"/>
            </p:custDataLst>
          </p:nvPr>
        </p:nvCxnSpPr>
        <p:spPr>
          <a:xfrm flipV="1">
            <a:off x="4418054" y="2916551"/>
            <a:ext cx="0" cy="659667"/>
          </a:xfrm>
          <a:prstGeom prst="straightConnector1">
            <a:avLst/>
          </a:prstGeom>
          <a:noFill/>
          <a:ln w="6350" cap="flat" cmpd="sng" algn="ctr">
            <a:solidFill>
              <a:srgbClr val="757575"/>
            </a:solidFill>
            <a:prstDash val="solid"/>
          </a:ln>
          <a:effectLst/>
        </p:spPr>
      </p:cxnSp>
      <p:sp>
        <p:nvSpPr>
          <p:cNvPr id="46" name="TextBox 45">
            <a:extLst>
              <a:ext uri="{FF2B5EF4-FFF2-40B4-BE49-F238E27FC236}">
                <a16:creationId xmlns:a16="http://schemas.microsoft.com/office/drawing/2014/main" id="{93097423-73C4-3C82-C3B6-2FB63370714A}"/>
              </a:ext>
            </a:extLst>
          </p:cNvPr>
          <p:cNvSpPr txBox="1">
            <a:spLocks/>
          </p:cNvSpPr>
          <p:nvPr/>
        </p:nvSpPr>
        <p:spPr>
          <a:xfrm>
            <a:off x="4851661" y="4610855"/>
            <a:ext cx="973354"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2 </a:t>
            </a:r>
            <a:r>
              <a:rPr kumimoji="0" lang="it-IT" sz="1200" b="1" i="0" u="none" strike="noStrike" kern="0" cap="none" spc="0" normalizeH="0" baseline="0" noProof="0" err="1">
                <a:ln>
                  <a:noFill/>
                </a:ln>
                <a:solidFill>
                  <a:srgbClr val="003A79"/>
                </a:solidFill>
                <a:effectLst/>
                <a:uLnTx/>
                <a:uFillTx/>
                <a:cs typeface="Arial" panose="020B0604020202020204" pitchFamily="34" charset="0"/>
                <a:sym typeface=""/>
              </a:rPr>
              <a:t>feb</a:t>
            </a:r>
            <a:endParaRPr kumimoji="0" lang="it-IT" sz="1200" b="1" i="0" u="none" strike="noStrike" kern="0" cap="none" spc="0" normalizeH="0" baseline="0" noProof="0">
              <a:ln>
                <a:noFill/>
              </a:ln>
              <a:solidFill>
                <a:srgbClr val="003A79"/>
              </a:solidFill>
              <a:effectLst/>
              <a:uLnTx/>
              <a:uFillTx/>
              <a:cs typeface="Arial" panose="020B0604020202020204" pitchFamily="34" charset="0"/>
              <a:sym typeface=""/>
            </a:endParaRPr>
          </a:p>
        </p:txBody>
      </p:sp>
      <p:cxnSp>
        <p:nvCxnSpPr>
          <p:cNvPr id="47" name="LineBasicDefault 16">
            <a:extLst>
              <a:ext uri="{FF2B5EF4-FFF2-40B4-BE49-F238E27FC236}">
                <a16:creationId xmlns:a16="http://schemas.microsoft.com/office/drawing/2014/main" id="{1E85E638-A7DE-AF78-A724-7A124A73CA3F}"/>
              </a:ext>
            </a:extLst>
          </p:cNvPr>
          <p:cNvCxnSpPr>
            <a:cxnSpLocks/>
          </p:cNvCxnSpPr>
          <p:nvPr>
            <p:custDataLst>
              <p:tags r:id="rId15"/>
            </p:custDataLst>
          </p:nvPr>
        </p:nvCxnSpPr>
        <p:spPr>
          <a:xfrm rot="10800000">
            <a:off x="5035406" y="4034605"/>
            <a:ext cx="0" cy="508237"/>
          </a:xfrm>
          <a:prstGeom prst="straightConnector1">
            <a:avLst/>
          </a:prstGeom>
          <a:noFill/>
          <a:ln w="6350" cap="flat" cmpd="sng" algn="ctr">
            <a:solidFill>
              <a:srgbClr val="757575"/>
            </a:solidFill>
            <a:prstDash val="solid"/>
          </a:ln>
          <a:effectLst/>
        </p:spPr>
      </p:cxnSp>
      <p:sp>
        <p:nvSpPr>
          <p:cNvPr id="48" name="TextBox 47">
            <a:extLst>
              <a:ext uri="{FF2B5EF4-FFF2-40B4-BE49-F238E27FC236}">
                <a16:creationId xmlns:a16="http://schemas.microsoft.com/office/drawing/2014/main" id="{53AA7972-EF3D-BB95-2CED-93B65AACA3E8}"/>
              </a:ext>
            </a:extLst>
          </p:cNvPr>
          <p:cNvSpPr txBox="1">
            <a:spLocks/>
          </p:cNvSpPr>
          <p:nvPr/>
        </p:nvSpPr>
        <p:spPr>
          <a:xfrm>
            <a:off x="5333739" y="1577979"/>
            <a:ext cx="1331920"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3 feb</a:t>
            </a:r>
          </a:p>
        </p:txBody>
      </p:sp>
      <p:cxnSp>
        <p:nvCxnSpPr>
          <p:cNvPr id="49" name="LineBasicDefault 16">
            <a:extLst>
              <a:ext uri="{FF2B5EF4-FFF2-40B4-BE49-F238E27FC236}">
                <a16:creationId xmlns:a16="http://schemas.microsoft.com/office/drawing/2014/main" id="{39622732-2163-C2B0-FE7B-34F5C83D1277}"/>
              </a:ext>
            </a:extLst>
          </p:cNvPr>
          <p:cNvCxnSpPr>
            <a:cxnSpLocks/>
          </p:cNvCxnSpPr>
          <p:nvPr>
            <p:custDataLst>
              <p:tags r:id="rId16"/>
            </p:custDataLst>
          </p:nvPr>
        </p:nvCxnSpPr>
        <p:spPr>
          <a:xfrm flipV="1">
            <a:off x="5468739" y="2499134"/>
            <a:ext cx="0" cy="1007677"/>
          </a:xfrm>
          <a:prstGeom prst="straightConnector1">
            <a:avLst/>
          </a:prstGeom>
          <a:noFill/>
          <a:ln w="6350" cap="flat" cmpd="sng" algn="ctr">
            <a:solidFill>
              <a:srgbClr val="757575"/>
            </a:solidFill>
            <a:prstDash val="solid"/>
          </a:ln>
          <a:effectLst/>
        </p:spPr>
      </p:cxnSp>
      <p:sp>
        <p:nvSpPr>
          <p:cNvPr id="50" name="Oval 49">
            <a:extLst>
              <a:ext uri="{FF2B5EF4-FFF2-40B4-BE49-F238E27FC236}">
                <a16:creationId xmlns:a16="http://schemas.microsoft.com/office/drawing/2014/main" id="{FB24E719-EFE7-0C7A-C575-5E3A09E90A7E}"/>
              </a:ext>
            </a:extLst>
          </p:cNvPr>
          <p:cNvSpPr>
            <a:spLocks/>
          </p:cNvSpPr>
          <p:nvPr/>
        </p:nvSpPr>
        <p:spPr bwMode="gray">
          <a:xfrm rot="16200000">
            <a:off x="577923" y="3634839"/>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51" name="Oval 50">
            <a:extLst>
              <a:ext uri="{FF2B5EF4-FFF2-40B4-BE49-F238E27FC236}">
                <a16:creationId xmlns:a16="http://schemas.microsoft.com/office/drawing/2014/main" id="{D7E18F6C-3B4D-4F5B-3523-C5191D7501E9}"/>
              </a:ext>
            </a:extLst>
          </p:cNvPr>
          <p:cNvSpPr>
            <a:spLocks/>
          </p:cNvSpPr>
          <p:nvPr/>
        </p:nvSpPr>
        <p:spPr bwMode="gray">
          <a:xfrm rot="16200000">
            <a:off x="1125138" y="3634839"/>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52" name="Oval 51">
            <a:extLst>
              <a:ext uri="{FF2B5EF4-FFF2-40B4-BE49-F238E27FC236}">
                <a16:creationId xmlns:a16="http://schemas.microsoft.com/office/drawing/2014/main" id="{840987AD-8315-822A-9B29-8600A8C18330}"/>
              </a:ext>
            </a:extLst>
          </p:cNvPr>
          <p:cNvSpPr>
            <a:spLocks/>
          </p:cNvSpPr>
          <p:nvPr/>
        </p:nvSpPr>
        <p:spPr bwMode="gray">
          <a:xfrm rot="16200000">
            <a:off x="1723298" y="3634839"/>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53" name="Oval 52">
            <a:extLst>
              <a:ext uri="{FF2B5EF4-FFF2-40B4-BE49-F238E27FC236}">
                <a16:creationId xmlns:a16="http://schemas.microsoft.com/office/drawing/2014/main" id="{45AE6DD5-2ABA-C47E-3F5C-B013571D8C02}"/>
              </a:ext>
            </a:extLst>
          </p:cNvPr>
          <p:cNvSpPr>
            <a:spLocks/>
          </p:cNvSpPr>
          <p:nvPr/>
        </p:nvSpPr>
        <p:spPr bwMode="gray">
          <a:xfrm rot="16200000">
            <a:off x="2259757" y="3634839"/>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54" name="Oval 53">
            <a:extLst>
              <a:ext uri="{FF2B5EF4-FFF2-40B4-BE49-F238E27FC236}">
                <a16:creationId xmlns:a16="http://schemas.microsoft.com/office/drawing/2014/main" id="{79A7AACB-DF5A-042A-EC9D-AE861B9F614E}"/>
              </a:ext>
            </a:extLst>
          </p:cNvPr>
          <p:cNvSpPr>
            <a:spLocks/>
          </p:cNvSpPr>
          <p:nvPr/>
        </p:nvSpPr>
        <p:spPr bwMode="gray">
          <a:xfrm rot="16200000">
            <a:off x="2877108" y="3634839"/>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55" name="Oval 54">
            <a:extLst>
              <a:ext uri="{FF2B5EF4-FFF2-40B4-BE49-F238E27FC236}">
                <a16:creationId xmlns:a16="http://schemas.microsoft.com/office/drawing/2014/main" id="{981E710C-05C6-D5BB-8466-FB8CCEC25AB0}"/>
              </a:ext>
            </a:extLst>
          </p:cNvPr>
          <p:cNvSpPr>
            <a:spLocks/>
          </p:cNvSpPr>
          <p:nvPr/>
        </p:nvSpPr>
        <p:spPr bwMode="gray">
          <a:xfrm rot="16200000">
            <a:off x="3233870" y="3634839"/>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56" name="Oval 55">
            <a:extLst>
              <a:ext uri="{FF2B5EF4-FFF2-40B4-BE49-F238E27FC236}">
                <a16:creationId xmlns:a16="http://schemas.microsoft.com/office/drawing/2014/main" id="{5E90F4A6-E412-5C41-FE5E-B1CE55599BC8}"/>
              </a:ext>
            </a:extLst>
          </p:cNvPr>
          <p:cNvSpPr>
            <a:spLocks/>
          </p:cNvSpPr>
          <p:nvPr/>
        </p:nvSpPr>
        <p:spPr bwMode="gray">
          <a:xfrm rot="16200000">
            <a:off x="3843392" y="3634839"/>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57" name="Oval 56">
            <a:extLst>
              <a:ext uri="{FF2B5EF4-FFF2-40B4-BE49-F238E27FC236}">
                <a16:creationId xmlns:a16="http://schemas.microsoft.com/office/drawing/2014/main" id="{B29A2F87-D76C-B118-94EA-2A476D361EFC}"/>
              </a:ext>
            </a:extLst>
          </p:cNvPr>
          <p:cNvSpPr>
            <a:spLocks/>
          </p:cNvSpPr>
          <p:nvPr/>
        </p:nvSpPr>
        <p:spPr bwMode="gray">
          <a:xfrm rot="16200000">
            <a:off x="4283054" y="3634840"/>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58" name="Oval 57">
            <a:extLst>
              <a:ext uri="{FF2B5EF4-FFF2-40B4-BE49-F238E27FC236}">
                <a16:creationId xmlns:a16="http://schemas.microsoft.com/office/drawing/2014/main" id="{49BC00D6-D65B-C404-6BAA-E11ACF3507F6}"/>
              </a:ext>
            </a:extLst>
          </p:cNvPr>
          <p:cNvSpPr>
            <a:spLocks/>
          </p:cNvSpPr>
          <p:nvPr/>
        </p:nvSpPr>
        <p:spPr bwMode="gray">
          <a:xfrm rot="16200000">
            <a:off x="4903640" y="3634840"/>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59" name="Oval 58">
            <a:extLst>
              <a:ext uri="{FF2B5EF4-FFF2-40B4-BE49-F238E27FC236}">
                <a16:creationId xmlns:a16="http://schemas.microsoft.com/office/drawing/2014/main" id="{6D5CE849-02A2-29B3-D16C-06821DA04FA5}"/>
              </a:ext>
            </a:extLst>
          </p:cNvPr>
          <p:cNvSpPr>
            <a:spLocks/>
          </p:cNvSpPr>
          <p:nvPr/>
        </p:nvSpPr>
        <p:spPr bwMode="gray">
          <a:xfrm rot="16200000">
            <a:off x="5332565" y="3634840"/>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60" name="TextBox 59">
            <a:extLst>
              <a:ext uri="{FF2B5EF4-FFF2-40B4-BE49-F238E27FC236}">
                <a16:creationId xmlns:a16="http://schemas.microsoft.com/office/drawing/2014/main" id="{3022EF19-5BAC-B726-2BEF-5D5DB7C80822}"/>
              </a:ext>
            </a:extLst>
          </p:cNvPr>
          <p:cNvSpPr txBox="1">
            <a:spLocks/>
          </p:cNvSpPr>
          <p:nvPr/>
        </p:nvSpPr>
        <p:spPr>
          <a:xfrm>
            <a:off x="5730809" y="4416015"/>
            <a:ext cx="787313" cy="30777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Deposito liste dei soci</a:t>
            </a:r>
          </a:p>
        </p:txBody>
      </p:sp>
      <p:sp>
        <p:nvSpPr>
          <p:cNvPr id="61" name="Oval 60">
            <a:extLst>
              <a:ext uri="{FF2B5EF4-FFF2-40B4-BE49-F238E27FC236}">
                <a16:creationId xmlns:a16="http://schemas.microsoft.com/office/drawing/2014/main" id="{23337D29-3D35-85AE-08B5-3F618D28DD92}"/>
              </a:ext>
            </a:extLst>
          </p:cNvPr>
          <p:cNvSpPr>
            <a:spLocks/>
          </p:cNvSpPr>
          <p:nvPr/>
        </p:nvSpPr>
        <p:spPr bwMode="gray">
          <a:xfrm rot="16200000">
            <a:off x="5730809" y="3634840"/>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62" name="Oval 61">
            <a:extLst>
              <a:ext uri="{FF2B5EF4-FFF2-40B4-BE49-F238E27FC236}">
                <a16:creationId xmlns:a16="http://schemas.microsoft.com/office/drawing/2014/main" id="{37C23191-0980-FB31-6CCF-BD525FDD931E}"/>
              </a:ext>
            </a:extLst>
          </p:cNvPr>
          <p:cNvSpPr>
            <a:spLocks/>
          </p:cNvSpPr>
          <p:nvPr/>
        </p:nvSpPr>
        <p:spPr bwMode="gray">
          <a:xfrm rot="16200000">
            <a:off x="9091247" y="3634839"/>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63" name="TextBox 62">
            <a:extLst>
              <a:ext uri="{FF2B5EF4-FFF2-40B4-BE49-F238E27FC236}">
                <a16:creationId xmlns:a16="http://schemas.microsoft.com/office/drawing/2014/main" id="{15A99CE0-1655-FE0A-9A2F-1B4A4DD081A7}"/>
              </a:ext>
            </a:extLst>
          </p:cNvPr>
          <p:cNvSpPr txBox="1">
            <a:spLocks/>
          </p:cNvSpPr>
          <p:nvPr/>
        </p:nvSpPr>
        <p:spPr>
          <a:xfrm>
            <a:off x="9170270" y="4416015"/>
            <a:ext cx="903596" cy="4616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Assemblea MPS e nomina nuovo CdA </a:t>
            </a:r>
          </a:p>
        </p:txBody>
      </p:sp>
      <p:sp>
        <p:nvSpPr>
          <p:cNvPr id="64" name="TextBox 63">
            <a:extLst>
              <a:ext uri="{FF2B5EF4-FFF2-40B4-BE49-F238E27FC236}">
                <a16:creationId xmlns:a16="http://schemas.microsoft.com/office/drawing/2014/main" id="{6435C6FB-EBC8-ADF0-10F8-70E3605348BA}"/>
              </a:ext>
            </a:extLst>
          </p:cNvPr>
          <p:cNvSpPr txBox="1">
            <a:spLocks/>
          </p:cNvSpPr>
          <p:nvPr/>
        </p:nvSpPr>
        <p:spPr>
          <a:xfrm>
            <a:off x="9170270" y="4119391"/>
            <a:ext cx="1051955"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17 mar</a:t>
            </a:r>
            <a:endParaRPr kumimoji="0" lang="it-IT" sz="1000" b="0" i="0" u="none" strike="noStrike" kern="0" cap="none" spc="0" normalizeH="0" baseline="0" noProof="0">
              <a:ln>
                <a:noFill/>
              </a:ln>
              <a:solidFill>
                <a:srgbClr val="000000"/>
              </a:solidFill>
              <a:effectLst/>
              <a:uLnTx/>
              <a:uFillTx/>
              <a:cs typeface="Arial" panose="020B0604020202020204" pitchFamily="34" charset="0"/>
              <a:sym typeface=""/>
            </a:endParaRPr>
          </a:p>
        </p:txBody>
      </p:sp>
      <p:sp>
        <p:nvSpPr>
          <p:cNvPr id="65" name="TextBox 64">
            <a:extLst>
              <a:ext uri="{FF2B5EF4-FFF2-40B4-BE49-F238E27FC236}">
                <a16:creationId xmlns:a16="http://schemas.microsoft.com/office/drawing/2014/main" id="{07C28594-C3DE-1150-77A1-FE30D4A38472}"/>
              </a:ext>
            </a:extLst>
          </p:cNvPr>
          <p:cNvSpPr txBox="1">
            <a:spLocks/>
          </p:cNvSpPr>
          <p:nvPr/>
        </p:nvSpPr>
        <p:spPr>
          <a:xfrm>
            <a:off x="8397869" y="2191357"/>
            <a:ext cx="903596" cy="61555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Approvazione bilancio MPS da parte di attuale CdA</a:t>
            </a:r>
          </a:p>
        </p:txBody>
      </p:sp>
      <p:sp>
        <p:nvSpPr>
          <p:cNvPr id="66" name="TextBox 65">
            <a:extLst>
              <a:ext uri="{FF2B5EF4-FFF2-40B4-BE49-F238E27FC236}">
                <a16:creationId xmlns:a16="http://schemas.microsoft.com/office/drawing/2014/main" id="{1252FB0F-5AA0-F69D-94E3-3BD9C7CB483E}"/>
              </a:ext>
            </a:extLst>
          </p:cNvPr>
          <p:cNvSpPr txBox="1">
            <a:spLocks/>
          </p:cNvSpPr>
          <p:nvPr/>
        </p:nvSpPr>
        <p:spPr>
          <a:xfrm>
            <a:off x="8391869" y="1810067"/>
            <a:ext cx="854543" cy="3693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Tra 25 </a:t>
            </a:r>
            <a:r>
              <a:rPr kumimoji="0" lang="it-IT" sz="1200" b="1" i="0" u="none" strike="noStrike" kern="0" cap="none" spc="0" normalizeH="0" baseline="0" noProof="0" err="1">
                <a:ln>
                  <a:noFill/>
                </a:ln>
                <a:solidFill>
                  <a:srgbClr val="003A79"/>
                </a:solidFill>
                <a:effectLst/>
                <a:uLnTx/>
                <a:uFillTx/>
                <a:cs typeface="Arial" panose="020B0604020202020204" pitchFamily="34" charset="0"/>
                <a:sym typeface=""/>
              </a:rPr>
              <a:t>feb</a:t>
            </a: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a:t>
            </a:r>
            <a:b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b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16 mar</a:t>
            </a:r>
            <a:endParaRPr kumimoji="0" lang="it-IT" sz="1000" b="0" i="0" u="none" strike="noStrike" kern="0" cap="none" spc="0" normalizeH="0" baseline="0" noProof="0">
              <a:ln>
                <a:noFill/>
              </a:ln>
              <a:solidFill>
                <a:srgbClr val="000000"/>
              </a:solidFill>
              <a:effectLst/>
              <a:uLnTx/>
              <a:uFillTx/>
              <a:cs typeface="Arial" panose="020B0604020202020204" pitchFamily="34" charset="0"/>
              <a:sym typeface=""/>
            </a:endParaRPr>
          </a:p>
        </p:txBody>
      </p:sp>
      <p:sp>
        <p:nvSpPr>
          <p:cNvPr id="67" name="Right Brace 66">
            <a:extLst>
              <a:ext uri="{FF2B5EF4-FFF2-40B4-BE49-F238E27FC236}">
                <a16:creationId xmlns:a16="http://schemas.microsoft.com/office/drawing/2014/main" id="{F96C3B01-D955-261E-9FC6-83C4D9AAC603}"/>
              </a:ext>
            </a:extLst>
          </p:cNvPr>
          <p:cNvSpPr/>
          <p:nvPr/>
        </p:nvSpPr>
        <p:spPr>
          <a:xfrm rot="5400000">
            <a:off x="7374169" y="2963414"/>
            <a:ext cx="230765" cy="6135912"/>
          </a:xfrm>
          <a:prstGeom prst="rightBrace">
            <a:avLst/>
          </a:prstGeom>
          <a:noFill/>
          <a:ln w="9525" cap="flat" cmpd="sng" algn="ctr">
            <a:solidFill>
              <a:srgbClr val="7F7F7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srgbClr val="003A79"/>
              </a:solidFill>
              <a:effectLst/>
              <a:uLnTx/>
              <a:uFillTx/>
              <a:latin typeface="Century Gothic"/>
              <a:ea typeface="+mn-ea"/>
              <a:cs typeface="+mn-cs"/>
            </a:endParaRPr>
          </a:p>
        </p:txBody>
      </p:sp>
      <p:sp>
        <p:nvSpPr>
          <p:cNvPr id="68" name="TextBox 67">
            <a:extLst>
              <a:ext uri="{FF2B5EF4-FFF2-40B4-BE49-F238E27FC236}">
                <a16:creationId xmlns:a16="http://schemas.microsoft.com/office/drawing/2014/main" id="{46639618-6CD4-ECCD-9094-908BD3123222}"/>
              </a:ext>
            </a:extLst>
          </p:cNvPr>
          <p:cNvSpPr txBox="1">
            <a:spLocks/>
          </p:cNvSpPr>
          <p:nvPr/>
        </p:nvSpPr>
        <p:spPr>
          <a:xfrm>
            <a:off x="6514759" y="2452261"/>
            <a:ext cx="1198762"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24 feb</a:t>
            </a:r>
          </a:p>
        </p:txBody>
      </p:sp>
      <p:cxnSp>
        <p:nvCxnSpPr>
          <p:cNvPr id="69" name="LineBasicDefault 16">
            <a:extLst>
              <a:ext uri="{FF2B5EF4-FFF2-40B4-BE49-F238E27FC236}">
                <a16:creationId xmlns:a16="http://schemas.microsoft.com/office/drawing/2014/main" id="{BE5A7566-06E4-2685-9F62-E9FEEF130814}"/>
              </a:ext>
            </a:extLst>
          </p:cNvPr>
          <p:cNvCxnSpPr>
            <a:cxnSpLocks/>
          </p:cNvCxnSpPr>
          <p:nvPr>
            <p:custDataLst>
              <p:tags r:id="rId17"/>
            </p:custDataLst>
          </p:nvPr>
        </p:nvCxnSpPr>
        <p:spPr>
          <a:xfrm flipV="1">
            <a:off x="6602330" y="3190801"/>
            <a:ext cx="0" cy="316010"/>
          </a:xfrm>
          <a:prstGeom prst="straightConnector1">
            <a:avLst/>
          </a:prstGeom>
          <a:noFill/>
          <a:ln w="6350" cap="flat" cmpd="sng" algn="ctr">
            <a:solidFill>
              <a:srgbClr val="757575"/>
            </a:solidFill>
            <a:prstDash val="solid"/>
          </a:ln>
          <a:effectLst/>
        </p:spPr>
      </p:cxnSp>
      <p:sp>
        <p:nvSpPr>
          <p:cNvPr id="70" name="Oval 69">
            <a:extLst>
              <a:ext uri="{FF2B5EF4-FFF2-40B4-BE49-F238E27FC236}">
                <a16:creationId xmlns:a16="http://schemas.microsoft.com/office/drawing/2014/main" id="{813FEF4B-4A12-2167-A533-56AF1CC290D5}"/>
              </a:ext>
            </a:extLst>
          </p:cNvPr>
          <p:cNvSpPr>
            <a:spLocks/>
          </p:cNvSpPr>
          <p:nvPr/>
        </p:nvSpPr>
        <p:spPr bwMode="gray">
          <a:xfrm rot="16200000">
            <a:off x="6475330" y="3634840"/>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71" name="Rectangle 70">
            <a:extLst>
              <a:ext uri="{FF2B5EF4-FFF2-40B4-BE49-F238E27FC236}">
                <a16:creationId xmlns:a16="http://schemas.microsoft.com/office/drawing/2014/main" id="{066A6C1E-475C-B794-09CA-ED9042695735}"/>
              </a:ext>
            </a:extLst>
          </p:cNvPr>
          <p:cNvSpPr>
            <a:spLocks/>
          </p:cNvSpPr>
          <p:nvPr/>
        </p:nvSpPr>
        <p:spPr>
          <a:xfrm>
            <a:off x="5937268" y="5914226"/>
            <a:ext cx="3247470" cy="234286"/>
          </a:xfrm>
          <a:prstGeom prst="rect">
            <a:avLst/>
          </a:prstGeom>
          <a:solidFill>
            <a:srgbClr val="FFFFFF"/>
          </a:solidFill>
          <a:ln w="12700" cap="flat" cmpd="sng" algn="ctr">
            <a:noFill/>
            <a:prstDash val="solid"/>
            <a:miter lim="800000"/>
          </a:ln>
          <a:effectLst/>
        </p:spPr>
        <p:txBody>
          <a:bodyPr wrap="square" lIns="36000" tIns="36000" rIns="0" bIns="36000" rtlCol="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1050" b="0" i="0" u="none" strike="noStrike" kern="0" cap="none" spc="0" normalizeH="0" baseline="0" noProof="0">
                <a:ln>
                  <a:noFill/>
                </a:ln>
                <a:solidFill>
                  <a:srgbClr val="000000"/>
                </a:solidFill>
                <a:effectLst/>
                <a:uLnTx/>
                <a:uFillTx/>
                <a:ea typeface="Open Sans" panose="020B0606030504020204" pitchFamily="34" charset="0"/>
                <a:cs typeface="Calibri" panose="020F0502020204030204" pitchFamily="34" charset="0"/>
              </a:rPr>
              <a:t>Ipotesi t+50 tra settlement e nomina nuovo CdA</a:t>
            </a:r>
          </a:p>
        </p:txBody>
      </p:sp>
      <p:sp>
        <p:nvSpPr>
          <p:cNvPr id="72" name="Oval 71">
            <a:extLst>
              <a:ext uri="{FF2B5EF4-FFF2-40B4-BE49-F238E27FC236}">
                <a16:creationId xmlns:a16="http://schemas.microsoft.com/office/drawing/2014/main" id="{58629760-205E-B02A-A147-6F1BD1510270}"/>
              </a:ext>
            </a:extLst>
          </p:cNvPr>
          <p:cNvSpPr>
            <a:spLocks/>
          </p:cNvSpPr>
          <p:nvPr/>
        </p:nvSpPr>
        <p:spPr bwMode="gray">
          <a:xfrm rot="16200000">
            <a:off x="8692051" y="3634839"/>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73" name="TextBox 72">
            <a:extLst>
              <a:ext uri="{FF2B5EF4-FFF2-40B4-BE49-F238E27FC236}">
                <a16:creationId xmlns:a16="http://schemas.microsoft.com/office/drawing/2014/main" id="{1475DC7D-DE8C-37C9-358C-7FB146069C2E}"/>
              </a:ext>
            </a:extLst>
          </p:cNvPr>
          <p:cNvSpPr txBox="1">
            <a:spLocks/>
          </p:cNvSpPr>
          <p:nvPr/>
        </p:nvSpPr>
        <p:spPr>
          <a:xfrm>
            <a:off x="6753572" y="4755382"/>
            <a:ext cx="1056696" cy="115416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Analisi del grado di </a:t>
            </a:r>
            <a:r>
              <a:rPr kumimoji="0" lang="it-IT" sz="1000" b="1" i="0" u="none" strike="noStrike" kern="0" cap="none" spc="0" normalizeH="0" baseline="0" noProof="0">
                <a:ln>
                  <a:noFill/>
                </a:ln>
                <a:solidFill>
                  <a:srgbClr val="F18B40"/>
                </a:solidFill>
                <a:effectLst/>
                <a:uLnTx/>
                <a:uFillTx/>
                <a:cs typeface="Arial" panose="020B0604020202020204" pitchFamily="34" charset="0"/>
                <a:sym typeface=""/>
              </a:rPr>
              <a:t>integrazione di Mediobanca in MPS</a:t>
            </a:r>
          </a:p>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Approvazione schemi di bilancio MPS</a:t>
            </a:r>
            <a:r>
              <a:rPr kumimoji="0" lang="it-IT" sz="1000" b="0" i="0" u="none" strike="noStrike" kern="0" cap="none" spc="0" normalizeH="0" baseline="30000" noProof="0">
                <a:ln>
                  <a:noFill/>
                </a:ln>
                <a:solidFill>
                  <a:srgbClr val="000000"/>
                </a:solidFill>
                <a:effectLst/>
                <a:uLnTx/>
                <a:uFillTx/>
                <a:cs typeface="Arial" panose="020B0604020202020204" pitchFamily="34" charset="0"/>
                <a:sym typeface=""/>
              </a:rPr>
              <a:t>1</a:t>
            </a:r>
          </a:p>
        </p:txBody>
      </p:sp>
      <p:sp>
        <p:nvSpPr>
          <p:cNvPr id="74" name="TextBox 73">
            <a:extLst>
              <a:ext uri="{FF2B5EF4-FFF2-40B4-BE49-F238E27FC236}">
                <a16:creationId xmlns:a16="http://schemas.microsoft.com/office/drawing/2014/main" id="{0F011272-290B-CAA4-9A9D-95FC2621DE9D}"/>
              </a:ext>
            </a:extLst>
          </p:cNvPr>
          <p:cNvSpPr txBox="1">
            <a:spLocks/>
          </p:cNvSpPr>
          <p:nvPr/>
        </p:nvSpPr>
        <p:spPr>
          <a:xfrm>
            <a:off x="8110905" y="4119391"/>
            <a:ext cx="738762"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1-2 mar</a:t>
            </a:r>
            <a:endParaRPr kumimoji="0" lang="it-IT" sz="1000" b="0" i="0" u="none" strike="noStrike" kern="0" cap="none" spc="0" normalizeH="0" baseline="0" noProof="0">
              <a:ln>
                <a:noFill/>
              </a:ln>
              <a:solidFill>
                <a:srgbClr val="000000"/>
              </a:solidFill>
              <a:effectLst/>
              <a:uLnTx/>
              <a:uFillTx/>
              <a:cs typeface="Arial" panose="020B0604020202020204" pitchFamily="34" charset="0"/>
              <a:sym typeface=""/>
            </a:endParaRPr>
          </a:p>
        </p:txBody>
      </p:sp>
      <p:sp>
        <p:nvSpPr>
          <p:cNvPr id="75" name="Oval 74">
            <a:extLst>
              <a:ext uri="{FF2B5EF4-FFF2-40B4-BE49-F238E27FC236}">
                <a16:creationId xmlns:a16="http://schemas.microsoft.com/office/drawing/2014/main" id="{C1675690-BD38-BD2D-6B6A-76D23C8195B5}"/>
              </a:ext>
            </a:extLst>
          </p:cNvPr>
          <p:cNvSpPr>
            <a:spLocks/>
          </p:cNvSpPr>
          <p:nvPr/>
        </p:nvSpPr>
        <p:spPr bwMode="gray">
          <a:xfrm rot="16200000">
            <a:off x="6857620" y="3634840"/>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76" name="TextBox 75">
            <a:extLst>
              <a:ext uri="{FF2B5EF4-FFF2-40B4-BE49-F238E27FC236}">
                <a16:creationId xmlns:a16="http://schemas.microsoft.com/office/drawing/2014/main" id="{D375C163-B3AF-2D11-C524-98BEF0576D2C}"/>
              </a:ext>
            </a:extLst>
          </p:cNvPr>
          <p:cNvSpPr txBox="1">
            <a:spLocks/>
          </p:cNvSpPr>
          <p:nvPr/>
        </p:nvSpPr>
        <p:spPr>
          <a:xfrm>
            <a:off x="8110905" y="4416015"/>
            <a:ext cx="903596" cy="76944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Approvazione bilancio ISP e invio richiesta BCE per dividendo</a:t>
            </a:r>
          </a:p>
        </p:txBody>
      </p:sp>
      <p:sp>
        <p:nvSpPr>
          <p:cNvPr id="77" name="Oval 76">
            <a:extLst>
              <a:ext uri="{FF2B5EF4-FFF2-40B4-BE49-F238E27FC236}">
                <a16:creationId xmlns:a16="http://schemas.microsoft.com/office/drawing/2014/main" id="{BF1B2946-B0B5-5BB1-8F43-8BFFEB7FA63E}"/>
              </a:ext>
            </a:extLst>
          </p:cNvPr>
          <p:cNvSpPr>
            <a:spLocks/>
          </p:cNvSpPr>
          <p:nvPr/>
        </p:nvSpPr>
        <p:spPr bwMode="gray">
          <a:xfrm rot="16200000">
            <a:off x="8110905" y="3634840"/>
            <a:ext cx="270000" cy="270000"/>
          </a:xfrm>
          <a:prstGeom prst="ellipse">
            <a:avLst/>
          </a:prstGeom>
          <a:gradFill>
            <a:gsLst>
              <a:gs pos="0">
                <a:srgbClr val="FFFFFF"/>
              </a:gs>
              <a:gs pos="75000">
                <a:srgbClr val="7F7F7F"/>
              </a:gs>
            </a:gsLst>
            <a:lin ang="0" scaled="1"/>
          </a:gradFill>
          <a:ln w="19050" algn="ctr">
            <a:solidFill>
              <a:srgbClr val="FFFFFF"/>
            </a:solidFill>
            <a:miter lim="800000"/>
          </a:ln>
          <a:effectLst>
            <a:outerShdw blurRad="63500" sx="102000" sy="102000" algn="ctr" rotWithShape="0">
              <a:prstClr val="black">
                <a:alpha val="40000"/>
              </a:prstClr>
            </a:outerShdw>
          </a:effectLst>
        </p:spPr>
        <p:txBody>
          <a:bodyPr vert="vert270" wrap="square" lIns="36731" tIns="36731" rIns="36731" bIns="36731" rtlCol="0" anchor="t"/>
          <a:lstStyle/>
          <a:p>
            <a:pPr marL="0" marR="0" lvl="0" indent="0" algn="ctr" defTabSz="1243919" eaLnBrk="1" fontAlgn="auto" latinLnBrk="0" hangingPunct="1">
              <a:lnSpc>
                <a:spcPct val="106000"/>
              </a:lnSpc>
              <a:spcBef>
                <a:spcPts val="0"/>
              </a:spcBef>
              <a:spcAft>
                <a:spcPts val="0"/>
              </a:spcAft>
              <a:buClrTx/>
              <a:buSzTx/>
              <a:buFontTx/>
              <a:buNone/>
              <a:tabLst/>
              <a:defRPr/>
            </a:pPr>
            <a:endParaRPr kumimoji="0" lang="it-IT" sz="1200" b="1" i="0" u="none" strike="noStrike" kern="0" cap="none" spc="0" normalizeH="0" baseline="0" noProof="0">
              <a:ln>
                <a:noFill/>
              </a:ln>
              <a:solidFill>
                <a:srgbClr val="FF0000"/>
              </a:solidFill>
              <a:effectLst/>
              <a:uLnTx/>
              <a:uFillTx/>
              <a:cs typeface="Arial" panose="020B0604020202020204" pitchFamily="34" charset="0"/>
            </a:endParaRPr>
          </a:p>
        </p:txBody>
      </p:sp>
      <p:sp>
        <p:nvSpPr>
          <p:cNvPr id="78" name="Rectangle 77">
            <a:extLst>
              <a:ext uri="{FF2B5EF4-FFF2-40B4-BE49-F238E27FC236}">
                <a16:creationId xmlns:a16="http://schemas.microsoft.com/office/drawing/2014/main" id="{ED14C4F7-F5BF-8D28-85DE-D096C3C56AB3}"/>
              </a:ext>
            </a:extLst>
          </p:cNvPr>
          <p:cNvSpPr>
            <a:spLocks/>
          </p:cNvSpPr>
          <p:nvPr/>
        </p:nvSpPr>
        <p:spPr>
          <a:xfrm>
            <a:off x="3124596" y="5733978"/>
            <a:ext cx="1297000" cy="380480"/>
          </a:xfrm>
          <a:prstGeom prst="rect">
            <a:avLst/>
          </a:prstGeom>
          <a:solidFill>
            <a:srgbClr val="F0F7FB"/>
          </a:solidFill>
          <a:ln w="12700" cap="flat" cmpd="sng" algn="ctr">
            <a:noFill/>
            <a:prstDash val="solid"/>
            <a:miter lim="800000"/>
          </a:ln>
          <a:effectLst/>
        </p:spPr>
        <p:txBody>
          <a:bodyPr lIns="36000" tIns="36000" rIns="0" bIns="36000" rtlCol="0" anchor="ctr">
            <a:spAutoFit/>
          </a:bodyPr>
          <a:lstStyle/>
          <a:p>
            <a:pPr algn="ctr"/>
            <a:r>
              <a:rPr lang="it-IT" sz="1000" b="1" i="1" kern="0">
                <a:solidFill>
                  <a:srgbClr val="0070C0"/>
                </a:solidFill>
                <a:ea typeface="Open Sans" panose="020B0606030504020204" pitchFamily="34" charset="0"/>
                <a:cs typeface="Calibri" panose="020F0502020204030204" pitchFamily="34" charset="0"/>
              </a:rPr>
              <a:t>PERIODO DI </a:t>
            </a:r>
            <a:br>
              <a:rPr lang="it-IT" sz="1000" b="1" i="1" kern="0">
                <a:solidFill>
                  <a:srgbClr val="0070C0"/>
                </a:solidFill>
                <a:ea typeface="Open Sans" panose="020B0606030504020204" pitchFamily="34" charset="0"/>
                <a:cs typeface="Calibri" panose="020F0502020204030204" pitchFamily="34" charset="0"/>
              </a:rPr>
            </a:br>
            <a:r>
              <a:rPr lang="it-IT" sz="1000" b="1" i="1" kern="0">
                <a:solidFill>
                  <a:srgbClr val="0070C0"/>
                </a:solidFill>
                <a:ea typeface="Open Sans" panose="020B0606030504020204" pitchFamily="34" charset="0"/>
                <a:cs typeface="Calibri" panose="020F0502020204030204" pitchFamily="34" charset="0"/>
              </a:rPr>
              <a:t>ADESIONE (40 gg)</a:t>
            </a:r>
          </a:p>
        </p:txBody>
      </p:sp>
      <p:sp>
        <p:nvSpPr>
          <p:cNvPr id="79" name="Text Placeholder 1">
            <a:extLst>
              <a:ext uri="{FF2B5EF4-FFF2-40B4-BE49-F238E27FC236}">
                <a16:creationId xmlns:a16="http://schemas.microsoft.com/office/drawing/2014/main" id="{F5F4B3C3-5214-EA66-E6EB-72A2DCF8183C}"/>
              </a:ext>
            </a:extLst>
          </p:cNvPr>
          <p:cNvSpPr txBox="1">
            <a:spLocks/>
          </p:cNvSpPr>
          <p:nvPr/>
        </p:nvSpPr>
        <p:spPr>
          <a:xfrm>
            <a:off x="600220" y="6576888"/>
            <a:ext cx="9869139" cy="215444"/>
          </a:xfrm>
          <a:prstGeom prst="rect">
            <a:avLst/>
          </a:prstGeom>
        </p:spPr>
        <p:txBody>
          <a:bodyPr wrap="square" anchor="ctr">
            <a:sp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None/>
              <a:defRPr lang="en-US" sz="1600" kern="1200" dirty="0">
                <a:solidFill>
                  <a:schemeClr val="tx1"/>
                </a:solidFill>
                <a:latin typeface="+mn-lt"/>
                <a:ea typeface="+mn-ea"/>
                <a:cs typeface="Arial" panose="020B0604020202020204" pitchFamily="34" charset="0"/>
              </a:defRPr>
            </a:lvl1pPr>
            <a:lvl2pPr marL="211138" indent="-207963" algn="l" defTabSz="914400" rtl="0" eaLnBrk="1" latinLnBrk="0" hangingPunct="1">
              <a:lnSpc>
                <a:spcPct val="100000"/>
              </a:lnSpc>
              <a:spcBef>
                <a:spcPts val="0"/>
              </a:spcBef>
              <a:spcAft>
                <a:spcPts val="300"/>
              </a:spcAft>
              <a:buClr>
                <a:schemeClr val="accent1"/>
              </a:buClr>
              <a:buSzPct val="125000"/>
              <a:buFont typeface="Century Gothic" panose="020B0502020202020204" pitchFamily="34" charset="0"/>
              <a:buChar char="▪"/>
              <a:defRPr lang="en-US" sz="1600" kern="1200" dirty="0">
                <a:solidFill>
                  <a:schemeClr val="tx1"/>
                </a:solidFill>
                <a:latin typeface="+mn-lt"/>
                <a:ea typeface="+mn-ea"/>
                <a:cs typeface="+mn-cs"/>
              </a:defRPr>
            </a:lvl2pPr>
            <a:lvl3pPr marL="442793" indent="-215997"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732142" indent="-285750" algn="l" defTabSz="914400" rtl="0" eaLnBrk="1" latinLnBrk="0" hangingPunct="1">
              <a:lnSpc>
                <a:spcPct val="100000"/>
              </a:lnSpc>
              <a:spcBef>
                <a:spcPts val="0"/>
              </a:spcBef>
              <a:spcAft>
                <a:spcPts val="300"/>
              </a:spcAft>
              <a:buClr>
                <a:schemeClr val="accent1"/>
              </a:buClr>
              <a:buSzPct val="120000"/>
              <a:buFont typeface="Century Gothic" panose="020B0502020202020204" pitchFamily="34" charset="0"/>
              <a:buChar char="▫"/>
              <a:defRPr lang="en-US" sz="1600" kern="1200" dirty="0">
                <a:solidFill>
                  <a:schemeClr val="tx1"/>
                </a:solidFill>
                <a:latin typeface="+mn-lt"/>
                <a:ea typeface="+mn-ea"/>
                <a:cs typeface="+mn-cs"/>
              </a:defRPr>
            </a:lvl4pPr>
            <a:lvl5pPr marL="817187" indent="-14759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800" b="0" i="0" u="none" strike="noStrike" kern="1200" cap="none" spc="0" normalizeH="0" baseline="0" noProof="0">
                <a:ln>
                  <a:noFill/>
                </a:ln>
                <a:solidFill>
                  <a:srgbClr val="FFFFFF">
                    <a:lumMod val="50000"/>
                  </a:srgbClr>
                </a:solidFill>
                <a:effectLst/>
                <a:uLnTx/>
                <a:uFillTx/>
                <a:latin typeface="Century Gothic"/>
                <a:ea typeface="+mn-ea"/>
                <a:cs typeface="Arial" panose="020B0604020202020204" pitchFamily="34" charset="0"/>
              </a:rPr>
              <a:t>1) Approvazione effettuata dal CdA di MPS uscente, non necessario l’invio del reporting package in considerazione del non consolidamento</a:t>
            </a:r>
          </a:p>
        </p:txBody>
      </p:sp>
      <p:sp>
        <p:nvSpPr>
          <p:cNvPr id="80" name="TextBox 79">
            <a:extLst>
              <a:ext uri="{FF2B5EF4-FFF2-40B4-BE49-F238E27FC236}">
                <a16:creationId xmlns:a16="http://schemas.microsoft.com/office/drawing/2014/main" id="{91475D2A-C10C-3B1F-9295-08BDA34B852C}"/>
              </a:ext>
            </a:extLst>
          </p:cNvPr>
          <p:cNvSpPr txBox="1">
            <a:spLocks/>
          </p:cNvSpPr>
          <p:nvPr/>
        </p:nvSpPr>
        <p:spPr>
          <a:xfrm>
            <a:off x="6663511" y="4458758"/>
            <a:ext cx="952648"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25 </a:t>
            </a:r>
            <a:r>
              <a:rPr kumimoji="0" lang="it-IT" sz="1200" b="1" i="0" u="none" strike="noStrike" kern="0" cap="none" spc="0" normalizeH="0" baseline="0" noProof="0" err="1">
                <a:ln>
                  <a:noFill/>
                </a:ln>
                <a:solidFill>
                  <a:srgbClr val="003A79"/>
                </a:solidFill>
                <a:effectLst/>
                <a:uLnTx/>
                <a:uFillTx/>
                <a:cs typeface="Arial" panose="020B0604020202020204" pitchFamily="34" charset="0"/>
                <a:sym typeface=""/>
              </a:rPr>
              <a:t>feb</a:t>
            </a:r>
            <a:endParaRPr kumimoji="0" lang="it-IT" sz="1000" b="0" i="0" u="none" strike="noStrike" kern="0" cap="none" spc="0" normalizeH="0" baseline="30000" noProof="0">
              <a:ln>
                <a:noFill/>
              </a:ln>
              <a:solidFill>
                <a:srgbClr val="000000"/>
              </a:solidFill>
              <a:effectLst/>
              <a:uLnTx/>
              <a:uFillTx/>
              <a:cs typeface="Arial" panose="020B0604020202020204" pitchFamily="34" charset="0"/>
              <a:sym typeface=""/>
            </a:endParaRPr>
          </a:p>
        </p:txBody>
      </p:sp>
      <p:sp>
        <p:nvSpPr>
          <p:cNvPr id="81" name="TextBox 80">
            <a:extLst>
              <a:ext uri="{FF2B5EF4-FFF2-40B4-BE49-F238E27FC236}">
                <a16:creationId xmlns:a16="http://schemas.microsoft.com/office/drawing/2014/main" id="{6CEC07E6-D9E2-0CFC-EFE0-1042CA7D08A8}"/>
              </a:ext>
            </a:extLst>
          </p:cNvPr>
          <p:cNvSpPr txBox="1">
            <a:spLocks/>
          </p:cNvSpPr>
          <p:nvPr/>
        </p:nvSpPr>
        <p:spPr>
          <a:xfrm>
            <a:off x="518240" y="2191357"/>
            <a:ext cx="1313014" cy="4616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Recommendation dei Proxy Advisors sulle offerte MPS</a:t>
            </a:r>
          </a:p>
        </p:txBody>
      </p:sp>
      <p:sp>
        <p:nvSpPr>
          <p:cNvPr id="82" name="TextBox 81">
            <a:extLst>
              <a:ext uri="{FF2B5EF4-FFF2-40B4-BE49-F238E27FC236}">
                <a16:creationId xmlns:a16="http://schemas.microsoft.com/office/drawing/2014/main" id="{7E8CF919-2F0B-EEE0-7256-44A8AECB8E6C}"/>
              </a:ext>
            </a:extLst>
          </p:cNvPr>
          <p:cNvSpPr txBox="1">
            <a:spLocks/>
          </p:cNvSpPr>
          <p:nvPr/>
        </p:nvSpPr>
        <p:spPr>
          <a:xfrm>
            <a:off x="2002595" y="2191357"/>
            <a:ext cx="903596" cy="4616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Assemblea Straordinaria MPS</a:t>
            </a:r>
          </a:p>
        </p:txBody>
      </p:sp>
      <p:sp>
        <p:nvSpPr>
          <p:cNvPr id="83" name="TextBox 82">
            <a:extLst>
              <a:ext uri="{FF2B5EF4-FFF2-40B4-BE49-F238E27FC236}">
                <a16:creationId xmlns:a16="http://schemas.microsoft.com/office/drawing/2014/main" id="{C086D06D-4B1F-2470-DBDA-0044876AD3AF}"/>
              </a:ext>
            </a:extLst>
          </p:cNvPr>
          <p:cNvSpPr txBox="1">
            <a:spLocks/>
          </p:cNvSpPr>
          <p:nvPr/>
        </p:nvSpPr>
        <p:spPr>
          <a:xfrm>
            <a:off x="6514759" y="2685719"/>
            <a:ext cx="1198762" cy="4616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Pubblicazione liste e doc. pre-assembleare</a:t>
            </a:r>
          </a:p>
        </p:txBody>
      </p:sp>
      <p:sp>
        <p:nvSpPr>
          <p:cNvPr id="84" name="TextBox 83">
            <a:extLst>
              <a:ext uri="{FF2B5EF4-FFF2-40B4-BE49-F238E27FC236}">
                <a16:creationId xmlns:a16="http://schemas.microsoft.com/office/drawing/2014/main" id="{560B1E1B-7722-9061-B644-4C3989D2A114}"/>
              </a:ext>
            </a:extLst>
          </p:cNvPr>
          <p:cNvSpPr txBox="1">
            <a:spLocks/>
          </p:cNvSpPr>
          <p:nvPr/>
        </p:nvSpPr>
        <p:spPr>
          <a:xfrm>
            <a:off x="5730809" y="4119391"/>
            <a:ext cx="787313"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200" b="1" i="0" u="none" strike="noStrike" kern="0" cap="none" spc="0" normalizeH="0" baseline="0" noProof="0">
                <a:ln>
                  <a:noFill/>
                </a:ln>
                <a:solidFill>
                  <a:srgbClr val="003A79"/>
                </a:solidFill>
                <a:effectLst/>
                <a:uLnTx/>
                <a:uFillTx/>
                <a:cs typeface="Arial" panose="020B0604020202020204" pitchFamily="34" charset="0"/>
                <a:sym typeface=""/>
              </a:rPr>
              <a:t>18 feb</a:t>
            </a:r>
            <a:endParaRPr kumimoji="0" lang="it-IT" sz="1000" b="0" i="0" u="none" strike="noStrike" kern="0" cap="none" spc="0" normalizeH="0" baseline="0" noProof="0">
              <a:ln>
                <a:noFill/>
              </a:ln>
              <a:solidFill>
                <a:srgbClr val="000000"/>
              </a:solidFill>
              <a:effectLst/>
              <a:uLnTx/>
              <a:uFillTx/>
              <a:cs typeface="Arial" panose="020B0604020202020204" pitchFamily="34" charset="0"/>
              <a:sym typeface=""/>
            </a:endParaRPr>
          </a:p>
        </p:txBody>
      </p:sp>
      <p:sp>
        <p:nvSpPr>
          <p:cNvPr id="115" name="TextBox 114">
            <a:extLst>
              <a:ext uri="{FF2B5EF4-FFF2-40B4-BE49-F238E27FC236}">
                <a16:creationId xmlns:a16="http://schemas.microsoft.com/office/drawing/2014/main" id="{6430B99C-F1B0-88EE-3C80-CB7EBA2AD470}"/>
              </a:ext>
            </a:extLst>
          </p:cNvPr>
          <p:cNvSpPr txBox="1">
            <a:spLocks/>
          </p:cNvSpPr>
          <p:nvPr/>
        </p:nvSpPr>
        <p:spPr>
          <a:xfrm>
            <a:off x="2963555" y="4816056"/>
            <a:ext cx="627610" cy="4616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Avvio periodo di offerta</a:t>
            </a:r>
          </a:p>
        </p:txBody>
      </p:sp>
      <p:sp>
        <p:nvSpPr>
          <p:cNvPr id="116" name="TextBox 115">
            <a:extLst>
              <a:ext uri="{FF2B5EF4-FFF2-40B4-BE49-F238E27FC236}">
                <a16:creationId xmlns:a16="http://schemas.microsoft.com/office/drawing/2014/main" id="{E682BE4E-66F2-DBE7-45A6-BEB187F8765B}"/>
              </a:ext>
            </a:extLst>
          </p:cNvPr>
          <p:cNvSpPr txBox="1">
            <a:spLocks/>
          </p:cNvSpPr>
          <p:nvPr/>
        </p:nvSpPr>
        <p:spPr>
          <a:xfrm>
            <a:off x="348542" y="4816056"/>
            <a:ext cx="1015834" cy="61555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Pubblicazione MPS EGM Explanatory Report</a:t>
            </a:r>
          </a:p>
        </p:txBody>
      </p:sp>
      <p:cxnSp>
        <p:nvCxnSpPr>
          <p:cNvPr id="117" name="LineBasicDefault 16">
            <a:extLst>
              <a:ext uri="{FF2B5EF4-FFF2-40B4-BE49-F238E27FC236}">
                <a16:creationId xmlns:a16="http://schemas.microsoft.com/office/drawing/2014/main" id="{F7D80F4E-E90D-3654-76F6-DD38EE8BF21C}"/>
              </a:ext>
            </a:extLst>
          </p:cNvPr>
          <p:cNvCxnSpPr>
            <a:cxnSpLocks/>
          </p:cNvCxnSpPr>
          <p:nvPr>
            <p:custDataLst>
              <p:tags r:id="rId18"/>
            </p:custDataLst>
          </p:nvPr>
        </p:nvCxnSpPr>
        <p:spPr>
          <a:xfrm flipV="1">
            <a:off x="7005920" y="3957606"/>
            <a:ext cx="0" cy="458409"/>
          </a:xfrm>
          <a:prstGeom prst="straightConnector1">
            <a:avLst/>
          </a:prstGeom>
          <a:noFill/>
          <a:ln w="6350" cap="flat" cmpd="sng" algn="ctr">
            <a:solidFill>
              <a:srgbClr val="757575"/>
            </a:solidFill>
            <a:prstDash val="solid"/>
          </a:ln>
          <a:effectLst/>
        </p:spPr>
      </p:cxnSp>
      <p:cxnSp>
        <p:nvCxnSpPr>
          <p:cNvPr id="118" name="LineBasicDefault 16">
            <a:extLst>
              <a:ext uri="{FF2B5EF4-FFF2-40B4-BE49-F238E27FC236}">
                <a16:creationId xmlns:a16="http://schemas.microsoft.com/office/drawing/2014/main" id="{64D75DA4-9F6D-9572-0B67-1A9FBA4B8671}"/>
              </a:ext>
            </a:extLst>
          </p:cNvPr>
          <p:cNvCxnSpPr>
            <a:cxnSpLocks/>
          </p:cNvCxnSpPr>
          <p:nvPr>
            <p:custDataLst>
              <p:tags r:id="rId19"/>
            </p:custDataLst>
          </p:nvPr>
        </p:nvCxnSpPr>
        <p:spPr>
          <a:xfrm flipV="1">
            <a:off x="5865809" y="3957606"/>
            <a:ext cx="0" cy="148311"/>
          </a:xfrm>
          <a:prstGeom prst="straightConnector1">
            <a:avLst/>
          </a:prstGeom>
          <a:noFill/>
          <a:ln w="6350" cap="flat" cmpd="sng" algn="ctr">
            <a:solidFill>
              <a:srgbClr val="757575"/>
            </a:solidFill>
            <a:prstDash val="solid"/>
          </a:ln>
          <a:effectLst/>
        </p:spPr>
      </p:cxnSp>
      <p:cxnSp>
        <p:nvCxnSpPr>
          <p:cNvPr id="119" name="LineBasicDefault 16">
            <a:extLst>
              <a:ext uri="{FF2B5EF4-FFF2-40B4-BE49-F238E27FC236}">
                <a16:creationId xmlns:a16="http://schemas.microsoft.com/office/drawing/2014/main" id="{879D95A9-EAB0-8A3C-42A6-B8308AF988FC}"/>
              </a:ext>
            </a:extLst>
          </p:cNvPr>
          <p:cNvCxnSpPr>
            <a:cxnSpLocks/>
          </p:cNvCxnSpPr>
          <p:nvPr>
            <p:custDataLst>
              <p:tags r:id="rId20"/>
            </p:custDataLst>
          </p:nvPr>
        </p:nvCxnSpPr>
        <p:spPr>
          <a:xfrm flipV="1">
            <a:off x="8255755" y="3957606"/>
            <a:ext cx="0" cy="148311"/>
          </a:xfrm>
          <a:prstGeom prst="straightConnector1">
            <a:avLst/>
          </a:prstGeom>
          <a:noFill/>
          <a:ln w="6350" cap="flat" cmpd="sng" algn="ctr">
            <a:solidFill>
              <a:srgbClr val="757575"/>
            </a:solidFill>
            <a:prstDash val="solid"/>
          </a:ln>
          <a:effectLst/>
        </p:spPr>
      </p:cxnSp>
      <p:sp>
        <p:nvSpPr>
          <p:cNvPr id="120" name="TextBox 119">
            <a:extLst>
              <a:ext uri="{FF2B5EF4-FFF2-40B4-BE49-F238E27FC236}">
                <a16:creationId xmlns:a16="http://schemas.microsoft.com/office/drawing/2014/main" id="{61234DA5-B697-CE60-A783-5338B095E1B8}"/>
              </a:ext>
            </a:extLst>
          </p:cNvPr>
          <p:cNvSpPr txBox="1">
            <a:spLocks/>
          </p:cNvSpPr>
          <p:nvPr/>
        </p:nvSpPr>
        <p:spPr>
          <a:xfrm>
            <a:off x="1493917" y="4816056"/>
            <a:ext cx="903596" cy="15388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CdA ISP</a:t>
            </a:r>
          </a:p>
        </p:txBody>
      </p:sp>
      <p:cxnSp>
        <p:nvCxnSpPr>
          <p:cNvPr id="121" name="LineBasicDefault 16">
            <a:extLst>
              <a:ext uri="{FF2B5EF4-FFF2-40B4-BE49-F238E27FC236}">
                <a16:creationId xmlns:a16="http://schemas.microsoft.com/office/drawing/2014/main" id="{E2A220D2-484B-B34C-9BDA-934ABAFB4332}"/>
              </a:ext>
            </a:extLst>
          </p:cNvPr>
          <p:cNvCxnSpPr>
            <a:cxnSpLocks/>
          </p:cNvCxnSpPr>
          <p:nvPr>
            <p:custDataLst>
              <p:tags r:id="rId21"/>
            </p:custDataLst>
          </p:nvPr>
        </p:nvCxnSpPr>
        <p:spPr>
          <a:xfrm flipV="1">
            <a:off x="8827051" y="2830347"/>
            <a:ext cx="0" cy="750619"/>
          </a:xfrm>
          <a:prstGeom prst="straightConnector1">
            <a:avLst/>
          </a:prstGeom>
          <a:noFill/>
          <a:ln w="6350" cap="flat" cmpd="sng" algn="ctr">
            <a:solidFill>
              <a:srgbClr val="757575"/>
            </a:solidFill>
            <a:prstDash val="solid"/>
          </a:ln>
          <a:effectLst/>
        </p:spPr>
      </p:cxnSp>
      <p:sp>
        <p:nvSpPr>
          <p:cNvPr id="122" name="TextBox 121">
            <a:extLst>
              <a:ext uri="{FF2B5EF4-FFF2-40B4-BE49-F238E27FC236}">
                <a16:creationId xmlns:a16="http://schemas.microsoft.com/office/drawing/2014/main" id="{0944806A-BBA6-3901-6B51-72FAC21CA07A}"/>
              </a:ext>
            </a:extLst>
          </p:cNvPr>
          <p:cNvSpPr txBox="1">
            <a:spLocks/>
          </p:cNvSpPr>
          <p:nvPr/>
        </p:nvSpPr>
        <p:spPr>
          <a:xfrm>
            <a:off x="2919192" y="2186049"/>
            <a:ext cx="880877" cy="4616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Ottenimento autorizzazioni regolamentari</a:t>
            </a:r>
          </a:p>
        </p:txBody>
      </p:sp>
      <p:cxnSp>
        <p:nvCxnSpPr>
          <p:cNvPr id="123" name="LineBasicDefault 16">
            <a:extLst>
              <a:ext uri="{FF2B5EF4-FFF2-40B4-BE49-F238E27FC236}">
                <a16:creationId xmlns:a16="http://schemas.microsoft.com/office/drawing/2014/main" id="{C7747575-DAA2-3C1C-A485-FBF0E706F2AC}"/>
              </a:ext>
            </a:extLst>
          </p:cNvPr>
          <p:cNvCxnSpPr>
            <a:cxnSpLocks/>
          </p:cNvCxnSpPr>
          <p:nvPr>
            <p:custDataLst>
              <p:tags r:id="rId22"/>
            </p:custDataLst>
          </p:nvPr>
        </p:nvCxnSpPr>
        <p:spPr>
          <a:xfrm flipV="1">
            <a:off x="9216862" y="3957606"/>
            <a:ext cx="0" cy="148311"/>
          </a:xfrm>
          <a:prstGeom prst="straightConnector1">
            <a:avLst/>
          </a:prstGeom>
          <a:noFill/>
          <a:ln w="6350" cap="flat" cmpd="sng" algn="ctr">
            <a:solidFill>
              <a:srgbClr val="757575"/>
            </a:solidFill>
            <a:prstDash val="solid"/>
          </a:ln>
          <a:effectLst/>
        </p:spPr>
      </p:cxnSp>
      <p:sp>
        <p:nvSpPr>
          <p:cNvPr id="124" name="TextBox 123">
            <a:extLst>
              <a:ext uri="{FF2B5EF4-FFF2-40B4-BE49-F238E27FC236}">
                <a16:creationId xmlns:a16="http://schemas.microsoft.com/office/drawing/2014/main" id="{003021E5-1176-F631-D03D-AAF0325EDEFC}"/>
              </a:ext>
            </a:extLst>
          </p:cNvPr>
          <p:cNvSpPr txBox="1">
            <a:spLocks/>
          </p:cNvSpPr>
          <p:nvPr/>
        </p:nvSpPr>
        <p:spPr>
          <a:xfrm>
            <a:off x="4851661" y="4816056"/>
            <a:ext cx="973354" cy="61555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Delibera di convocazione</a:t>
            </a:r>
            <a:r>
              <a:rPr kumimoji="0" lang="it-IT" sz="1000" b="0" i="0" u="none" strike="noStrike" kern="0" cap="none" spc="0" normalizeH="0" baseline="30000" noProof="0">
                <a:ln>
                  <a:noFill/>
                </a:ln>
                <a:solidFill>
                  <a:srgbClr val="000000"/>
                </a:solidFill>
                <a:effectLst/>
                <a:uLnTx/>
                <a:uFillTx/>
                <a:cs typeface="Arial" panose="020B0604020202020204" pitchFamily="34" charset="0"/>
                <a:sym typeface=""/>
              </a:rPr>
              <a:t> </a:t>
            </a: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Assemblea MPS dopo eventuali dimissioni del CdA uscente </a:t>
            </a:r>
          </a:p>
        </p:txBody>
      </p:sp>
      <p:sp>
        <p:nvSpPr>
          <p:cNvPr id="125" name="TextBox 124">
            <a:extLst>
              <a:ext uri="{FF2B5EF4-FFF2-40B4-BE49-F238E27FC236}">
                <a16:creationId xmlns:a16="http://schemas.microsoft.com/office/drawing/2014/main" id="{65C1A364-B12D-9F8B-61D4-E74D367BD168}"/>
              </a:ext>
            </a:extLst>
          </p:cNvPr>
          <p:cNvSpPr txBox="1">
            <a:spLocks/>
          </p:cNvSpPr>
          <p:nvPr/>
        </p:nvSpPr>
        <p:spPr>
          <a:xfrm>
            <a:off x="3850009" y="4816056"/>
            <a:ext cx="880877" cy="30777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Fine periodo di offerta</a:t>
            </a:r>
          </a:p>
        </p:txBody>
      </p:sp>
      <p:sp>
        <p:nvSpPr>
          <p:cNvPr id="128" name="TextBox 127">
            <a:extLst>
              <a:ext uri="{FF2B5EF4-FFF2-40B4-BE49-F238E27FC236}">
                <a16:creationId xmlns:a16="http://schemas.microsoft.com/office/drawing/2014/main" id="{23C4969D-7AD5-F367-65CF-AA02EC07FDF1}"/>
              </a:ext>
            </a:extLst>
          </p:cNvPr>
          <p:cNvSpPr txBox="1">
            <a:spLocks/>
          </p:cNvSpPr>
          <p:nvPr/>
        </p:nvSpPr>
        <p:spPr>
          <a:xfrm>
            <a:off x="5333739" y="1787517"/>
            <a:ext cx="1331920" cy="61555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P</a:t>
            </a:r>
            <a:r>
              <a:rPr kumimoji="0" lang="it-IT" sz="1000" b="0" i="0" u="none" strike="noStrike" kern="0" cap="none" spc="0" normalizeH="0" baseline="0" noProof="0" err="1">
                <a:ln>
                  <a:noFill/>
                </a:ln>
                <a:solidFill>
                  <a:srgbClr val="000000"/>
                </a:solidFill>
                <a:effectLst/>
                <a:uLnTx/>
                <a:uFillTx/>
                <a:cs typeface="Arial" panose="020B0604020202020204" pitchFamily="34" charset="0"/>
                <a:sym typeface=""/>
              </a:rPr>
              <a:t>ubblicazione</a:t>
            </a: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 avviso convocazione Assemblea MPS per nomina CdA</a:t>
            </a:r>
          </a:p>
        </p:txBody>
      </p:sp>
      <p:sp>
        <p:nvSpPr>
          <p:cNvPr id="131" name="Speech Bubble: Rectangle 130">
            <a:extLst>
              <a:ext uri="{FF2B5EF4-FFF2-40B4-BE49-F238E27FC236}">
                <a16:creationId xmlns:a16="http://schemas.microsoft.com/office/drawing/2014/main" id="{CDB96C52-4B2A-E75E-6317-E141BCB3224B}"/>
              </a:ext>
            </a:extLst>
          </p:cNvPr>
          <p:cNvSpPr/>
          <p:nvPr/>
        </p:nvSpPr>
        <p:spPr bwMode="gray">
          <a:xfrm>
            <a:off x="9161292" y="6148717"/>
            <a:ext cx="2320621" cy="454346"/>
          </a:xfrm>
          <a:prstGeom prst="wedgeRectCallout">
            <a:avLst>
              <a:gd name="adj1" fmla="val -24357"/>
              <a:gd name="adj2" fmla="val -64698"/>
            </a:avLst>
          </a:prstGeom>
          <a:solidFill>
            <a:srgbClr val="FFFFFF"/>
          </a:solidFill>
          <a:ln w="3175" algn="ctr">
            <a:solidFill>
              <a:srgbClr val="FFFFFF">
                <a:lumMod val="85000"/>
              </a:srgbClr>
            </a:solidFill>
            <a:miter lim="800000"/>
            <a:headEnd/>
            <a:tailEnd/>
          </a:ln>
        </p:spPr>
        <p:txBody>
          <a:bodyPr wrap="square" lIns="36000" tIns="36000" rIns="36000" bIns="36000" rtlCol="0" anchor="ctr">
            <a:spAutoFit/>
          </a:bodyPr>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it-IT" sz="800" b="0" i="0" u="none" strike="noStrike" kern="0" cap="none" spc="0" normalizeH="0" baseline="0" noProof="0">
                <a:ln>
                  <a:noFill/>
                </a:ln>
                <a:solidFill>
                  <a:srgbClr val="000000"/>
                </a:solidFill>
                <a:effectLst/>
                <a:uLnTx/>
                <a:uFillTx/>
              </a:rPr>
              <a:t>Possibilità di nomina nuovo CDA a +40 con conseguente maggiore flessibilità temporale tuttavia tale opzione non dipende da ISP</a:t>
            </a:r>
          </a:p>
        </p:txBody>
      </p:sp>
      <p:sp>
        <p:nvSpPr>
          <p:cNvPr id="132" name="Speech Bubble: Rectangle 131">
            <a:extLst>
              <a:ext uri="{FF2B5EF4-FFF2-40B4-BE49-F238E27FC236}">
                <a16:creationId xmlns:a16="http://schemas.microsoft.com/office/drawing/2014/main" id="{5FC43232-60A7-43C0-7CE5-D6C160438BB7}"/>
              </a:ext>
            </a:extLst>
          </p:cNvPr>
          <p:cNvSpPr/>
          <p:nvPr/>
        </p:nvSpPr>
        <p:spPr bwMode="gray">
          <a:xfrm>
            <a:off x="10692508" y="4032866"/>
            <a:ext cx="1100679" cy="863432"/>
          </a:xfrm>
          <a:prstGeom prst="wedgeRectCallout">
            <a:avLst>
              <a:gd name="adj1" fmla="val -53254"/>
              <a:gd name="adj2" fmla="val -67467"/>
            </a:avLst>
          </a:prstGeom>
          <a:solidFill>
            <a:srgbClr val="FFFFFF"/>
          </a:solidFill>
          <a:ln w="3175" algn="ctr">
            <a:solidFill>
              <a:srgbClr val="FFFFFF">
                <a:lumMod val="85000"/>
              </a:srgbClr>
            </a:solidFill>
            <a:miter lim="800000"/>
            <a:headEnd/>
            <a:tailEnd/>
          </a:ln>
        </p:spPr>
        <p:txBody>
          <a:bodyPr wrap="square" lIns="36000" tIns="36000" rIns="36000" bIns="36000" rtlCol="0" anchor="ctr">
            <a:spAutoFit/>
          </a:bodyPr>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it-IT" sz="700" b="0" i="0" u="none" strike="noStrike" kern="0" cap="none" spc="0" normalizeH="0" baseline="0" noProof="0">
                <a:ln>
                  <a:noFill/>
                </a:ln>
                <a:solidFill>
                  <a:srgbClr val="000000"/>
                </a:solidFill>
                <a:effectLst/>
                <a:uLnTx/>
                <a:uFillTx/>
              </a:rPr>
              <a:t>Minore tempo a disposizione per effettuare le analisi necessarie al Carve-Out, a seguito del posticipo della data di Take-Control</a:t>
            </a:r>
          </a:p>
        </p:txBody>
      </p:sp>
      <p:sp>
        <p:nvSpPr>
          <p:cNvPr id="133" name="Rectangle 132">
            <a:extLst>
              <a:ext uri="{FF2B5EF4-FFF2-40B4-BE49-F238E27FC236}">
                <a16:creationId xmlns:a16="http://schemas.microsoft.com/office/drawing/2014/main" id="{D3BBA5E1-C9C2-B3B6-75BD-8766D4956C20}"/>
              </a:ext>
            </a:extLst>
          </p:cNvPr>
          <p:cNvSpPr/>
          <p:nvPr/>
        </p:nvSpPr>
        <p:spPr bwMode="gray">
          <a:xfrm>
            <a:off x="348542" y="1085992"/>
            <a:ext cx="3349518" cy="257469"/>
          </a:xfrm>
          <a:prstGeom prst="rect">
            <a:avLst/>
          </a:prstGeom>
          <a:solidFill>
            <a:srgbClr val="406B9B"/>
          </a:solidFill>
          <a:ln w="3175" cap="flat" cmpd="sng" algn="ctr">
            <a:noFill/>
            <a:prstDash val="solid"/>
          </a:ln>
          <a:effectLst/>
        </p:spPr>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10000"/>
              </a:lnSpc>
              <a:spcBef>
                <a:spcPts val="0"/>
              </a:spcBef>
              <a:spcAft>
                <a:spcPts val="0"/>
              </a:spcAft>
              <a:buClr>
                <a:srgbClr val="003A79"/>
              </a:buClr>
              <a:buSzPct val="100000"/>
              <a:buFontTx/>
              <a:buNone/>
              <a:tabLst/>
              <a:defRPr/>
            </a:pPr>
            <a:r>
              <a:rPr kumimoji="0" lang="it-IT" sz="1050" b="1" i="0" u="none" strike="noStrike" kern="0" cap="none" spc="0" normalizeH="0" baseline="0" noProof="0">
                <a:ln>
                  <a:noFill/>
                </a:ln>
                <a:solidFill>
                  <a:srgbClr val="FFFFFF"/>
                </a:solidFill>
                <a:effectLst/>
                <a:uLnTx/>
                <a:uFillTx/>
                <a:cs typeface="Arial"/>
              </a:rPr>
              <a:t>2026</a:t>
            </a:r>
          </a:p>
        </p:txBody>
      </p:sp>
      <p:sp>
        <p:nvSpPr>
          <p:cNvPr id="134" name="Rectangle 133">
            <a:extLst>
              <a:ext uri="{FF2B5EF4-FFF2-40B4-BE49-F238E27FC236}">
                <a16:creationId xmlns:a16="http://schemas.microsoft.com/office/drawing/2014/main" id="{4C205CA9-50E9-B8DD-3AEB-F01678468F40}"/>
              </a:ext>
            </a:extLst>
          </p:cNvPr>
          <p:cNvSpPr/>
          <p:nvPr/>
        </p:nvSpPr>
        <p:spPr bwMode="gray">
          <a:xfrm>
            <a:off x="3698060" y="1085992"/>
            <a:ext cx="8202852" cy="257469"/>
          </a:xfrm>
          <a:prstGeom prst="rect">
            <a:avLst/>
          </a:prstGeom>
          <a:solidFill>
            <a:srgbClr val="003A79"/>
          </a:solidFill>
          <a:ln w="3175" cap="flat" cmpd="sng" algn="ctr">
            <a:noFill/>
            <a:prstDash val="solid"/>
          </a:ln>
          <a:effectLst/>
        </p:spPr>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10000"/>
              </a:lnSpc>
              <a:spcBef>
                <a:spcPts val="0"/>
              </a:spcBef>
              <a:spcAft>
                <a:spcPts val="0"/>
              </a:spcAft>
              <a:buClr>
                <a:srgbClr val="003A79"/>
              </a:buClr>
              <a:buSzPct val="100000"/>
              <a:buFontTx/>
              <a:buNone/>
              <a:tabLst/>
              <a:defRPr/>
            </a:pPr>
            <a:r>
              <a:rPr kumimoji="0" lang="it-IT" sz="1050" b="1" i="0" u="none" strike="noStrike" kern="0" cap="none" spc="0" normalizeH="0" baseline="0" noProof="0">
                <a:ln>
                  <a:noFill/>
                </a:ln>
                <a:solidFill>
                  <a:srgbClr val="FFFFFF"/>
                </a:solidFill>
                <a:effectLst/>
                <a:uLnTx/>
                <a:uFillTx/>
                <a:cs typeface="Arial"/>
              </a:rPr>
              <a:t>2027</a:t>
            </a:r>
          </a:p>
        </p:txBody>
      </p:sp>
      <p:sp>
        <p:nvSpPr>
          <p:cNvPr id="135" name="Speech Bubble: Rectangle 134">
            <a:extLst>
              <a:ext uri="{FF2B5EF4-FFF2-40B4-BE49-F238E27FC236}">
                <a16:creationId xmlns:a16="http://schemas.microsoft.com/office/drawing/2014/main" id="{36517279-7B99-E087-B611-CA8BB9F75C36}"/>
              </a:ext>
            </a:extLst>
          </p:cNvPr>
          <p:cNvSpPr/>
          <p:nvPr/>
        </p:nvSpPr>
        <p:spPr bwMode="gray">
          <a:xfrm>
            <a:off x="2463999" y="5347704"/>
            <a:ext cx="2190447" cy="360530"/>
          </a:xfrm>
          <a:prstGeom prst="wedgeRectCallout">
            <a:avLst>
              <a:gd name="adj1" fmla="val 27024"/>
              <a:gd name="adj2" fmla="val -88769"/>
            </a:avLst>
          </a:prstGeom>
          <a:solidFill>
            <a:srgbClr val="FCE8D9"/>
          </a:solidFill>
          <a:ln w="6350" cap="sq" cmpd="sng" algn="ctr">
            <a:solidFill>
              <a:srgbClr val="F18B40"/>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spAutoFit/>
          </a:bodyPr>
          <a:lstStyle/>
          <a:p>
            <a:pPr marL="0" marR="0" lvl="0" indent="0" defTabSz="914400" eaLnBrk="1" fontAlgn="auto" latinLnBrk="0" hangingPunct="1">
              <a:lnSpc>
                <a:spcPts val="900"/>
              </a:lnSpc>
              <a:spcBef>
                <a:spcPts val="0"/>
              </a:spcBef>
              <a:spcAft>
                <a:spcPts val="0"/>
              </a:spcAft>
              <a:buClrTx/>
              <a:buSzTx/>
              <a:buFontTx/>
              <a:buNone/>
              <a:tabLst/>
              <a:defRPr/>
            </a:pPr>
            <a:r>
              <a:rPr kumimoji="0" lang="it-IT" sz="800" b="0" i="0" u="none" strike="noStrike" kern="0" cap="none" spc="-20" normalizeH="0" baseline="0" noProof="0">
                <a:ln>
                  <a:noFill/>
                </a:ln>
                <a:solidFill>
                  <a:srgbClr val="000000"/>
                </a:solidFill>
                <a:effectLst/>
                <a:uLnTx/>
                <a:uFillTx/>
                <a:latin typeface="Century Gothic"/>
                <a:ea typeface="+mn-ea"/>
                <a:cs typeface="+mn-cs"/>
              </a:rPr>
              <a:t>Non considera tempistica di un eventuale riapertura dei termini / squeeze-out</a:t>
            </a:r>
          </a:p>
        </p:txBody>
      </p:sp>
      <p:sp>
        <p:nvSpPr>
          <p:cNvPr id="136" name="Speech Bubble: Rectangle 135">
            <a:extLst>
              <a:ext uri="{FF2B5EF4-FFF2-40B4-BE49-F238E27FC236}">
                <a16:creationId xmlns:a16="http://schemas.microsoft.com/office/drawing/2014/main" id="{CADED4B9-43D0-4D8A-E348-1A14C1807069}"/>
              </a:ext>
            </a:extLst>
          </p:cNvPr>
          <p:cNvSpPr/>
          <p:nvPr/>
        </p:nvSpPr>
        <p:spPr>
          <a:xfrm>
            <a:off x="1850780" y="2874223"/>
            <a:ext cx="1694212" cy="622140"/>
          </a:xfrm>
          <a:prstGeom prst="wedgeRectCallout">
            <a:avLst>
              <a:gd name="adj1" fmla="val -24899"/>
              <a:gd name="adj2" fmla="val -75967"/>
            </a:avLst>
          </a:prstGeom>
          <a:solidFill>
            <a:schemeClr val="bg1"/>
          </a:solidFill>
          <a:ln w="6350" cap="sq" cmpd="sng" algn="ctr">
            <a:solidFill>
              <a:srgbClr val="F18B40"/>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it-IT" sz="800" b="0" i="0" u="none" strike="noStrike" kern="0" cap="none" spc="0" normalizeH="0" baseline="0" noProof="0" err="1">
                <a:ln>
                  <a:noFill/>
                </a:ln>
                <a:solidFill>
                  <a:srgbClr val="000000"/>
                </a:solidFill>
                <a:effectLst/>
                <a:uLnTx/>
                <a:uFillTx/>
                <a:latin typeface="Century Gothic"/>
                <a:ea typeface="+mn-ea"/>
                <a:cs typeface="+mn-cs"/>
              </a:rPr>
              <a:t>W</a:t>
            </a:r>
            <a:r>
              <a:rPr kumimoji="0" lang="it-IT" sz="800" b="0" i="1" u="none" strike="noStrike" kern="0" cap="none" spc="0" normalizeH="0" baseline="0" noProof="0" err="1">
                <a:ln>
                  <a:noFill/>
                </a:ln>
                <a:solidFill>
                  <a:srgbClr val="000000"/>
                </a:solidFill>
                <a:effectLst/>
                <a:uLnTx/>
                <a:uFillTx/>
                <a:latin typeface="Century Gothic"/>
                <a:ea typeface="+mn-ea"/>
                <a:cs typeface="+mn-cs"/>
              </a:rPr>
              <a:t>hat-if</a:t>
            </a:r>
            <a:r>
              <a:rPr kumimoji="0" lang="it-IT" sz="800" b="0" i="1" u="none" strike="noStrike" kern="0" cap="none" spc="0" normalizeH="0" baseline="0" noProof="0">
                <a:ln>
                  <a:noFill/>
                </a:ln>
                <a:solidFill>
                  <a:srgbClr val="000000"/>
                </a:solidFill>
                <a:effectLst/>
                <a:uLnTx/>
                <a:uFillTx/>
                <a:latin typeface="Century Gothic"/>
                <a:ea typeface="+mn-ea"/>
                <a:cs typeface="+mn-cs"/>
              </a:rPr>
              <a:t> </a:t>
            </a:r>
            <a:r>
              <a:rPr kumimoji="0" lang="it-IT" sz="800" b="0" i="0" u="none" strike="noStrike" kern="0" cap="none" spc="0" normalizeH="0" baseline="0" noProof="0">
                <a:ln>
                  <a:noFill/>
                </a:ln>
                <a:solidFill>
                  <a:srgbClr val="000000"/>
                </a:solidFill>
                <a:effectLst/>
                <a:uLnTx/>
                <a:uFillTx/>
                <a:latin typeface="Century Gothic"/>
                <a:ea typeface="+mn-ea"/>
                <a:cs typeface="+mn-cs"/>
              </a:rPr>
              <a:t>su probabile aumento di capitale necessari per le </a:t>
            </a:r>
            <a:r>
              <a:rPr kumimoji="0" lang="it-IT" sz="800" b="1" i="0" u="none" strike="noStrike" kern="0" cap="none" spc="0" normalizeH="0" baseline="0" noProof="0">
                <a:ln>
                  <a:noFill/>
                </a:ln>
                <a:solidFill>
                  <a:srgbClr val="F18B40"/>
                </a:solidFill>
                <a:effectLst/>
                <a:uLnTx/>
                <a:uFillTx/>
                <a:latin typeface="Century Gothic"/>
                <a:ea typeface="+mn-ea"/>
                <a:cs typeface="+mn-cs"/>
              </a:rPr>
              <a:t>due OPS su Banco BPM e Banca Generali</a:t>
            </a:r>
            <a:r>
              <a:rPr kumimoji="0" lang="it-IT" sz="800" b="1" i="0" u="none" strike="noStrike" kern="0" cap="none" spc="0" normalizeH="0" baseline="0" noProof="0">
                <a:ln>
                  <a:noFill/>
                </a:ln>
                <a:solidFill>
                  <a:srgbClr val="003A79"/>
                </a:solidFill>
                <a:effectLst/>
                <a:uLnTx/>
                <a:uFillTx/>
                <a:latin typeface="Century Gothic"/>
                <a:ea typeface="+mn-ea"/>
                <a:cs typeface="+mn-cs"/>
              </a:rPr>
              <a:t> </a:t>
            </a:r>
            <a:r>
              <a:rPr kumimoji="0" lang="it-IT" sz="800" b="0" i="0" u="none" strike="noStrike" kern="0" cap="none" spc="0" normalizeH="0" baseline="0" noProof="0">
                <a:ln>
                  <a:noFill/>
                </a:ln>
                <a:solidFill>
                  <a:srgbClr val="000000"/>
                </a:solidFill>
                <a:effectLst/>
                <a:uLnTx/>
                <a:uFillTx/>
                <a:latin typeface="Century Gothic"/>
                <a:ea typeface="+mn-ea"/>
                <a:cs typeface="+mn-cs"/>
              </a:rPr>
              <a:t>(aumento o no)</a:t>
            </a:r>
          </a:p>
        </p:txBody>
      </p:sp>
      <p:sp>
        <p:nvSpPr>
          <p:cNvPr id="137" name="Speech Bubble: Rectangle 136">
            <a:extLst>
              <a:ext uri="{FF2B5EF4-FFF2-40B4-BE49-F238E27FC236}">
                <a16:creationId xmlns:a16="http://schemas.microsoft.com/office/drawing/2014/main" id="{1C0FCE47-719E-2A00-85C8-2A40ECD4DD93}"/>
              </a:ext>
            </a:extLst>
          </p:cNvPr>
          <p:cNvSpPr/>
          <p:nvPr/>
        </p:nvSpPr>
        <p:spPr>
          <a:xfrm>
            <a:off x="10787320" y="1393654"/>
            <a:ext cx="1217978" cy="745250"/>
          </a:xfrm>
          <a:prstGeom prst="wedgeRectCallout">
            <a:avLst>
              <a:gd name="adj1" fmla="val 19947"/>
              <a:gd name="adj2" fmla="val 63887"/>
            </a:avLst>
          </a:prstGeom>
          <a:solidFill>
            <a:srgbClr val="FFFFFF"/>
          </a:solidFill>
          <a:ln w="6350" cap="sq" cmpd="sng" algn="ctr">
            <a:solidFill>
              <a:srgbClr val="000000"/>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it-IT" sz="800" b="0" i="0" u="none" strike="noStrike" kern="0" cap="none" spc="0" normalizeH="0" baseline="0" noProof="0" err="1">
                <a:ln>
                  <a:noFill/>
                </a:ln>
                <a:solidFill>
                  <a:srgbClr val="000000"/>
                </a:solidFill>
                <a:effectLst/>
                <a:uLnTx/>
                <a:uFillTx/>
                <a:latin typeface="Century Gothic"/>
                <a:ea typeface="+mn-ea"/>
                <a:cs typeface="+mn-cs"/>
              </a:rPr>
              <a:t>W</a:t>
            </a:r>
            <a:r>
              <a:rPr kumimoji="0" lang="it-IT" sz="800" b="0" i="1" u="none" strike="noStrike" kern="0" cap="none" spc="0" normalizeH="0" baseline="0" noProof="0" err="1">
                <a:ln>
                  <a:noFill/>
                </a:ln>
                <a:solidFill>
                  <a:srgbClr val="000000"/>
                </a:solidFill>
                <a:effectLst/>
                <a:uLnTx/>
                <a:uFillTx/>
                <a:latin typeface="Century Gothic"/>
                <a:ea typeface="+mn-ea"/>
                <a:cs typeface="+mn-cs"/>
              </a:rPr>
              <a:t>hat-if</a:t>
            </a:r>
            <a:r>
              <a:rPr kumimoji="0" lang="it-IT" sz="800" b="0" i="1" u="none" strike="noStrike" kern="0" cap="none" spc="0" normalizeH="0" baseline="0" noProof="0">
                <a:ln>
                  <a:noFill/>
                </a:ln>
                <a:solidFill>
                  <a:srgbClr val="000000"/>
                </a:solidFill>
                <a:effectLst/>
                <a:uLnTx/>
                <a:uFillTx/>
                <a:latin typeface="Century Gothic"/>
                <a:ea typeface="+mn-ea"/>
                <a:cs typeface="+mn-cs"/>
              </a:rPr>
              <a:t> </a:t>
            </a:r>
            <a:r>
              <a:rPr kumimoji="0" lang="it-IT" sz="800" b="0" i="0" u="none" strike="noStrike" kern="0" cap="none" spc="0" normalizeH="0" baseline="0" noProof="0">
                <a:ln>
                  <a:noFill/>
                </a:ln>
                <a:solidFill>
                  <a:srgbClr val="000000"/>
                </a:solidFill>
                <a:effectLst/>
                <a:uLnTx/>
                <a:uFillTx/>
                <a:latin typeface="Century Gothic"/>
                <a:ea typeface="+mn-ea"/>
                <a:cs typeface="+mn-cs"/>
              </a:rPr>
              <a:t>su </a:t>
            </a:r>
            <a:r>
              <a:rPr kumimoji="0" lang="it-IT" sz="800" b="1" i="0" u="none" strike="noStrike" kern="0" cap="none" spc="0" normalizeH="0" baseline="0" noProof="0">
                <a:ln>
                  <a:noFill/>
                </a:ln>
                <a:solidFill>
                  <a:srgbClr val="003A79"/>
                </a:solidFill>
                <a:effectLst/>
                <a:uLnTx/>
                <a:uFillTx/>
                <a:latin typeface="Century Gothic"/>
                <a:ea typeface="+mn-ea"/>
                <a:cs typeface="+mn-cs"/>
              </a:rPr>
              <a:t>possibile necessità di </a:t>
            </a:r>
            <a:r>
              <a:rPr kumimoji="0" lang="it-IT" sz="800" b="1" i="0" u="none" strike="noStrike" kern="0" cap="none" spc="0" normalizeH="0" baseline="0" noProof="0" err="1">
                <a:ln>
                  <a:noFill/>
                </a:ln>
                <a:solidFill>
                  <a:srgbClr val="003A79"/>
                </a:solidFill>
                <a:effectLst/>
                <a:uLnTx/>
                <a:uFillTx/>
                <a:latin typeface="Century Gothic"/>
                <a:ea typeface="+mn-ea"/>
                <a:cs typeface="+mn-cs"/>
              </a:rPr>
              <a:t>ri</a:t>
            </a:r>
            <a:r>
              <a:rPr kumimoji="0" lang="it-IT" sz="800" b="1" i="0" u="none" strike="noStrike" kern="0" cap="none" spc="0" normalizeH="0" baseline="0" noProof="0">
                <a:ln>
                  <a:noFill/>
                </a:ln>
                <a:solidFill>
                  <a:srgbClr val="003A79"/>
                </a:solidFill>
                <a:effectLst/>
                <a:uLnTx/>
                <a:uFillTx/>
                <a:latin typeface="Century Gothic"/>
                <a:ea typeface="+mn-ea"/>
                <a:cs typeface="+mn-cs"/>
              </a:rPr>
              <a:t>-negoziazione dell’’accordo Unipol </a:t>
            </a:r>
            <a:r>
              <a:rPr kumimoji="0" lang="it-IT" sz="800" b="0" i="0" u="none" strike="noStrike" kern="0" cap="none" spc="0" normalizeH="0" baseline="0" noProof="0">
                <a:ln>
                  <a:noFill/>
                </a:ln>
                <a:solidFill>
                  <a:srgbClr val="000000"/>
                </a:solidFill>
                <a:effectLst/>
                <a:uLnTx/>
                <a:uFillTx/>
                <a:latin typeface="Century Gothic"/>
                <a:ea typeface="+mn-ea"/>
                <a:cs typeface="+mn-cs"/>
              </a:rPr>
              <a:t>(da rinegoziare o no)</a:t>
            </a:r>
          </a:p>
        </p:txBody>
      </p:sp>
      <p:sp>
        <p:nvSpPr>
          <p:cNvPr id="138" name="Speech Bubble: Rectangle 137">
            <a:extLst>
              <a:ext uri="{FF2B5EF4-FFF2-40B4-BE49-F238E27FC236}">
                <a16:creationId xmlns:a16="http://schemas.microsoft.com/office/drawing/2014/main" id="{CBD49E50-D714-5598-ACAE-16C4BB52CA2E}"/>
              </a:ext>
            </a:extLst>
          </p:cNvPr>
          <p:cNvSpPr/>
          <p:nvPr/>
        </p:nvSpPr>
        <p:spPr>
          <a:xfrm>
            <a:off x="9130529" y="5134067"/>
            <a:ext cx="1545129" cy="375919"/>
          </a:xfrm>
          <a:prstGeom prst="wedgeRectCallout">
            <a:avLst>
              <a:gd name="adj1" fmla="val -24615"/>
              <a:gd name="adj2" fmla="val -79143"/>
            </a:avLst>
          </a:prstGeom>
          <a:solidFill>
            <a:schemeClr val="bg1"/>
          </a:solidFill>
          <a:ln w="6350" cap="sq" cmpd="sng" algn="ctr">
            <a:solidFill>
              <a:srgbClr val="F18B40"/>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it-IT" sz="800" b="0" i="0" u="none" strike="noStrike" kern="0" cap="none" spc="0" normalizeH="0" baseline="0" noProof="0" err="1">
                <a:ln>
                  <a:noFill/>
                </a:ln>
                <a:solidFill>
                  <a:srgbClr val="000000"/>
                </a:solidFill>
                <a:effectLst/>
                <a:uLnTx/>
                <a:uFillTx/>
                <a:latin typeface="Century Gothic"/>
                <a:ea typeface="+mn-ea"/>
                <a:cs typeface="+mn-cs"/>
              </a:rPr>
              <a:t>W</a:t>
            </a:r>
            <a:r>
              <a:rPr kumimoji="0" lang="it-IT" sz="800" b="0" i="1" u="none" strike="noStrike" kern="0" cap="none" spc="0" normalizeH="0" baseline="0" noProof="0" err="1">
                <a:ln>
                  <a:noFill/>
                </a:ln>
                <a:solidFill>
                  <a:srgbClr val="000000"/>
                </a:solidFill>
                <a:effectLst/>
                <a:uLnTx/>
                <a:uFillTx/>
                <a:latin typeface="Century Gothic"/>
                <a:ea typeface="+mn-ea"/>
                <a:cs typeface="+mn-cs"/>
              </a:rPr>
              <a:t>hat-if</a:t>
            </a:r>
            <a:r>
              <a:rPr kumimoji="0" lang="it-IT" sz="800" b="0" i="1" u="none" strike="noStrike" kern="0" cap="none" spc="0" normalizeH="0" baseline="0" noProof="0">
                <a:ln>
                  <a:noFill/>
                </a:ln>
                <a:solidFill>
                  <a:srgbClr val="000000"/>
                </a:solidFill>
                <a:effectLst/>
                <a:uLnTx/>
                <a:uFillTx/>
                <a:latin typeface="Century Gothic"/>
                <a:ea typeface="+mn-ea"/>
                <a:cs typeface="+mn-cs"/>
              </a:rPr>
              <a:t> </a:t>
            </a:r>
            <a:r>
              <a:rPr kumimoji="0" lang="it-IT" sz="800" b="0" i="0" u="none" strike="noStrike" kern="0" cap="none" spc="0" normalizeH="0" baseline="0" noProof="0">
                <a:ln>
                  <a:noFill/>
                </a:ln>
                <a:solidFill>
                  <a:srgbClr val="000000"/>
                </a:solidFill>
                <a:effectLst/>
                <a:uLnTx/>
                <a:uFillTx/>
                <a:latin typeface="Century Gothic"/>
                <a:ea typeface="+mn-ea"/>
                <a:cs typeface="+mn-cs"/>
              </a:rPr>
              <a:t>su </a:t>
            </a:r>
            <a:r>
              <a:rPr kumimoji="0" lang="it-IT" sz="800" b="1" i="0" u="none" strike="noStrike" kern="0" cap="none" spc="0" normalizeH="0" baseline="0" noProof="0">
                <a:ln>
                  <a:noFill/>
                </a:ln>
                <a:solidFill>
                  <a:srgbClr val="F18B40"/>
                </a:solidFill>
                <a:effectLst/>
                <a:uLnTx/>
                <a:uFillTx/>
                <a:latin typeface="Century Gothic"/>
                <a:ea typeface="+mn-ea"/>
                <a:cs typeface="+mn-cs"/>
              </a:rPr>
              <a:t>dimissioni del CdA di MPS </a:t>
            </a:r>
            <a:r>
              <a:rPr kumimoji="0" lang="it-IT" sz="800" b="0" i="0" u="none" strike="noStrike" kern="0" cap="none" spc="0" normalizeH="0" baseline="0" noProof="0">
                <a:ln>
                  <a:noFill/>
                </a:ln>
                <a:solidFill>
                  <a:srgbClr val="000000"/>
                </a:solidFill>
                <a:effectLst/>
                <a:uLnTx/>
                <a:uFillTx/>
                <a:latin typeface="Century Gothic"/>
                <a:ea typeface="+mn-ea"/>
                <a:cs typeface="+mn-cs"/>
              </a:rPr>
              <a:t>(dimesso o ostile)</a:t>
            </a:r>
          </a:p>
        </p:txBody>
      </p:sp>
      <p:sp>
        <p:nvSpPr>
          <p:cNvPr id="139" name="TrackerNumWhite 182">
            <a:extLst>
              <a:ext uri="{FF2B5EF4-FFF2-40B4-BE49-F238E27FC236}">
                <a16:creationId xmlns:a16="http://schemas.microsoft.com/office/drawing/2014/main" id="{B54ED67D-3AAA-794E-6E79-FEC848C9BE9B}"/>
              </a:ext>
            </a:extLst>
          </p:cNvPr>
          <p:cNvSpPr/>
          <p:nvPr>
            <p:custDataLst>
              <p:tags r:id="rId23"/>
            </p:custDataLst>
          </p:nvPr>
        </p:nvSpPr>
        <p:spPr>
          <a:xfrm>
            <a:off x="10035310" y="4461161"/>
            <a:ext cx="187766" cy="188112"/>
          </a:xfrm>
          <a:prstGeom prst="ellipse">
            <a:avLst/>
          </a:prstGeom>
          <a:solidFill>
            <a:srgbClr val="F18B40"/>
          </a:solidFill>
          <a:ln w="6350" cap="sq" cmpd="sng" algn="ctr">
            <a:solidFill>
              <a:srgbClr val="FFFFFF"/>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100" b="1" i="0" u="none" strike="noStrike" kern="0" cap="none" spc="0" normalizeH="0" baseline="0" noProof="0">
                <a:ln>
                  <a:noFill/>
                </a:ln>
                <a:solidFill>
                  <a:srgbClr val="FFFFFF"/>
                </a:solidFill>
                <a:effectLst/>
                <a:uLnTx/>
                <a:uFillTx/>
                <a:latin typeface="Century Gothic"/>
                <a:ea typeface="+mn-ea"/>
                <a:cs typeface="+mn-cs"/>
              </a:rPr>
              <a:t>4</a:t>
            </a:r>
          </a:p>
        </p:txBody>
      </p:sp>
      <p:sp>
        <p:nvSpPr>
          <p:cNvPr id="140" name="TextBox 139">
            <a:extLst>
              <a:ext uri="{FF2B5EF4-FFF2-40B4-BE49-F238E27FC236}">
                <a16:creationId xmlns:a16="http://schemas.microsoft.com/office/drawing/2014/main" id="{15396D34-41D2-E2E3-E48B-68DAA5A29E8F}"/>
              </a:ext>
            </a:extLst>
          </p:cNvPr>
          <p:cNvSpPr txBox="1">
            <a:spLocks/>
          </p:cNvSpPr>
          <p:nvPr/>
        </p:nvSpPr>
        <p:spPr>
          <a:xfrm>
            <a:off x="4044178" y="1815059"/>
            <a:ext cx="1193727" cy="61555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accent1"/>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accent1"/>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it-IT" sz="1000" b="0" i="0" u="none" strike="noStrike" kern="0" cap="none" spc="0" normalizeH="0" baseline="0" noProof="0">
                <a:ln>
                  <a:noFill/>
                </a:ln>
                <a:solidFill>
                  <a:srgbClr val="000000"/>
                </a:solidFill>
                <a:effectLst/>
                <a:uLnTx/>
                <a:uFillTx/>
                <a:cs typeface="Arial" panose="020B0604020202020204" pitchFamily="34" charset="0"/>
                <a:sym typeface=""/>
              </a:rPr>
              <a:t>Settlement offerta e istanza di trasferimento partecipazione AG</a:t>
            </a:r>
          </a:p>
        </p:txBody>
      </p:sp>
      <p:sp>
        <p:nvSpPr>
          <p:cNvPr id="147" name="TrackerNumWhite 182">
            <a:extLst>
              <a:ext uri="{FF2B5EF4-FFF2-40B4-BE49-F238E27FC236}">
                <a16:creationId xmlns:a16="http://schemas.microsoft.com/office/drawing/2014/main" id="{EBD8AECA-E68E-4873-E578-6D7505D04A4F}"/>
              </a:ext>
            </a:extLst>
          </p:cNvPr>
          <p:cNvSpPr/>
          <p:nvPr>
            <p:custDataLst>
              <p:tags r:id="rId24"/>
            </p:custDataLst>
          </p:nvPr>
        </p:nvSpPr>
        <p:spPr>
          <a:xfrm>
            <a:off x="4577277" y="5430267"/>
            <a:ext cx="187766" cy="188112"/>
          </a:xfrm>
          <a:prstGeom prst="ellipse">
            <a:avLst/>
          </a:prstGeom>
          <a:solidFill>
            <a:srgbClr val="F18B40"/>
          </a:solidFill>
          <a:ln w="6350" cap="sq" cmpd="sng" algn="ctr">
            <a:solidFill>
              <a:srgbClr val="FFFFFF"/>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100" b="1" i="0" u="none" strike="noStrike" kern="0" cap="none" spc="0" normalizeH="0" baseline="0" noProof="0">
                <a:ln>
                  <a:noFill/>
                </a:ln>
                <a:solidFill>
                  <a:srgbClr val="FFFFFF"/>
                </a:solidFill>
                <a:effectLst/>
                <a:uLnTx/>
                <a:uFillTx/>
                <a:latin typeface="Century Gothic"/>
                <a:ea typeface="+mn-ea"/>
                <a:cs typeface="+mn-cs"/>
              </a:rPr>
              <a:t>2</a:t>
            </a:r>
          </a:p>
        </p:txBody>
      </p:sp>
      <p:sp>
        <p:nvSpPr>
          <p:cNvPr id="148" name="Speech Bubble: Rectangle 147">
            <a:extLst>
              <a:ext uri="{FF2B5EF4-FFF2-40B4-BE49-F238E27FC236}">
                <a16:creationId xmlns:a16="http://schemas.microsoft.com/office/drawing/2014/main" id="{35495A8C-1E40-A3BA-4F13-893AC1C1381F}"/>
              </a:ext>
            </a:extLst>
          </p:cNvPr>
          <p:cNvSpPr/>
          <p:nvPr/>
        </p:nvSpPr>
        <p:spPr>
          <a:xfrm>
            <a:off x="7162886" y="3765381"/>
            <a:ext cx="876964" cy="822195"/>
          </a:xfrm>
          <a:prstGeom prst="wedgeRectCallout">
            <a:avLst>
              <a:gd name="adj1" fmla="val -27098"/>
              <a:gd name="adj2" fmla="val 60695"/>
            </a:avLst>
          </a:prstGeom>
          <a:solidFill>
            <a:srgbClr val="FCE8D9"/>
          </a:solidFill>
          <a:ln w="6350" cap="sq" cmpd="sng" algn="ctr">
            <a:solidFill>
              <a:srgbClr val="F18B40"/>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spAutoFit/>
          </a:bodyPr>
          <a:lstStyle/>
          <a:p>
            <a:pPr marL="0" marR="0" lvl="0" indent="0" defTabSz="914400" eaLnBrk="1" fontAlgn="auto" latinLnBrk="0" hangingPunct="1">
              <a:lnSpc>
                <a:spcPts val="900"/>
              </a:lnSpc>
              <a:spcBef>
                <a:spcPts val="0"/>
              </a:spcBef>
              <a:spcAft>
                <a:spcPts val="0"/>
              </a:spcAft>
              <a:buClrTx/>
              <a:buSzTx/>
              <a:buFontTx/>
              <a:buNone/>
              <a:tabLst/>
              <a:defRPr/>
            </a:pPr>
            <a:r>
              <a:rPr kumimoji="0" lang="it-IT" sz="800" b="0" i="0" u="none" strike="noStrike" kern="0" cap="none" spc="-20" normalizeH="0" baseline="0" noProof="0" err="1">
                <a:ln>
                  <a:noFill/>
                </a:ln>
                <a:solidFill>
                  <a:srgbClr val="000000"/>
                </a:solidFill>
                <a:effectLst/>
                <a:uLnTx/>
                <a:uFillTx/>
                <a:latin typeface="Century Gothic"/>
                <a:ea typeface="+mn-ea"/>
                <a:cs typeface="+mn-cs"/>
              </a:rPr>
              <a:t>W</a:t>
            </a:r>
            <a:r>
              <a:rPr kumimoji="0" lang="it-IT" sz="800" b="0" i="1" u="none" strike="noStrike" kern="0" cap="none" spc="-20" normalizeH="0" baseline="0" noProof="0" err="1">
                <a:ln>
                  <a:noFill/>
                </a:ln>
                <a:solidFill>
                  <a:srgbClr val="000000"/>
                </a:solidFill>
                <a:effectLst/>
                <a:uLnTx/>
                <a:uFillTx/>
                <a:latin typeface="Century Gothic"/>
                <a:ea typeface="+mn-ea"/>
                <a:cs typeface="+mn-cs"/>
              </a:rPr>
              <a:t>hat-if</a:t>
            </a:r>
            <a:r>
              <a:rPr kumimoji="0" lang="it-IT" sz="800" b="0" i="1" u="none" strike="noStrike" kern="0" cap="none" spc="-20" normalizeH="0" baseline="0" noProof="0">
                <a:ln>
                  <a:noFill/>
                </a:ln>
                <a:solidFill>
                  <a:srgbClr val="000000"/>
                </a:solidFill>
                <a:effectLst/>
                <a:uLnTx/>
                <a:uFillTx/>
                <a:latin typeface="Century Gothic"/>
                <a:ea typeface="+mn-ea"/>
                <a:cs typeface="+mn-cs"/>
              </a:rPr>
              <a:t> </a:t>
            </a:r>
            <a:r>
              <a:rPr kumimoji="0" lang="it-IT" sz="800" b="0" i="0" u="none" strike="noStrike" kern="0" cap="none" spc="-20" normalizeH="0" baseline="0" noProof="0">
                <a:ln>
                  <a:noFill/>
                </a:ln>
                <a:solidFill>
                  <a:srgbClr val="000000"/>
                </a:solidFill>
                <a:effectLst/>
                <a:uLnTx/>
                <a:uFillTx/>
                <a:latin typeface="Century Gothic"/>
                <a:ea typeface="+mn-ea"/>
                <a:cs typeface="+mn-cs"/>
              </a:rPr>
              <a:t>su </a:t>
            </a:r>
            <a:r>
              <a:rPr kumimoji="0" lang="it-IT" sz="800" b="1" i="0" u="none" strike="noStrike" kern="0" cap="none" spc="-20" normalizeH="0" baseline="0" noProof="0">
                <a:ln>
                  <a:noFill/>
                </a:ln>
                <a:solidFill>
                  <a:srgbClr val="F18B40"/>
                </a:solidFill>
                <a:effectLst/>
                <a:uLnTx/>
                <a:uFillTx/>
                <a:latin typeface="Century Gothic"/>
                <a:ea typeface="+mn-ea"/>
                <a:cs typeface="+mn-cs"/>
              </a:rPr>
              <a:t>livello di integrazione IT, societaria, governance </a:t>
            </a:r>
            <a:r>
              <a:rPr kumimoji="0" lang="it-IT" sz="800" b="0" i="0" u="none" strike="noStrike" kern="0" cap="none" spc="-20" normalizeH="0" baseline="0" noProof="0">
                <a:ln>
                  <a:noFill/>
                </a:ln>
                <a:solidFill>
                  <a:srgbClr val="000000"/>
                </a:solidFill>
                <a:effectLst/>
                <a:uLnTx/>
                <a:uFillTx/>
                <a:latin typeface="Century Gothic"/>
                <a:ea typeface="+mn-ea"/>
                <a:cs typeface="+mn-cs"/>
              </a:rPr>
              <a:t>(integrato o no per ciascuno)</a:t>
            </a:r>
          </a:p>
        </p:txBody>
      </p:sp>
    </p:spTree>
    <p:extLst>
      <p:ext uri="{BB962C8B-B14F-4D97-AF65-F5344CB8AC3E}">
        <p14:creationId xmlns:p14="http://schemas.microsoft.com/office/powerpoint/2010/main" val="2178303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92A8E3D-62AB-F1CF-BC54-6E15CCCFA78A}"/>
              </a:ext>
            </a:extLst>
          </p:cNvPr>
          <p:cNvGraphicFramePr>
            <a:graphicFrameLocks/>
          </p:cNvGraphicFramePr>
          <p:nvPr>
            <p:custDataLst>
              <p:tags r:id="rId1"/>
            </p:custDataLst>
            <p:extLst>
              <p:ext uri="{D42A27DB-BD31-4B8C-83A1-F6EECF244321}">
                <p14:modId xmlns:p14="http://schemas.microsoft.com/office/powerpoint/2010/main" val="24242429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405" imgH="405" progId="TCLayout.ActiveDocument.1">
                  <p:embed/>
                </p:oleObj>
              </mc:Choice>
              <mc:Fallback>
                <p:oleObj name="think-cell Slide" r:id="rId13" imgW="405" imgH="405" progId="TCLayout.ActiveDocument.1">
                  <p:embed/>
                  <p:pic>
                    <p:nvPicPr>
                      <p:cNvPr id="8" name="thinkcell data - do not delete" hidden="1">
                        <a:extLst>
                          <a:ext uri="{FF2B5EF4-FFF2-40B4-BE49-F238E27FC236}">
                            <a16:creationId xmlns:a16="http://schemas.microsoft.com/office/drawing/2014/main" id="{392A8E3D-62AB-F1CF-BC54-6E15CCCFA78A}"/>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50D9C0-77B7-98C5-EA8E-7B0F0B867FF9}"/>
              </a:ext>
            </a:extLst>
          </p:cNvPr>
          <p:cNvSpPr>
            <a:spLocks noGrp="1"/>
          </p:cNvSpPr>
          <p:nvPr>
            <p:ph type="title"/>
          </p:nvPr>
        </p:nvSpPr>
        <p:spPr>
          <a:xfrm>
            <a:off x="554736" y="172212"/>
            <a:ext cx="11082528" cy="430887"/>
          </a:xfrm>
        </p:spPr>
        <p:txBody>
          <a:bodyPr vert="horz" rIns="0">
            <a:spAutoFit/>
          </a:bodyPr>
          <a:lstStyle/>
          <a:p>
            <a:r>
              <a:rPr lang="it-IT" sz="2800">
                <a:solidFill>
                  <a:schemeClr val="accent2"/>
                </a:solidFill>
              </a:rPr>
              <a:t>1. OPAS e M&amp;A | </a:t>
            </a:r>
            <a:r>
              <a:rPr lang="it-IT" sz="2800" err="1">
                <a:solidFill>
                  <a:srgbClr val="003A79"/>
                </a:solidFill>
              </a:rPr>
              <a:t>Overview</a:t>
            </a:r>
            <a:r>
              <a:rPr lang="it-IT" sz="2800">
                <a:solidFill>
                  <a:srgbClr val="003A79"/>
                </a:solidFill>
              </a:rPr>
              <a:t> milestone critiche e relativi scenari</a:t>
            </a:r>
            <a:endParaRPr lang="en-US">
              <a:solidFill>
                <a:srgbClr val="003A79"/>
              </a:solidFill>
            </a:endParaRPr>
          </a:p>
        </p:txBody>
      </p:sp>
      <p:sp>
        <p:nvSpPr>
          <p:cNvPr id="3" name="Subtitle 2">
            <a:extLst>
              <a:ext uri="{FF2B5EF4-FFF2-40B4-BE49-F238E27FC236}">
                <a16:creationId xmlns:a16="http://schemas.microsoft.com/office/drawing/2014/main" id="{00D2B35C-8D46-0A6D-5418-6645B0547619}"/>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228E1801-4EAD-BCF3-F78A-D89391C6E264}"/>
              </a:ext>
            </a:extLst>
          </p:cNvPr>
          <p:cNvSpPr>
            <a:spLocks noGrp="1"/>
          </p:cNvSpPr>
          <p:nvPr>
            <p:ph type="body" sz="quarter" idx="10"/>
          </p:nvPr>
        </p:nvSpPr>
        <p:spPr/>
        <p:txBody>
          <a:bodyPr/>
          <a:lstStyle/>
          <a:p>
            <a:endParaRPr lang="en-US"/>
          </a:p>
        </p:txBody>
      </p:sp>
      <p:sp>
        <p:nvSpPr>
          <p:cNvPr id="6" name="TextBox 5">
            <a:extLst>
              <a:ext uri="{FF2B5EF4-FFF2-40B4-BE49-F238E27FC236}">
                <a16:creationId xmlns:a16="http://schemas.microsoft.com/office/drawing/2014/main" id="{E50BC715-D533-BC37-4E80-20FE69C6A3E8}"/>
              </a:ext>
            </a:extLst>
          </p:cNvPr>
          <p:cNvSpPr txBox="1"/>
          <p:nvPr/>
        </p:nvSpPr>
        <p:spPr>
          <a:xfrm>
            <a:off x="554735" y="921585"/>
            <a:ext cx="1202945" cy="246221"/>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it-IT" b="1">
                <a:solidFill>
                  <a:schemeClr val="tx2"/>
                </a:solidFill>
              </a:rPr>
              <a:t>Snodo </a:t>
            </a:r>
          </a:p>
        </p:txBody>
      </p:sp>
      <p:sp>
        <p:nvSpPr>
          <p:cNvPr id="21" name="TextBox 20">
            <a:extLst>
              <a:ext uri="{FF2B5EF4-FFF2-40B4-BE49-F238E27FC236}">
                <a16:creationId xmlns:a16="http://schemas.microsoft.com/office/drawing/2014/main" id="{A0DB3DDE-FC23-5FA1-C0D9-B47824D5E503}"/>
              </a:ext>
            </a:extLst>
          </p:cNvPr>
          <p:cNvSpPr txBox="1"/>
          <p:nvPr/>
        </p:nvSpPr>
        <p:spPr>
          <a:xfrm>
            <a:off x="2606204" y="921585"/>
            <a:ext cx="2092088" cy="246221"/>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it-IT" b="1">
                <a:solidFill>
                  <a:schemeClr val="tx2"/>
                </a:solidFill>
              </a:rPr>
              <a:t>Opzioni in analisi</a:t>
            </a:r>
          </a:p>
        </p:txBody>
      </p:sp>
      <p:sp>
        <p:nvSpPr>
          <p:cNvPr id="82" name="TextBox 81">
            <a:extLst>
              <a:ext uri="{FF2B5EF4-FFF2-40B4-BE49-F238E27FC236}">
                <a16:creationId xmlns:a16="http://schemas.microsoft.com/office/drawing/2014/main" id="{5C7773F7-F441-2DDA-423B-747A60ED6C7A}"/>
              </a:ext>
            </a:extLst>
          </p:cNvPr>
          <p:cNvSpPr txBox="1"/>
          <p:nvPr/>
        </p:nvSpPr>
        <p:spPr>
          <a:xfrm>
            <a:off x="7106506" y="11334"/>
            <a:ext cx="5082768" cy="215444"/>
          </a:xfrm>
          <a:prstGeom prst="rect">
            <a:avLst/>
          </a:prstGeom>
          <a:solidFill>
            <a:srgbClr val="FFFF00"/>
          </a:solidFill>
          <a:ln w="6350">
            <a:noFill/>
            <a:miter lim="800000"/>
          </a:ln>
        </p:spPr>
        <p:txBody>
          <a:bodyPr wrap="square" lIns="72000" tIns="0" bIns="0">
            <a:spAutoFit/>
          </a:bodyPr>
          <a:lstStyle/>
          <a:p>
            <a:pPr>
              <a:spcBef>
                <a:spcPts val="300"/>
              </a:spcBef>
              <a:spcAft>
                <a:spcPts val="300"/>
              </a:spcAft>
            </a:pPr>
            <a:r>
              <a:rPr lang="it-IT" sz="1400" b="1" i="1">
                <a:solidFill>
                  <a:srgbClr val="000000"/>
                </a:solidFill>
              </a:rPr>
              <a:t>In corso approfondimenti  e finalizzazione con Pedersoli</a:t>
            </a:r>
          </a:p>
        </p:txBody>
      </p:sp>
      <p:sp>
        <p:nvSpPr>
          <p:cNvPr id="10" name="Rectangle: Rounded Corners 9">
            <a:extLst>
              <a:ext uri="{FF2B5EF4-FFF2-40B4-BE49-F238E27FC236}">
                <a16:creationId xmlns:a16="http://schemas.microsoft.com/office/drawing/2014/main" id="{D51B6DBC-EAD9-34F1-7317-E5464372EB82}"/>
              </a:ext>
            </a:extLst>
          </p:cNvPr>
          <p:cNvSpPr>
            <a:spLocks/>
          </p:cNvSpPr>
          <p:nvPr/>
        </p:nvSpPr>
        <p:spPr>
          <a:xfrm>
            <a:off x="554735" y="1295639"/>
            <a:ext cx="1905000" cy="853912"/>
          </a:xfrm>
          <a:prstGeom prst="roundRect">
            <a:avLst/>
          </a:prstGeom>
          <a:solidFill>
            <a:schemeClr val="accent2">
              <a:lumMod val="20000"/>
              <a:lumOff val="80000"/>
            </a:schemeClr>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36000" rIns="63500" bIns="63500" numCol="1" spcCol="0" rtlCol="0" fromWordArt="0" anchor="t" anchorCtr="0" forceAA="0" compatLnSpc="1">
            <a:prstTxWarp prst="textNoShape">
              <a:avLst/>
            </a:prstTxWarp>
            <a:noAutofit/>
          </a:bodyPr>
          <a:lstStyle/>
          <a:p>
            <a:pPr>
              <a:spcBef>
                <a:spcPts val="300"/>
              </a:spcBef>
              <a:spcAft>
                <a:spcPts val="300"/>
              </a:spcAft>
            </a:pPr>
            <a:r>
              <a:rPr lang="it-IT" sz="1400" b="1">
                <a:solidFill>
                  <a:srgbClr val="000000"/>
                </a:solidFill>
              </a:rPr>
              <a:t>Assemblea Straordinaria degli azionisti MPS</a:t>
            </a:r>
          </a:p>
        </p:txBody>
      </p:sp>
      <p:sp>
        <p:nvSpPr>
          <p:cNvPr id="12" name="Rectangle: Rounded Corners 11">
            <a:extLst>
              <a:ext uri="{FF2B5EF4-FFF2-40B4-BE49-F238E27FC236}">
                <a16:creationId xmlns:a16="http://schemas.microsoft.com/office/drawing/2014/main" id="{95E5FF00-8E98-0F1E-E896-FA6B9DFA194F}"/>
              </a:ext>
            </a:extLst>
          </p:cNvPr>
          <p:cNvSpPr>
            <a:spLocks/>
          </p:cNvSpPr>
          <p:nvPr/>
        </p:nvSpPr>
        <p:spPr>
          <a:xfrm>
            <a:off x="554735" y="2293098"/>
            <a:ext cx="1905000" cy="853912"/>
          </a:xfrm>
          <a:prstGeom prst="roundRect">
            <a:avLst/>
          </a:prstGeom>
          <a:solidFill>
            <a:schemeClr val="accent2">
              <a:lumMod val="20000"/>
              <a:lumOff val="80000"/>
            </a:schemeClr>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36000" rIns="63500" bIns="63500" numCol="1" spcCol="0" rtlCol="0" fromWordArt="0" anchor="ctr" anchorCtr="0" forceAA="0" compatLnSpc="1">
            <a:prstTxWarp prst="textNoShape">
              <a:avLst/>
            </a:prstTxWarp>
            <a:noAutofit/>
          </a:bodyPr>
          <a:lstStyle/>
          <a:p>
            <a:pPr>
              <a:spcBef>
                <a:spcPts val="300"/>
              </a:spcBef>
              <a:spcAft>
                <a:spcPts val="300"/>
              </a:spcAft>
            </a:pPr>
            <a:r>
              <a:rPr lang="it-IT" sz="1400" b="1">
                <a:solidFill>
                  <a:srgbClr val="000000"/>
                </a:solidFill>
              </a:rPr>
              <a:t> Squeeze-out</a:t>
            </a:r>
            <a:r>
              <a:rPr lang="it-IT" sz="1400">
                <a:solidFill>
                  <a:srgbClr val="000000"/>
                </a:solidFill>
              </a:rPr>
              <a:t> </a:t>
            </a:r>
          </a:p>
        </p:txBody>
      </p:sp>
      <p:sp>
        <p:nvSpPr>
          <p:cNvPr id="14" name="Rectangle: Rounded Corners 13">
            <a:extLst>
              <a:ext uri="{FF2B5EF4-FFF2-40B4-BE49-F238E27FC236}">
                <a16:creationId xmlns:a16="http://schemas.microsoft.com/office/drawing/2014/main" id="{85074E0E-9E73-C1B6-468D-4993344AAC57}"/>
              </a:ext>
            </a:extLst>
          </p:cNvPr>
          <p:cNvSpPr>
            <a:spLocks/>
          </p:cNvSpPr>
          <p:nvPr/>
        </p:nvSpPr>
        <p:spPr>
          <a:xfrm>
            <a:off x="554735" y="4285318"/>
            <a:ext cx="1905000" cy="853912"/>
          </a:xfrm>
          <a:prstGeom prst="roundRect">
            <a:avLst/>
          </a:prstGeom>
          <a:solidFill>
            <a:schemeClr val="accent2">
              <a:lumMod val="20000"/>
              <a:lumOff val="80000"/>
            </a:schemeClr>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36000" rIns="63500" bIns="63500" numCol="1" spcCol="0" rtlCol="0" fromWordArt="0" anchor="t" anchorCtr="0" forceAA="0" compatLnSpc="1">
            <a:prstTxWarp prst="textNoShape">
              <a:avLst/>
            </a:prstTxWarp>
            <a:noAutofit/>
          </a:bodyPr>
          <a:lstStyle/>
          <a:p>
            <a:pPr>
              <a:spcBef>
                <a:spcPts val="300"/>
              </a:spcBef>
              <a:spcAft>
                <a:spcPts val="300"/>
              </a:spcAft>
            </a:pPr>
            <a:r>
              <a:rPr lang="it-IT" sz="1400" b="1">
                <a:solidFill>
                  <a:srgbClr val="000000"/>
                </a:solidFill>
              </a:rPr>
              <a:t>Assemblea BMPS per la nomina del nuovo </a:t>
            </a:r>
            <a:r>
              <a:rPr lang="it-IT" sz="1400" b="1" err="1">
                <a:solidFill>
                  <a:srgbClr val="000000"/>
                </a:solidFill>
              </a:rPr>
              <a:t>CdA</a:t>
            </a:r>
            <a:endParaRPr lang="it-IT" sz="1400" b="1">
              <a:solidFill>
                <a:srgbClr val="000000"/>
              </a:solidFill>
            </a:endParaRPr>
          </a:p>
        </p:txBody>
      </p:sp>
      <p:sp>
        <p:nvSpPr>
          <p:cNvPr id="23" name="Rectangle: Rounded Corners 22">
            <a:extLst>
              <a:ext uri="{FF2B5EF4-FFF2-40B4-BE49-F238E27FC236}">
                <a16:creationId xmlns:a16="http://schemas.microsoft.com/office/drawing/2014/main" id="{ECA050E5-671B-6EA9-6C6C-D5C4D2184CD7}"/>
              </a:ext>
            </a:extLst>
          </p:cNvPr>
          <p:cNvSpPr>
            <a:spLocks/>
          </p:cNvSpPr>
          <p:nvPr/>
        </p:nvSpPr>
        <p:spPr>
          <a:xfrm>
            <a:off x="554735" y="5281426"/>
            <a:ext cx="1905000" cy="853912"/>
          </a:xfrm>
          <a:prstGeom prst="roundRect">
            <a:avLst/>
          </a:prstGeom>
          <a:solidFill>
            <a:schemeClr val="accent2">
              <a:lumMod val="20000"/>
              <a:lumOff val="80000"/>
            </a:schemeClr>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36000" rIns="63500" bIns="63500" numCol="1" spcCol="0" rtlCol="0" fromWordArt="0" anchor="t" anchorCtr="0" forceAA="0" compatLnSpc="1">
            <a:prstTxWarp prst="textNoShape">
              <a:avLst/>
            </a:prstTxWarp>
            <a:noAutofit/>
          </a:bodyPr>
          <a:lstStyle/>
          <a:p>
            <a:pPr>
              <a:spcBef>
                <a:spcPts val="300"/>
              </a:spcBef>
              <a:spcAft>
                <a:spcPts val="300"/>
              </a:spcAft>
            </a:pPr>
            <a:r>
              <a:rPr lang="it-IT" sz="1400" b="1">
                <a:solidFill>
                  <a:srgbClr val="000000"/>
                </a:solidFill>
              </a:rPr>
              <a:t>XXXX</a:t>
            </a:r>
          </a:p>
        </p:txBody>
      </p:sp>
      <p:sp>
        <p:nvSpPr>
          <p:cNvPr id="22" name="TextBox 21">
            <a:extLst>
              <a:ext uri="{FF2B5EF4-FFF2-40B4-BE49-F238E27FC236}">
                <a16:creationId xmlns:a16="http://schemas.microsoft.com/office/drawing/2014/main" id="{89DA194E-B335-732A-F438-E605D2F35EE9}"/>
              </a:ext>
            </a:extLst>
          </p:cNvPr>
          <p:cNvSpPr txBox="1">
            <a:spLocks/>
          </p:cNvSpPr>
          <p:nvPr/>
        </p:nvSpPr>
        <p:spPr>
          <a:xfrm>
            <a:off x="2606205" y="1318779"/>
            <a:ext cx="2092231" cy="354502"/>
          </a:xfrm>
          <a:prstGeom prst="rect">
            <a:avLst/>
          </a:prstGeom>
          <a:solidFill>
            <a:srgbClr val="F2F2F2"/>
          </a:solidFill>
          <a:ln w="3175">
            <a:solidFill>
              <a:srgbClr val="003A79"/>
            </a:solidFill>
            <a:prstDash val="solid"/>
            <a:miter lim="800000"/>
          </a:ln>
        </p:spPr>
        <p:txBody>
          <a:bodyPr wrap="square" lIns="36000" tIns="0" rIns="36000" bIns="0" anchor="ctr">
            <a:noAutofit/>
          </a:bodyPr>
          <a:lstStyle/>
          <a:p>
            <a:pPr algn="ctr">
              <a:lnSpc>
                <a:spcPct val="120000"/>
              </a:lnSpc>
              <a:spcBef>
                <a:spcPts val="300"/>
              </a:spcBef>
              <a:spcAft>
                <a:spcPts val="300"/>
              </a:spcAft>
            </a:pPr>
            <a:r>
              <a:rPr lang="it-IT" sz="1000" kern="0">
                <a:latin typeface="+mj-lt"/>
              </a:rPr>
              <a:t>Approvazione operazioni</a:t>
            </a:r>
            <a:endParaRPr lang="en-US" sz="1000">
              <a:latin typeface="+mj-lt"/>
              <a:ea typeface="Times New Roman" panose="02020603050405020304" pitchFamily="18" charset="0"/>
              <a:cs typeface="Aptos" panose="020B0004020202020204" pitchFamily="34" charset="0"/>
            </a:endParaRPr>
          </a:p>
        </p:txBody>
      </p:sp>
      <p:sp>
        <p:nvSpPr>
          <p:cNvPr id="26" name="TextBox 25">
            <a:extLst>
              <a:ext uri="{FF2B5EF4-FFF2-40B4-BE49-F238E27FC236}">
                <a16:creationId xmlns:a16="http://schemas.microsoft.com/office/drawing/2014/main" id="{973CD596-B3B3-ADB8-3D56-4996EA8F9AB8}"/>
              </a:ext>
            </a:extLst>
          </p:cNvPr>
          <p:cNvSpPr txBox="1">
            <a:spLocks/>
          </p:cNvSpPr>
          <p:nvPr/>
        </p:nvSpPr>
        <p:spPr>
          <a:xfrm>
            <a:off x="2606205" y="1771910"/>
            <a:ext cx="2092231" cy="354502"/>
          </a:xfrm>
          <a:prstGeom prst="rect">
            <a:avLst/>
          </a:prstGeom>
          <a:solidFill>
            <a:srgbClr val="ECF0F7"/>
          </a:solidFill>
          <a:ln w="3175">
            <a:solidFill>
              <a:srgbClr val="003A79"/>
            </a:solidFill>
            <a:prstDash val="solid"/>
            <a:miter lim="800000"/>
          </a:ln>
        </p:spPr>
        <p:txBody>
          <a:bodyPr wrap="square" lIns="36000" tIns="0" rIns="36000" bIns="0" anchor="ctr">
            <a:noAutofit/>
          </a:bodyPr>
          <a:lstStyle/>
          <a:p>
            <a:pPr algn="ctr">
              <a:lnSpc>
                <a:spcPct val="120000"/>
              </a:lnSpc>
              <a:spcBef>
                <a:spcPts val="300"/>
              </a:spcBef>
              <a:spcAft>
                <a:spcPts val="300"/>
              </a:spcAft>
            </a:pPr>
            <a:r>
              <a:rPr lang="it-IT" sz="1000" b="1" kern="0">
                <a:latin typeface="+mj-lt"/>
              </a:rPr>
              <a:t>Mancata approvazione</a:t>
            </a:r>
            <a:endParaRPr lang="en-US" sz="1000" b="1">
              <a:latin typeface="+mj-lt"/>
              <a:ea typeface="Times New Roman" panose="02020603050405020304" pitchFamily="18" charset="0"/>
              <a:cs typeface="Aptos" panose="020B0004020202020204" pitchFamily="34" charset="0"/>
            </a:endParaRPr>
          </a:p>
        </p:txBody>
      </p:sp>
      <p:sp>
        <p:nvSpPr>
          <p:cNvPr id="62" name="TextBox 61">
            <a:extLst>
              <a:ext uri="{FF2B5EF4-FFF2-40B4-BE49-F238E27FC236}">
                <a16:creationId xmlns:a16="http://schemas.microsoft.com/office/drawing/2014/main" id="{854557D4-B9AD-F9ED-572B-24A274A25C03}"/>
              </a:ext>
            </a:extLst>
          </p:cNvPr>
          <p:cNvSpPr txBox="1">
            <a:spLocks/>
          </p:cNvSpPr>
          <p:nvPr/>
        </p:nvSpPr>
        <p:spPr>
          <a:xfrm>
            <a:off x="2606205" y="2316238"/>
            <a:ext cx="2092231" cy="354502"/>
          </a:xfrm>
          <a:prstGeom prst="rect">
            <a:avLst/>
          </a:prstGeom>
          <a:solidFill>
            <a:srgbClr val="F2F2F2"/>
          </a:solidFill>
          <a:ln w="3175">
            <a:solidFill>
              <a:srgbClr val="003A79"/>
            </a:solidFill>
            <a:prstDash val="solid"/>
            <a:miter lim="800000"/>
          </a:ln>
        </p:spPr>
        <p:txBody>
          <a:bodyPr wrap="square" lIns="36000" tIns="0" rIns="36000" bIns="0" anchor="ctr">
            <a:noAutofit/>
          </a:bodyPr>
          <a:lstStyle/>
          <a:p>
            <a:pPr algn="ctr">
              <a:lnSpc>
                <a:spcPct val="120000"/>
              </a:lnSpc>
              <a:spcBef>
                <a:spcPts val="300"/>
              </a:spcBef>
              <a:spcAft>
                <a:spcPts val="300"/>
              </a:spcAft>
            </a:pPr>
            <a:r>
              <a:rPr lang="it-IT" sz="1000" kern="0">
                <a:latin typeface="+mj-lt"/>
              </a:rPr>
              <a:t>No Squeeze-out</a:t>
            </a:r>
            <a:endParaRPr lang="en-US" sz="1000">
              <a:latin typeface="+mj-lt"/>
              <a:ea typeface="Times New Roman" panose="02020603050405020304" pitchFamily="18" charset="0"/>
              <a:cs typeface="Aptos" panose="020B0004020202020204" pitchFamily="34" charset="0"/>
            </a:endParaRPr>
          </a:p>
        </p:txBody>
      </p:sp>
      <p:sp>
        <p:nvSpPr>
          <p:cNvPr id="63" name="TextBox 62">
            <a:extLst>
              <a:ext uri="{FF2B5EF4-FFF2-40B4-BE49-F238E27FC236}">
                <a16:creationId xmlns:a16="http://schemas.microsoft.com/office/drawing/2014/main" id="{87A7BA5E-9530-9C09-9230-972856C0D7E8}"/>
              </a:ext>
            </a:extLst>
          </p:cNvPr>
          <p:cNvSpPr txBox="1">
            <a:spLocks/>
          </p:cNvSpPr>
          <p:nvPr/>
        </p:nvSpPr>
        <p:spPr>
          <a:xfrm>
            <a:off x="2606205" y="2769369"/>
            <a:ext cx="2092231" cy="354502"/>
          </a:xfrm>
          <a:prstGeom prst="rect">
            <a:avLst/>
          </a:prstGeom>
          <a:solidFill>
            <a:srgbClr val="ECF0F7"/>
          </a:solidFill>
          <a:ln w="3175">
            <a:solidFill>
              <a:srgbClr val="003A79"/>
            </a:solidFill>
            <a:prstDash val="solid"/>
            <a:miter lim="800000"/>
          </a:ln>
        </p:spPr>
        <p:txBody>
          <a:bodyPr wrap="square" lIns="36000" tIns="0" rIns="36000" bIns="0" anchor="ctr">
            <a:noAutofit/>
          </a:bodyPr>
          <a:lstStyle>
            <a:defPPr>
              <a:defRPr lang="en-US"/>
            </a:defPPr>
            <a:lvl1pPr algn="ctr">
              <a:lnSpc>
                <a:spcPct val="120000"/>
              </a:lnSpc>
              <a:spcBef>
                <a:spcPts val="300"/>
              </a:spcBef>
              <a:spcAft>
                <a:spcPts val="300"/>
              </a:spcAft>
              <a:defRPr sz="1000" b="1" kern="0">
                <a:latin typeface="+mj-lt"/>
              </a:defRPr>
            </a:lvl1pPr>
          </a:lstStyle>
          <a:p>
            <a:r>
              <a:rPr lang="it-IT"/>
              <a:t>Squeeze-out </a:t>
            </a:r>
            <a:endParaRPr lang="en-US"/>
          </a:p>
        </p:txBody>
      </p:sp>
      <p:sp>
        <p:nvSpPr>
          <p:cNvPr id="13" name="Rectangle: Rounded Corners 12">
            <a:extLst>
              <a:ext uri="{FF2B5EF4-FFF2-40B4-BE49-F238E27FC236}">
                <a16:creationId xmlns:a16="http://schemas.microsoft.com/office/drawing/2014/main" id="{2FB548D5-2F29-B144-D3EC-2E1451124D3F}"/>
              </a:ext>
            </a:extLst>
          </p:cNvPr>
          <p:cNvSpPr>
            <a:spLocks/>
          </p:cNvSpPr>
          <p:nvPr/>
        </p:nvSpPr>
        <p:spPr>
          <a:xfrm>
            <a:off x="554735" y="3289208"/>
            <a:ext cx="1905000" cy="853912"/>
          </a:xfrm>
          <a:prstGeom prst="roundRect">
            <a:avLst/>
          </a:prstGeom>
          <a:solidFill>
            <a:schemeClr val="accent2">
              <a:lumMod val="20000"/>
              <a:lumOff val="80000"/>
            </a:schemeClr>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36000" rIns="63500" bIns="63500" numCol="1" spcCol="0" rtlCol="0" fromWordArt="0" anchor="t" anchorCtr="0" forceAA="0" compatLnSpc="1">
            <a:prstTxWarp prst="textNoShape">
              <a:avLst/>
            </a:prstTxWarp>
            <a:noAutofit/>
          </a:bodyPr>
          <a:lstStyle/>
          <a:p>
            <a:pPr>
              <a:spcBef>
                <a:spcPts val="300"/>
              </a:spcBef>
              <a:spcAft>
                <a:spcPts val="300"/>
              </a:spcAft>
            </a:pPr>
            <a:r>
              <a:rPr lang="it-IT" sz="1400" b="1">
                <a:solidFill>
                  <a:srgbClr val="000000"/>
                </a:solidFill>
              </a:rPr>
              <a:t>Grado di integrazione di MB in MPS</a:t>
            </a:r>
          </a:p>
        </p:txBody>
      </p:sp>
      <p:sp>
        <p:nvSpPr>
          <p:cNvPr id="59" name="Rectangle 58">
            <a:extLst>
              <a:ext uri="{FF2B5EF4-FFF2-40B4-BE49-F238E27FC236}">
                <a16:creationId xmlns:a16="http://schemas.microsoft.com/office/drawing/2014/main" id="{4C3598CA-3BCD-00D4-7993-1F9191D2796D}"/>
              </a:ext>
            </a:extLst>
          </p:cNvPr>
          <p:cNvSpPr/>
          <p:nvPr/>
        </p:nvSpPr>
        <p:spPr>
          <a:xfrm>
            <a:off x="5029441" y="1189283"/>
            <a:ext cx="4043169" cy="4946056"/>
          </a:xfrm>
          <a:prstGeom prst="rect">
            <a:avLst/>
          </a:prstGeom>
          <a:solidFill>
            <a:schemeClr val="accent4">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it-IT" sz="1600" err="1">
              <a:solidFill>
                <a:srgbClr val="000000"/>
              </a:solidFill>
            </a:endParaRPr>
          </a:p>
        </p:txBody>
      </p:sp>
      <p:sp>
        <p:nvSpPr>
          <p:cNvPr id="7" name="TextBox 6">
            <a:extLst>
              <a:ext uri="{FF2B5EF4-FFF2-40B4-BE49-F238E27FC236}">
                <a16:creationId xmlns:a16="http://schemas.microsoft.com/office/drawing/2014/main" id="{CA6FD8A0-1EFA-F223-795E-19DCAD0499F4}"/>
              </a:ext>
            </a:extLst>
          </p:cNvPr>
          <p:cNvSpPr txBox="1"/>
          <p:nvPr/>
        </p:nvSpPr>
        <p:spPr>
          <a:xfrm>
            <a:off x="5069276" y="921585"/>
            <a:ext cx="3963501" cy="492443"/>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it-IT" b="1">
                <a:solidFill>
                  <a:schemeClr val="tx2"/>
                </a:solidFill>
              </a:rPr>
              <a:t>Opzione corrente - Best case scenario</a:t>
            </a:r>
          </a:p>
        </p:txBody>
      </p:sp>
      <p:sp>
        <p:nvSpPr>
          <p:cNvPr id="38" name="TextBox 37">
            <a:extLst>
              <a:ext uri="{FF2B5EF4-FFF2-40B4-BE49-F238E27FC236}">
                <a16:creationId xmlns:a16="http://schemas.microsoft.com/office/drawing/2014/main" id="{C421D4A0-478C-74D6-572E-32620850BF1E}"/>
              </a:ext>
            </a:extLst>
          </p:cNvPr>
          <p:cNvSpPr txBox="1">
            <a:spLocks/>
          </p:cNvSpPr>
          <p:nvPr/>
        </p:nvSpPr>
        <p:spPr>
          <a:xfrm>
            <a:off x="5069278" y="1295639"/>
            <a:ext cx="3963772" cy="860946"/>
          </a:xfrm>
          <a:prstGeom prst="rect">
            <a:avLst/>
          </a:prstGeom>
          <a:noFill/>
          <a:ln w="6350">
            <a:noFill/>
            <a:miter lim="800000"/>
          </a:ln>
        </p:spPr>
        <p:txBody>
          <a:bodyPr wrap="square" lIns="0" tIns="0" rIns="0" bIns="0" anchor="ctr">
            <a:noAutofit/>
          </a:bodyPr>
          <a:lstStyle/>
          <a:p>
            <a:pPr>
              <a:lnSpc>
                <a:spcPct val="120000"/>
              </a:lnSpc>
              <a:spcBef>
                <a:spcPts val="300"/>
              </a:spcBef>
              <a:spcAft>
                <a:spcPts val="300"/>
              </a:spcAft>
            </a:pPr>
            <a:r>
              <a:rPr lang="it-IT" sz="1000" kern="0"/>
              <a:t>Mancata </a:t>
            </a:r>
            <a:r>
              <a:rPr lang="it-IT" sz="1000" b="1" kern="0"/>
              <a:t>approvazione </a:t>
            </a:r>
            <a:r>
              <a:rPr lang="it-IT" sz="1000" kern="0"/>
              <a:t>con possibile revisione del </a:t>
            </a:r>
            <a:r>
              <a:rPr lang="it-IT" sz="1000" b="1" kern="0"/>
              <a:t>perimetro oggetto dell’offerta o rinvio dell’offerta</a:t>
            </a:r>
            <a:endParaRPr lang="en-US" sz="1000" b="1">
              <a:ea typeface="Times New Roman" panose="02020603050405020304" pitchFamily="18" charset="0"/>
              <a:cs typeface="Aptos" panose="020B0004020202020204" pitchFamily="34" charset="0"/>
            </a:endParaRPr>
          </a:p>
        </p:txBody>
      </p:sp>
      <p:sp>
        <p:nvSpPr>
          <p:cNvPr id="40" name="TextBox 39">
            <a:extLst>
              <a:ext uri="{FF2B5EF4-FFF2-40B4-BE49-F238E27FC236}">
                <a16:creationId xmlns:a16="http://schemas.microsoft.com/office/drawing/2014/main" id="{22B896A4-BF59-94DA-4F2D-9EC8302BEB73}"/>
              </a:ext>
            </a:extLst>
          </p:cNvPr>
          <p:cNvSpPr txBox="1">
            <a:spLocks/>
          </p:cNvSpPr>
          <p:nvPr/>
        </p:nvSpPr>
        <p:spPr>
          <a:xfrm>
            <a:off x="5069278" y="2293098"/>
            <a:ext cx="3963772" cy="860946"/>
          </a:xfrm>
          <a:prstGeom prst="rect">
            <a:avLst/>
          </a:prstGeom>
          <a:noFill/>
          <a:ln w="6350">
            <a:noFill/>
            <a:miter lim="800000"/>
          </a:ln>
        </p:spPr>
        <p:txBody>
          <a:bodyPr wrap="square" lIns="0" tIns="0" rIns="0" bIns="0" anchor="ctr">
            <a:noAutofit/>
          </a:bodyPr>
          <a:lstStyle/>
          <a:p>
            <a:pPr>
              <a:lnSpc>
                <a:spcPct val="120000"/>
              </a:lnSpc>
              <a:spcBef>
                <a:spcPts val="300"/>
              </a:spcBef>
              <a:spcAft>
                <a:spcPts val="300"/>
              </a:spcAft>
            </a:pPr>
            <a:r>
              <a:rPr lang="it-IT" sz="1000" kern="0">
                <a:latin typeface="+mj-lt"/>
              </a:rPr>
              <a:t>De-listing </a:t>
            </a:r>
            <a:r>
              <a:rPr lang="it-IT" sz="1000" b="1" kern="0">
                <a:latin typeface="+mj-lt"/>
              </a:rPr>
              <a:t>automatico</a:t>
            </a:r>
          </a:p>
        </p:txBody>
      </p:sp>
      <p:sp>
        <p:nvSpPr>
          <p:cNvPr id="42" name="TextBox 41">
            <a:extLst>
              <a:ext uri="{FF2B5EF4-FFF2-40B4-BE49-F238E27FC236}">
                <a16:creationId xmlns:a16="http://schemas.microsoft.com/office/drawing/2014/main" id="{52EF3C26-E811-9DE3-428A-B6D6E93BF1DB}"/>
              </a:ext>
            </a:extLst>
          </p:cNvPr>
          <p:cNvSpPr txBox="1">
            <a:spLocks/>
          </p:cNvSpPr>
          <p:nvPr/>
        </p:nvSpPr>
        <p:spPr>
          <a:xfrm>
            <a:off x="5069278" y="4285318"/>
            <a:ext cx="3963772" cy="860946"/>
          </a:xfrm>
          <a:prstGeom prst="rect">
            <a:avLst/>
          </a:prstGeom>
          <a:noFill/>
          <a:ln w="6350">
            <a:noFill/>
            <a:miter lim="800000"/>
          </a:ln>
        </p:spPr>
        <p:txBody>
          <a:bodyPr wrap="square" lIns="0" tIns="0" rIns="0" bIns="0" anchor="ctr">
            <a:noAutofit/>
          </a:bodyPr>
          <a:lstStyle/>
          <a:p>
            <a:pPr>
              <a:lnSpc>
                <a:spcPct val="120000"/>
              </a:lnSpc>
              <a:spcBef>
                <a:spcPts val="300"/>
              </a:spcBef>
              <a:spcAft>
                <a:spcPts val="300"/>
              </a:spcAft>
            </a:pPr>
            <a:r>
              <a:rPr lang="it-IT" sz="1000" kern="0"/>
              <a:t>Dimissioni del CEO post Take Control con </a:t>
            </a:r>
            <a:r>
              <a:rPr lang="it-IT" sz="1000" b="1" kern="0"/>
              <a:t>possibile anticipazione </a:t>
            </a:r>
            <a:r>
              <a:rPr lang="it-IT" sz="1000" kern="0"/>
              <a:t>programma di </a:t>
            </a:r>
            <a:r>
              <a:rPr lang="it-IT" sz="1000" b="1" kern="0"/>
              <a:t>integrazione</a:t>
            </a:r>
            <a:endParaRPr lang="en-US" sz="1000" b="1">
              <a:ea typeface="Times New Roman" panose="02020603050405020304" pitchFamily="18" charset="0"/>
              <a:cs typeface="Aptos" panose="020B0004020202020204" pitchFamily="34" charset="0"/>
            </a:endParaRPr>
          </a:p>
        </p:txBody>
      </p:sp>
      <p:sp>
        <p:nvSpPr>
          <p:cNvPr id="43" name="TextBox 42">
            <a:extLst>
              <a:ext uri="{FF2B5EF4-FFF2-40B4-BE49-F238E27FC236}">
                <a16:creationId xmlns:a16="http://schemas.microsoft.com/office/drawing/2014/main" id="{D0C2F02B-4677-4115-2850-BC6448D43BDB}"/>
              </a:ext>
            </a:extLst>
          </p:cNvPr>
          <p:cNvSpPr txBox="1">
            <a:spLocks/>
          </p:cNvSpPr>
          <p:nvPr/>
        </p:nvSpPr>
        <p:spPr>
          <a:xfrm>
            <a:off x="5069278" y="5281426"/>
            <a:ext cx="3963772" cy="860946"/>
          </a:xfrm>
          <a:prstGeom prst="rect">
            <a:avLst/>
          </a:prstGeom>
          <a:noFill/>
          <a:ln w="6350">
            <a:noFill/>
            <a:miter lim="800000"/>
          </a:ln>
        </p:spPr>
        <p:txBody>
          <a:bodyPr wrap="square" lIns="0" tIns="0" rIns="0" bIns="0" anchor="ctr">
            <a:noAutofit/>
          </a:bodyPr>
          <a:lstStyle/>
          <a:p>
            <a:pPr>
              <a:lnSpc>
                <a:spcPct val="120000"/>
              </a:lnSpc>
              <a:spcBef>
                <a:spcPts val="300"/>
              </a:spcBef>
              <a:spcAft>
                <a:spcPts val="300"/>
              </a:spcAft>
            </a:pPr>
            <a:r>
              <a:rPr lang="it-IT" sz="1000" kern="0">
                <a:latin typeface="+mj-lt"/>
              </a:rPr>
              <a:t>XXXX</a:t>
            </a:r>
            <a:endParaRPr lang="en-US" sz="1000" b="1">
              <a:latin typeface="+mj-lt"/>
              <a:ea typeface="Times New Roman" panose="02020603050405020304" pitchFamily="18" charset="0"/>
              <a:cs typeface="Aptos" panose="020B0004020202020204" pitchFamily="34" charset="0"/>
            </a:endParaRPr>
          </a:p>
        </p:txBody>
      </p:sp>
      <p:sp>
        <p:nvSpPr>
          <p:cNvPr id="41" name="TextBox 40">
            <a:extLst>
              <a:ext uri="{FF2B5EF4-FFF2-40B4-BE49-F238E27FC236}">
                <a16:creationId xmlns:a16="http://schemas.microsoft.com/office/drawing/2014/main" id="{2DB66B80-D7E5-6435-5099-6D9349F766C9}"/>
              </a:ext>
            </a:extLst>
          </p:cNvPr>
          <p:cNvSpPr txBox="1">
            <a:spLocks/>
          </p:cNvSpPr>
          <p:nvPr/>
        </p:nvSpPr>
        <p:spPr>
          <a:xfrm>
            <a:off x="5069278" y="3289208"/>
            <a:ext cx="3963772" cy="860946"/>
          </a:xfrm>
          <a:prstGeom prst="rect">
            <a:avLst/>
          </a:prstGeom>
          <a:noFill/>
          <a:ln w="6350">
            <a:noFill/>
            <a:miter lim="800000"/>
          </a:ln>
        </p:spPr>
        <p:txBody>
          <a:bodyPr wrap="square" lIns="0" tIns="0" rIns="0" bIns="0" anchor="ctr">
            <a:noAutofit/>
          </a:bodyPr>
          <a:lstStyle/>
          <a:p>
            <a:pPr>
              <a:lnSpc>
                <a:spcPct val="120000"/>
              </a:lnSpc>
              <a:spcBef>
                <a:spcPts val="300"/>
              </a:spcBef>
              <a:spcAft>
                <a:spcPts val="300"/>
              </a:spcAft>
            </a:pPr>
            <a:r>
              <a:rPr lang="it-IT" sz="1000" kern="0">
                <a:latin typeface="+mj-lt"/>
              </a:rPr>
              <a:t>Completamento della fusione </a:t>
            </a:r>
            <a:r>
              <a:rPr lang="it-IT" sz="1000" b="1" kern="0">
                <a:latin typeface="+mj-lt"/>
              </a:rPr>
              <a:t>MPS</a:t>
            </a:r>
            <a:r>
              <a:rPr lang="it-IT" sz="1000" kern="0">
                <a:latin typeface="+mj-lt"/>
              </a:rPr>
              <a:t>–</a:t>
            </a:r>
            <a:r>
              <a:rPr lang="it-IT" sz="1000" b="1" kern="0">
                <a:latin typeface="+mj-lt"/>
              </a:rPr>
              <a:t>Mediobanca </a:t>
            </a:r>
            <a:r>
              <a:rPr lang="it-IT" sz="1000" kern="0">
                <a:latin typeface="+mj-lt"/>
              </a:rPr>
              <a:t>nel 4Q26, potenzialmente prima del </a:t>
            </a:r>
            <a:r>
              <a:rPr lang="it-IT" sz="1000" b="1" kern="0" err="1">
                <a:latin typeface="+mj-lt"/>
              </a:rPr>
              <a:t>settlement</a:t>
            </a:r>
            <a:r>
              <a:rPr lang="it-IT" sz="1000" b="1" kern="0">
                <a:latin typeface="+mj-lt"/>
              </a:rPr>
              <a:t> OPAS</a:t>
            </a:r>
            <a:endParaRPr lang="en-US" sz="1000" b="1">
              <a:latin typeface="+mj-lt"/>
              <a:ea typeface="Times New Roman" panose="02020603050405020304" pitchFamily="18" charset="0"/>
              <a:cs typeface="Aptos" panose="020B0004020202020204" pitchFamily="34" charset="0"/>
            </a:endParaRPr>
          </a:p>
        </p:txBody>
      </p:sp>
      <p:sp>
        <p:nvSpPr>
          <p:cNvPr id="65" name="TextBox 64">
            <a:extLst>
              <a:ext uri="{FF2B5EF4-FFF2-40B4-BE49-F238E27FC236}">
                <a16:creationId xmlns:a16="http://schemas.microsoft.com/office/drawing/2014/main" id="{1F4F5F3A-AC23-13F1-C210-CEF1FEE9A05F}"/>
              </a:ext>
            </a:extLst>
          </p:cNvPr>
          <p:cNvSpPr txBox="1">
            <a:spLocks/>
          </p:cNvSpPr>
          <p:nvPr/>
        </p:nvSpPr>
        <p:spPr>
          <a:xfrm>
            <a:off x="2606205" y="3312348"/>
            <a:ext cx="2092231" cy="354502"/>
          </a:xfrm>
          <a:prstGeom prst="rect">
            <a:avLst/>
          </a:prstGeom>
          <a:solidFill>
            <a:srgbClr val="ECF0F7"/>
          </a:solidFill>
          <a:ln w="3175">
            <a:solidFill>
              <a:srgbClr val="003A79"/>
            </a:solidFill>
            <a:prstDash val="solid"/>
            <a:miter lim="800000"/>
          </a:ln>
        </p:spPr>
        <p:txBody>
          <a:bodyPr wrap="square" lIns="36000" tIns="0" rIns="36000" bIns="0" anchor="ctr">
            <a:noAutofit/>
          </a:bodyPr>
          <a:lstStyle/>
          <a:p>
            <a:pPr algn="ctr">
              <a:lnSpc>
                <a:spcPct val="120000"/>
              </a:lnSpc>
              <a:spcBef>
                <a:spcPts val="300"/>
              </a:spcBef>
              <a:spcAft>
                <a:spcPts val="300"/>
              </a:spcAft>
            </a:pPr>
            <a:r>
              <a:rPr lang="it-IT" sz="1000" b="1" kern="0"/>
              <a:t>Fusione </a:t>
            </a:r>
            <a:r>
              <a:rPr lang="it-IT" sz="1000" b="1" kern="0" err="1"/>
              <a:t>pre</a:t>
            </a:r>
            <a:r>
              <a:rPr lang="it-IT" sz="1000" b="1" kern="0"/>
              <a:t> </a:t>
            </a:r>
            <a:r>
              <a:rPr lang="it-IT" sz="1000" b="1" kern="0" err="1"/>
              <a:t>Settlement</a:t>
            </a:r>
            <a:endParaRPr lang="en-US" sz="1000" b="1">
              <a:ea typeface="Times New Roman" panose="02020603050405020304" pitchFamily="18" charset="0"/>
              <a:cs typeface="Aptos" panose="020B0004020202020204" pitchFamily="34" charset="0"/>
            </a:endParaRPr>
          </a:p>
        </p:txBody>
      </p:sp>
      <p:sp>
        <p:nvSpPr>
          <p:cNvPr id="66" name="TextBox 65">
            <a:extLst>
              <a:ext uri="{FF2B5EF4-FFF2-40B4-BE49-F238E27FC236}">
                <a16:creationId xmlns:a16="http://schemas.microsoft.com/office/drawing/2014/main" id="{0AE3F1F6-E4B1-2916-5363-6BFF290356F2}"/>
              </a:ext>
            </a:extLst>
          </p:cNvPr>
          <p:cNvSpPr txBox="1">
            <a:spLocks/>
          </p:cNvSpPr>
          <p:nvPr/>
        </p:nvSpPr>
        <p:spPr>
          <a:xfrm>
            <a:off x="2606205" y="3765479"/>
            <a:ext cx="2092231" cy="354502"/>
          </a:xfrm>
          <a:prstGeom prst="rect">
            <a:avLst/>
          </a:prstGeom>
          <a:solidFill>
            <a:srgbClr val="F2F2F2"/>
          </a:solidFill>
          <a:ln w="3175">
            <a:solidFill>
              <a:srgbClr val="003A79"/>
            </a:solidFill>
            <a:prstDash val="solid"/>
            <a:miter lim="800000"/>
          </a:ln>
        </p:spPr>
        <p:txBody>
          <a:bodyPr wrap="square" lIns="36000" tIns="0" rIns="36000" bIns="0" anchor="ctr">
            <a:noAutofit/>
          </a:bodyPr>
          <a:lstStyle/>
          <a:p>
            <a:pPr algn="ctr">
              <a:lnSpc>
                <a:spcPct val="120000"/>
              </a:lnSpc>
              <a:spcBef>
                <a:spcPts val="300"/>
              </a:spcBef>
              <a:spcAft>
                <a:spcPts val="300"/>
              </a:spcAft>
            </a:pPr>
            <a:r>
              <a:rPr lang="it-IT" sz="1000" kern="0">
                <a:latin typeface="+mj-lt"/>
              </a:rPr>
              <a:t>Fusione non ancora avvenuta</a:t>
            </a:r>
            <a:endParaRPr lang="en-US" sz="1000" b="1">
              <a:latin typeface="+mj-lt"/>
              <a:ea typeface="Times New Roman" panose="02020603050405020304" pitchFamily="18" charset="0"/>
              <a:cs typeface="Aptos" panose="020B0004020202020204" pitchFamily="34" charset="0"/>
            </a:endParaRPr>
          </a:p>
        </p:txBody>
      </p:sp>
      <p:sp>
        <p:nvSpPr>
          <p:cNvPr id="68" name="TextBox 67">
            <a:extLst>
              <a:ext uri="{FF2B5EF4-FFF2-40B4-BE49-F238E27FC236}">
                <a16:creationId xmlns:a16="http://schemas.microsoft.com/office/drawing/2014/main" id="{F6E27240-7526-AB0F-B870-17A50E52695A}"/>
              </a:ext>
            </a:extLst>
          </p:cNvPr>
          <p:cNvSpPr txBox="1">
            <a:spLocks/>
          </p:cNvSpPr>
          <p:nvPr/>
        </p:nvSpPr>
        <p:spPr>
          <a:xfrm>
            <a:off x="2606205" y="4308457"/>
            <a:ext cx="2092231" cy="354502"/>
          </a:xfrm>
          <a:prstGeom prst="rect">
            <a:avLst/>
          </a:prstGeom>
          <a:solidFill>
            <a:srgbClr val="ECF0F7"/>
          </a:solidFill>
          <a:ln w="3175">
            <a:solidFill>
              <a:srgbClr val="003A79"/>
            </a:solidFill>
            <a:prstDash val="solid"/>
            <a:miter lim="800000"/>
          </a:ln>
        </p:spPr>
        <p:txBody>
          <a:bodyPr wrap="square" lIns="36000" tIns="0" rIns="36000" bIns="0" anchor="ctr">
            <a:noAutofit/>
          </a:bodyPr>
          <a:lstStyle>
            <a:defPPr>
              <a:defRPr lang="en-US"/>
            </a:defPPr>
            <a:lvl1pPr algn="ctr">
              <a:lnSpc>
                <a:spcPct val="120000"/>
              </a:lnSpc>
              <a:spcBef>
                <a:spcPts val="300"/>
              </a:spcBef>
              <a:spcAft>
                <a:spcPts val="300"/>
              </a:spcAft>
              <a:defRPr sz="1000" b="1" kern="0">
                <a:latin typeface="+mj-lt"/>
              </a:defRPr>
            </a:lvl1pPr>
          </a:lstStyle>
          <a:p>
            <a:r>
              <a:rPr lang="it-IT"/>
              <a:t>Dimissioni CEO/ </a:t>
            </a:r>
            <a:br>
              <a:rPr lang="it-IT"/>
            </a:br>
            <a:r>
              <a:rPr lang="it-IT"/>
              <a:t>Maggioranza </a:t>
            </a:r>
            <a:r>
              <a:rPr lang="it-IT" err="1"/>
              <a:t>CdA</a:t>
            </a:r>
            <a:endParaRPr lang="en-US"/>
          </a:p>
        </p:txBody>
      </p:sp>
      <p:sp>
        <p:nvSpPr>
          <p:cNvPr id="69" name="TextBox 68">
            <a:extLst>
              <a:ext uri="{FF2B5EF4-FFF2-40B4-BE49-F238E27FC236}">
                <a16:creationId xmlns:a16="http://schemas.microsoft.com/office/drawing/2014/main" id="{7267B4F3-3566-76BD-F998-711E7970DCC5}"/>
              </a:ext>
            </a:extLst>
          </p:cNvPr>
          <p:cNvSpPr txBox="1">
            <a:spLocks/>
          </p:cNvSpPr>
          <p:nvPr/>
        </p:nvSpPr>
        <p:spPr>
          <a:xfrm>
            <a:off x="2606205" y="4761589"/>
            <a:ext cx="2092231" cy="354502"/>
          </a:xfrm>
          <a:prstGeom prst="rect">
            <a:avLst/>
          </a:prstGeom>
          <a:solidFill>
            <a:srgbClr val="F2F2F2"/>
          </a:solidFill>
          <a:ln w="3175">
            <a:solidFill>
              <a:srgbClr val="003A79"/>
            </a:solidFill>
            <a:prstDash val="solid"/>
            <a:miter lim="800000"/>
          </a:ln>
        </p:spPr>
        <p:txBody>
          <a:bodyPr wrap="square" lIns="36000" tIns="0" rIns="36000" bIns="0" anchor="ctr">
            <a:noAutofit/>
          </a:bodyPr>
          <a:lstStyle>
            <a:defPPr>
              <a:defRPr lang="en-US"/>
            </a:defPPr>
            <a:lvl1pPr algn="ctr">
              <a:lnSpc>
                <a:spcPct val="120000"/>
              </a:lnSpc>
              <a:spcBef>
                <a:spcPts val="300"/>
              </a:spcBef>
              <a:spcAft>
                <a:spcPts val="300"/>
              </a:spcAft>
              <a:defRPr sz="1000" kern="0">
                <a:latin typeface="+mj-lt"/>
              </a:defRPr>
            </a:lvl1pPr>
          </a:lstStyle>
          <a:p>
            <a:r>
              <a:rPr lang="it-IT"/>
              <a:t>Assenza dimissioni CEO </a:t>
            </a:r>
            <a:endParaRPr lang="en-US"/>
          </a:p>
        </p:txBody>
      </p:sp>
      <p:sp>
        <p:nvSpPr>
          <p:cNvPr id="71" name="TextBox 70">
            <a:extLst>
              <a:ext uri="{FF2B5EF4-FFF2-40B4-BE49-F238E27FC236}">
                <a16:creationId xmlns:a16="http://schemas.microsoft.com/office/drawing/2014/main" id="{AD45D6B1-9718-E348-4F9D-1298E1E2EFF1}"/>
              </a:ext>
            </a:extLst>
          </p:cNvPr>
          <p:cNvSpPr txBox="1">
            <a:spLocks/>
          </p:cNvSpPr>
          <p:nvPr/>
        </p:nvSpPr>
        <p:spPr>
          <a:xfrm>
            <a:off x="2606205" y="5281426"/>
            <a:ext cx="2092231" cy="354502"/>
          </a:xfrm>
          <a:prstGeom prst="rect">
            <a:avLst/>
          </a:prstGeom>
          <a:noFill/>
          <a:ln w="3175">
            <a:solidFill>
              <a:srgbClr val="003A79"/>
            </a:solidFill>
            <a:prstDash val="solid"/>
            <a:miter lim="800000"/>
          </a:ln>
        </p:spPr>
        <p:txBody>
          <a:bodyPr wrap="square" lIns="36000" tIns="0" rIns="36000" bIns="0" anchor="ctr">
            <a:noAutofit/>
          </a:bodyPr>
          <a:lstStyle/>
          <a:p>
            <a:pPr algn="ctr">
              <a:lnSpc>
                <a:spcPct val="120000"/>
              </a:lnSpc>
              <a:spcBef>
                <a:spcPts val="300"/>
              </a:spcBef>
              <a:spcAft>
                <a:spcPts val="300"/>
              </a:spcAft>
            </a:pPr>
            <a:r>
              <a:rPr lang="it-IT" sz="1000" kern="0"/>
              <a:t>XXXX</a:t>
            </a:r>
            <a:endParaRPr lang="en-US" sz="1000">
              <a:ea typeface="Times New Roman" panose="02020603050405020304" pitchFamily="18" charset="0"/>
              <a:cs typeface="Aptos" panose="020B0004020202020204" pitchFamily="34" charset="0"/>
            </a:endParaRPr>
          </a:p>
        </p:txBody>
      </p:sp>
      <p:sp>
        <p:nvSpPr>
          <p:cNvPr id="72" name="TextBox 71">
            <a:extLst>
              <a:ext uri="{FF2B5EF4-FFF2-40B4-BE49-F238E27FC236}">
                <a16:creationId xmlns:a16="http://schemas.microsoft.com/office/drawing/2014/main" id="{BACD76B6-C08C-19B2-5423-E451D650E02B}"/>
              </a:ext>
            </a:extLst>
          </p:cNvPr>
          <p:cNvSpPr txBox="1">
            <a:spLocks/>
          </p:cNvSpPr>
          <p:nvPr/>
        </p:nvSpPr>
        <p:spPr>
          <a:xfrm>
            <a:off x="2606205" y="5734558"/>
            <a:ext cx="2092231" cy="354502"/>
          </a:xfrm>
          <a:prstGeom prst="rect">
            <a:avLst/>
          </a:prstGeom>
          <a:noFill/>
          <a:ln w="3175">
            <a:solidFill>
              <a:srgbClr val="003A79"/>
            </a:solidFill>
            <a:prstDash val="solid"/>
            <a:miter lim="800000"/>
          </a:ln>
        </p:spPr>
        <p:txBody>
          <a:bodyPr wrap="square" lIns="36000" tIns="0" rIns="36000" bIns="0" anchor="ctr">
            <a:noAutofit/>
          </a:bodyPr>
          <a:lstStyle/>
          <a:p>
            <a:pPr algn="ctr">
              <a:lnSpc>
                <a:spcPct val="120000"/>
              </a:lnSpc>
              <a:spcBef>
                <a:spcPts val="300"/>
              </a:spcBef>
              <a:spcAft>
                <a:spcPts val="300"/>
              </a:spcAft>
            </a:pPr>
            <a:r>
              <a:rPr lang="it-IT" sz="1000" kern="0">
                <a:latin typeface="+mj-lt"/>
              </a:rPr>
              <a:t>XXX</a:t>
            </a:r>
            <a:endParaRPr lang="en-US" sz="1000" b="1">
              <a:latin typeface="+mj-lt"/>
              <a:ea typeface="Times New Roman" panose="02020603050405020304" pitchFamily="18" charset="0"/>
              <a:cs typeface="Aptos" panose="020B0004020202020204" pitchFamily="34" charset="0"/>
            </a:endParaRPr>
          </a:p>
        </p:txBody>
      </p:sp>
      <p:grpSp>
        <p:nvGrpSpPr>
          <p:cNvPr id="88" name="Group 87">
            <a:extLst>
              <a:ext uri="{FF2B5EF4-FFF2-40B4-BE49-F238E27FC236}">
                <a16:creationId xmlns:a16="http://schemas.microsoft.com/office/drawing/2014/main" id="{AA774D43-749D-1E80-45EB-F086D4DAE29D}"/>
              </a:ext>
            </a:extLst>
          </p:cNvPr>
          <p:cNvGrpSpPr/>
          <p:nvPr/>
        </p:nvGrpSpPr>
        <p:grpSpPr>
          <a:xfrm>
            <a:off x="9366075" y="921585"/>
            <a:ext cx="2580505" cy="5297908"/>
            <a:chOff x="9925240" y="921585"/>
            <a:chExt cx="2021340" cy="5297908"/>
          </a:xfrm>
        </p:grpSpPr>
        <p:sp>
          <p:nvSpPr>
            <p:cNvPr id="57" name="Rectangle 56">
              <a:extLst>
                <a:ext uri="{FF2B5EF4-FFF2-40B4-BE49-F238E27FC236}">
                  <a16:creationId xmlns:a16="http://schemas.microsoft.com/office/drawing/2014/main" id="{B5B3C900-B3AC-7CF8-0A46-E2E6D4E3EF4C}"/>
                </a:ext>
              </a:extLst>
            </p:cNvPr>
            <p:cNvSpPr/>
            <p:nvPr/>
          </p:nvSpPr>
          <p:spPr>
            <a:xfrm>
              <a:off x="9933007" y="1189282"/>
              <a:ext cx="2001307" cy="5030211"/>
            </a:xfrm>
            <a:prstGeom prst="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it-IT" sz="1600" err="1">
                <a:solidFill>
                  <a:srgbClr val="000000"/>
                </a:solidFill>
              </a:endParaRPr>
            </a:p>
          </p:txBody>
        </p:sp>
        <p:sp>
          <p:nvSpPr>
            <p:cNvPr id="34" name="TextBox 33">
              <a:extLst>
                <a:ext uri="{FF2B5EF4-FFF2-40B4-BE49-F238E27FC236}">
                  <a16:creationId xmlns:a16="http://schemas.microsoft.com/office/drawing/2014/main" id="{E6D8891D-E384-1362-DD36-C6CA0324306F}"/>
                </a:ext>
              </a:extLst>
            </p:cNvPr>
            <p:cNvSpPr txBox="1"/>
            <p:nvPr/>
          </p:nvSpPr>
          <p:spPr>
            <a:xfrm>
              <a:off x="9933007" y="921585"/>
              <a:ext cx="2001307" cy="246221"/>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it-IT" b="1">
                  <a:solidFill>
                    <a:schemeClr val="tx2"/>
                  </a:solidFill>
                </a:rPr>
                <a:t>Scenario alternativo</a:t>
              </a:r>
            </a:p>
          </p:txBody>
        </p:sp>
        <p:sp>
          <p:nvSpPr>
            <p:cNvPr id="50" name="TextBox 49">
              <a:extLst>
                <a:ext uri="{FF2B5EF4-FFF2-40B4-BE49-F238E27FC236}">
                  <a16:creationId xmlns:a16="http://schemas.microsoft.com/office/drawing/2014/main" id="{A5D056C8-AF9F-9D07-FEB6-E66A66AD6A72}"/>
                </a:ext>
              </a:extLst>
            </p:cNvPr>
            <p:cNvSpPr txBox="1">
              <a:spLocks/>
            </p:cNvSpPr>
            <p:nvPr/>
          </p:nvSpPr>
          <p:spPr>
            <a:xfrm>
              <a:off x="10023981" y="1295639"/>
              <a:ext cx="1819494" cy="860946"/>
            </a:xfrm>
            <a:prstGeom prst="rect">
              <a:avLst/>
            </a:prstGeom>
            <a:noFill/>
            <a:ln w="6350">
              <a:noFill/>
              <a:miter lim="800000"/>
            </a:ln>
          </p:spPr>
          <p:txBody>
            <a:bodyPr wrap="square" lIns="0" tIns="0" rIns="0" bIns="0" anchor="ctr">
              <a:noAutofit/>
            </a:bodyPr>
            <a:lstStyle/>
            <a:p>
              <a:pPr>
                <a:lnSpc>
                  <a:spcPct val="120000"/>
                </a:lnSpc>
                <a:spcBef>
                  <a:spcPts val="300"/>
                </a:spcBef>
                <a:spcAft>
                  <a:spcPts val="300"/>
                </a:spcAft>
              </a:pPr>
              <a:r>
                <a:rPr lang="it-IT" sz="1000" kern="0"/>
                <a:t>Approvazione delle </a:t>
              </a:r>
              <a:r>
                <a:rPr lang="it-IT" sz="1000" b="1" kern="0"/>
                <a:t>operazioni sottoposte </a:t>
              </a:r>
              <a:r>
                <a:rPr lang="it-IT" sz="1000" kern="0"/>
                <a:t>al </a:t>
              </a:r>
              <a:r>
                <a:rPr lang="it-IT" sz="1000" b="1" kern="0"/>
                <a:t>voto </a:t>
              </a:r>
              <a:r>
                <a:rPr lang="it-IT" sz="1000" kern="0"/>
                <a:t>– Potrebbe </a:t>
              </a:r>
              <a:r>
                <a:rPr lang="it-IT" sz="1000" b="1" kern="0"/>
                <a:t>comportare </a:t>
              </a:r>
              <a:r>
                <a:rPr lang="it-IT" sz="1000" kern="0"/>
                <a:t>un </a:t>
              </a:r>
              <a:r>
                <a:rPr lang="it-IT" sz="1000" b="1" kern="0"/>
                <a:t>rilancio </a:t>
              </a:r>
              <a:r>
                <a:rPr lang="it-IT" sz="1000" kern="0"/>
                <a:t>e un allungamento </a:t>
              </a:r>
              <a:r>
                <a:rPr lang="it-IT" sz="1000" b="1" kern="0"/>
                <a:t>periodo </a:t>
              </a:r>
              <a:r>
                <a:rPr lang="it-IT" sz="1000" kern="0"/>
                <a:t>d’offerta</a:t>
              </a:r>
              <a:endParaRPr lang="en-US" sz="1000">
                <a:ea typeface="Times New Roman" panose="02020603050405020304" pitchFamily="18" charset="0"/>
                <a:cs typeface="Aptos" panose="020B0004020202020204" pitchFamily="34" charset="0"/>
              </a:endParaRPr>
            </a:p>
          </p:txBody>
        </p:sp>
        <p:sp>
          <p:nvSpPr>
            <p:cNvPr id="52" name="TextBox 51">
              <a:extLst>
                <a:ext uri="{FF2B5EF4-FFF2-40B4-BE49-F238E27FC236}">
                  <a16:creationId xmlns:a16="http://schemas.microsoft.com/office/drawing/2014/main" id="{E086B802-5631-7553-67FC-D835A0D8022D}"/>
                </a:ext>
              </a:extLst>
            </p:cNvPr>
            <p:cNvSpPr txBox="1">
              <a:spLocks/>
            </p:cNvSpPr>
            <p:nvPr/>
          </p:nvSpPr>
          <p:spPr>
            <a:xfrm>
              <a:off x="10023981" y="2293098"/>
              <a:ext cx="1819494" cy="860946"/>
            </a:xfrm>
            <a:prstGeom prst="rect">
              <a:avLst/>
            </a:prstGeom>
            <a:noFill/>
            <a:ln w="6350">
              <a:noFill/>
              <a:miter lim="800000"/>
            </a:ln>
          </p:spPr>
          <p:txBody>
            <a:bodyPr wrap="square" lIns="0" tIns="0" rIns="0" bIns="0" anchor="ctr">
              <a:noAutofit/>
            </a:bodyPr>
            <a:lstStyle/>
            <a:p>
              <a:pPr>
                <a:lnSpc>
                  <a:spcPct val="120000"/>
                </a:lnSpc>
                <a:spcBef>
                  <a:spcPts val="300"/>
                </a:spcBef>
                <a:spcAft>
                  <a:spcPts val="300"/>
                </a:spcAft>
              </a:pPr>
              <a:r>
                <a:rPr lang="it-IT" sz="1000" kern="0">
                  <a:latin typeface="+mj-lt"/>
                </a:rPr>
                <a:t>Non raggiungimento soglia e conseguente </a:t>
              </a:r>
              <a:r>
                <a:rPr lang="it-IT" sz="1000" b="1" kern="0">
                  <a:latin typeface="+mj-lt"/>
                </a:rPr>
                <a:t>de-listing,</a:t>
              </a:r>
              <a:r>
                <a:rPr lang="it-IT" sz="1000" kern="0">
                  <a:latin typeface="+mj-lt"/>
                </a:rPr>
                <a:t> </a:t>
              </a:r>
              <a:r>
                <a:rPr lang="it-IT" sz="1000" b="1" kern="0">
                  <a:latin typeface="+mj-lt"/>
                </a:rPr>
                <a:t>fusione </a:t>
              </a:r>
              <a:r>
                <a:rPr lang="it-IT" sz="1000" kern="0">
                  <a:latin typeface="+mj-lt"/>
                </a:rPr>
                <a:t>e scorporo del </a:t>
              </a:r>
              <a:r>
                <a:rPr lang="it-IT" sz="1000" b="1" kern="0" err="1">
                  <a:latin typeface="+mj-lt"/>
                </a:rPr>
                <a:t>carve</a:t>
              </a:r>
              <a:r>
                <a:rPr lang="it-IT" sz="1000" b="1" kern="0">
                  <a:latin typeface="+mj-lt"/>
                </a:rPr>
                <a:t>-out</a:t>
              </a:r>
              <a:endParaRPr lang="en-US" sz="1000" b="1">
                <a:latin typeface="+mj-lt"/>
                <a:ea typeface="Times New Roman" panose="02020603050405020304" pitchFamily="18" charset="0"/>
                <a:cs typeface="Aptos" panose="020B0004020202020204" pitchFamily="34" charset="0"/>
              </a:endParaRPr>
            </a:p>
          </p:txBody>
        </p:sp>
        <p:sp>
          <p:nvSpPr>
            <p:cNvPr id="54" name="TextBox 53">
              <a:extLst>
                <a:ext uri="{FF2B5EF4-FFF2-40B4-BE49-F238E27FC236}">
                  <a16:creationId xmlns:a16="http://schemas.microsoft.com/office/drawing/2014/main" id="{00A1F063-4C2E-652C-6EEC-B7C2071ABF5F}"/>
                </a:ext>
              </a:extLst>
            </p:cNvPr>
            <p:cNvSpPr txBox="1">
              <a:spLocks/>
            </p:cNvSpPr>
            <p:nvPr/>
          </p:nvSpPr>
          <p:spPr>
            <a:xfrm>
              <a:off x="10023981" y="4285318"/>
              <a:ext cx="1819494" cy="860946"/>
            </a:xfrm>
            <a:prstGeom prst="rect">
              <a:avLst/>
            </a:prstGeom>
            <a:noFill/>
            <a:ln w="6350">
              <a:noFill/>
              <a:miter lim="800000"/>
            </a:ln>
          </p:spPr>
          <p:txBody>
            <a:bodyPr wrap="square" lIns="0" tIns="0" rIns="0" bIns="0" anchor="ctr">
              <a:noAutofit/>
            </a:bodyPr>
            <a:lstStyle/>
            <a:p>
              <a:pPr>
                <a:lnSpc>
                  <a:spcPct val="120000"/>
                </a:lnSpc>
                <a:spcBef>
                  <a:spcPts val="300"/>
                </a:spcBef>
                <a:spcAft>
                  <a:spcPts val="300"/>
                </a:spcAft>
              </a:pPr>
              <a:r>
                <a:rPr lang="it-IT" sz="1000" kern="0"/>
                <a:t>Assenza dimissioni del </a:t>
              </a:r>
              <a:r>
                <a:rPr lang="it-IT" sz="1000" kern="0" err="1"/>
                <a:t>CdA</a:t>
              </a:r>
              <a:r>
                <a:rPr lang="it-IT" sz="1000" kern="0"/>
                <a:t>/ maggioranza </a:t>
              </a:r>
              <a:r>
                <a:rPr lang="it-IT" sz="1000" kern="0" err="1"/>
                <a:t>CdA</a:t>
              </a:r>
              <a:r>
                <a:rPr lang="it-IT" sz="1000" kern="0"/>
                <a:t>, il periodo tra </a:t>
              </a:r>
              <a:r>
                <a:rPr lang="it-IT" sz="1000" kern="0" err="1"/>
                <a:t>settlement</a:t>
              </a:r>
              <a:r>
                <a:rPr lang="it-IT" sz="1000" kern="0"/>
                <a:t> e </a:t>
              </a:r>
              <a:r>
                <a:rPr lang="it-IT" sz="1000" kern="0" err="1"/>
                <a:t>convocazion</a:t>
              </a:r>
              <a:r>
                <a:rPr lang="it-IT" sz="1000" kern="0"/>
                <a:t> rischia di aumentare di </a:t>
              </a:r>
              <a:r>
                <a:rPr lang="it-IT" sz="1000" b="1" kern="0"/>
                <a:t>2 settimane</a:t>
              </a:r>
              <a:endParaRPr lang="en-US" sz="1000" b="1">
                <a:ea typeface="Times New Roman" panose="02020603050405020304" pitchFamily="18" charset="0"/>
                <a:cs typeface="Aptos" panose="020B0004020202020204" pitchFamily="34" charset="0"/>
              </a:endParaRPr>
            </a:p>
          </p:txBody>
        </p:sp>
        <p:sp>
          <p:nvSpPr>
            <p:cNvPr id="55" name="TextBox 54">
              <a:extLst>
                <a:ext uri="{FF2B5EF4-FFF2-40B4-BE49-F238E27FC236}">
                  <a16:creationId xmlns:a16="http://schemas.microsoft.com/office/drawing/2014/main" id="{6D893818-0B45-1667-7764-981DC01BD348}"/>
                </a:ext>
              </a:extLst>
            </p:cNvPr>
            <p:cNvSpPr txBox="1">
              <a:spLocks/>
            </p:cNvSpPr>
            <p:nvPr/>
          </p:nvSpPr>
          <p:spPr>
            <a:xfrm>
              <a:off x="10023981" y="5281426"/>
              <a:ext cx="1819494" cy="860946"/>
            </a:xfrm>
            <a:prstGeom prst="rect">
              <a:avLst/>
            </a:prstGeom>
            <a:noFill/>
            <a:ln w="6350">
              <a:noFill/>
              <a:miter lim="800000"/>
            </a:ln>
          </p:spPr>
          <p:txBody>
            <a:bodyPr wrap="square" lIns="0" tIns="0" rIns="0" bIns="0" anchor="ctr">
              <a:noAutofit/>
            </a:bodyPr>
            <a:lstStyle/>
            <a:p>
              <a:pPr>
                <a:lnSpc>
                  <a:spcPct val="120000"/>
                </a:lnSpc>
                <a:spcBef>
                  <a:spcPts val="300"/>
                </a:spcBef>
                <a:spcAft>
                  <a:spcPts val="300"/>
                </a:spcAft>
              </a:pPr>
              <a:r>
                <a:rPr lang="it-IT" sz="1000" kern="0">
                  <a:latin typeface="+mj-lt"/>
                </a:rPr>
                <a:t>XXXXX</a:t>
              </a:r>
              <a:endParaRPr lang="en-US" sz="1000" b="1">
                <a:latin typeface="+mj-lt"/>
                <a:ea typeface="Times New Roman" panose="02020603050405020304" pitchFamily="18" charset="0"/>
                <a:cs typeface="Aptos" panose="020B0004020202020204" pitchFamily="34" charset="0"/>
              </a:endParaRPr>
            </a:p>
          </p:txBody>
        </p:sp>
        <p:sp>
          <p:nvSpPr>
            <p:cNvPr id="53" name="TextBox 52">
              <a:extLst>
                <a:ext uri="{FF2B5EF4-FFF2-40B4-BE49-F238E27FC236}">
                  <a16:creationId xmlns:a16="http://schemas.microsoft.com/office/drawing/2014/main" id="{6E082EF7-FA7E-A197-898D-E30217D530F5}"/>
                </a:ext>
              </a:extLst>
            </p:cNvPr>
            <p:cNvSpPr txBox="1">
              <a:spLocks/>
            </p:cNvSpPr>
            <p:nvPr/>
          </p:nvSpPr>
          <p:spPr>
            <a:xfrm>
              <a:off x="10023981" y="3289208"/>
              <a:ext cx="1819494" cy="860946"/>
            </a:xfrm>
            <a:prstGeom prst="rect">
              <a:avLst/>
            </a:prstGeom>
            <a:noFill/>
            <a:ln w="6350">
              <a:noFill/>
              <a:miter lim="800000"/>
            </a:ln>
          </p:spPr>
          <p:txBody>
            <a:bodyPr wrap="square" lIns="0" tIns="0" rIns="0" bIns="0" anchor="ctr">
              <a:noAutofit/>
            </a:bodyPr>
            <a:lstStyle/>
            <a:p>
              <a:pPr>
                <a:lnSpc>
                  <a:spcPct val="120000"/>
                </a:lnSpc>
                <a:spcBef>
                  <a:spcPts val="300"/>
                </a:spcBef>
                <a:spcAft>
                  <a:spcPts val="300"/>
                </a:spcAft>
              </a:pPr>
              <a:r>
                <a:rPr lang="it-IT" sz="1000" kern="0">
                  <a:latin typeface="+mj-lt"/>
                </a:rPr>
                <a:t>Attivazione </a:t>
              </a:r>
              <a:r>
                <a:rPr lang="it-IT" sz="1000" b="1" kern="0">
                  <a:latin typeface="+mj-lt"/>
                </a:rPr>
                <a:t>OPAS</a:t>
              </a:r>
              <a:r>
                <a:rPr lang="it-IT" sz="1000" kern="0">
                  <a:latin typeface="+mj-lt"/>
                </a:rPr>
                <a:t> su </a:t>
              </a:r>
              <a:r>
                <a:rPr lang="it-IT" sz="1000" b="1" kern="0">
                  <a:latin typeface="+mj-lt"/>
                </a:rPr>
                <a:t>Mediobanca </a:t>
              </a:r>
              <a:r>
                <a:rPr lang="it-IT" sz="1000" kern="0">
                  <a:latin typeface="+mj-lt"/>
                </a:rPr>
                <a:t>(No necessario iter autorizzativo)</a:t>
              </a:r>
              <a:endParaRPr lang="en-US" sz="1000" b="1">
                <a:latin typeface="+mj-lt"/>
                <a:ea typeface="Times New Roman" panose="02020603050405020304" pitchFamily="18" charset="0"/>
                <a:cs typeface="Aptos" panose="020B0004020202020204" pitchFamily="34" charset="0"/>
              </a:endParaRPr>
            </a:p>
          </p:txBody>
        </p:sp>
        <p:cxnSp>
          <p:nvCxnSpPr>
            <p:cNvPr id="95" name="LineBasicDefault 17">
              <a:extLst>
                <a:ext uri="{FF2B5EF4-FFF2-40B4-BE49-F238E27FC236}">
                  <a16:creationId xmlns:a16="http://schemas.microsoft.com/office/drawing/2014/main" id="{A61E3C34-9178-F821-8D75-FAFFD433DE6F}"/>
                </a:ext>
              </a:extLst>
            </p:cNvPr>
            <p:cNvCxnSpPr>
              <a:cxnSpLocks/>
            </p:cNvCxnSpPr>
            <p:nvPr>
              <p:custDataLst>
                <p:tags r:id="rId11"/>
              </p:custDataLst>
            </p:nvPr>
          </p:nvCxnSpPr>
          <p:spPr>
            <a:xfrm>
              <a:off x="9925240" y="1178544"/>
              <a:ext cx="2021340" cy="0"/>
            </a:xfrm>
            <a:prstGeom prst="straightConnector1">
              <a:avLst/>
            </a:prstGeom>
            <a:ln w="6350" cap="flat">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sp>
        <p:nvSpPr>
          <p:cNvPr id="30" name="TrackerNumWhite 182">
            <a:extLst>
              <a:ext uri="{FF2B5EF4-FFF2-40B4-BE49-F238E27FC236}">
                <a16:creationId xmlns:a16="http://schemas.microsoft.com/office/drawing/2014/main" id="{F747030C-B22E-8FA6-9D28-7285647376E4}"/>
              </a:ext>
            </a:extLst>
          </p:cNvPr>
          <p:cNvSpPr/>
          <p:nvPr>
            <p:custDataLst>
              <p:tags r:id="rId2"/>
            </p:custDataLst>
          </p:nvPr>
        </p:nvSpPr>
        <p:spPr>
          <a:xfrm>
            <a:off x="410735" y="2291747"/>
            <a:ext cx="288000" cy="288000"/>
          </a:xfrm>
          <a:prstGeom prst="ellipse">
            <a:avLst/>
          </a:prstGeom>
          <a:solidFill>
            <a:schemeClr val="accent2"/>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l">
              <a:spcBef>
                <a:spcPts val="300"/>
              </a:spcBef>
              <a:spcAft>
                <a:spcPts val="300"/>
              </a:spcAft>
            </a:pPr>
            <a:r>
              <a:rPr lang="en-US" sz="1100" b="1">
                <a:solidFill>
                  <a:schemeClr val="bg1"/>
                </a:solidFill>
              </a:rPr>
              <a:t>2</a:t>
            </a:r>
          </a:p>
        </p:txBody>
      </p:sp>
      <p:sp>
        <p:nvSpPr>
          <p:cNvPr id="31" name="TrackerNumWhite 182">
            <a:extLst>
              <a:ext uri="{FF2B5EF4-FFF2-40B4-BE49-F238E27FC236}">
                <a16:creationId xmlns:a16="http://schemas.microsoft.com/office/drawing/2014/main" id="{4FBB07F6-B337-0818-EF2A-BFC16FDC83E9}"/>
              </a:ext>
            </a:extLst>
          </p:cNvPr>
          <p:cNvSpPr/>
          <p:nvPr>
            <p:custDataLst>
              <p:tags r:id="rId3"/>
            </p:custDataLst>
          </p:nvPr>
        </p:nvSpPr>
        <p:spPr>
          <a:xfrm>
            <a:off x="419613" y="4197708"/>
            <a:ext cx="288000" cy="288000"/>
          </a:xfrm>
          <a:prstGeom prst="ellipse">
            <a:avLst/>
          </a:prstGeom>
          <a:solidFill>
            <a:schemeClr val="accent2"/>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l">
              <a:spcBef>
                <a:spcPts val="300"/>
              </a:spcBef>
              <a:spcAft>
                <a:spcPts val="300"/>
              </a:spcAft>
            </a:pPr>
            <a:r>
              <a:rPr lang="en-US" sz="1100" b="1">
                <a:solidFill>
                  <a:schemeClr val="bg1"/>
                </a:solidFill>
              </a:rPr>
              <a:t>4</a:t>
            </a:r>
          </a:p>
        </p:txBody>
      </p:sp>
      <p:sp>
        <p:nvSpPr>
          <p:cNvPr id="28" name="TrackerNumWhite 182">
            <a:extLst>
              <a:ext uri="{FF2B5EF4-FFF2-40B4-BE49-F238E27FC236}">
                <a16:creationId xmlns:a16="http://schemas.microsoft.com/office/drawing/2014/main" id="{E91F8C60-CEAD-B0A0-F1CB-B349B1244A28}"/>
              </a:ext>
            </a:extLst>
          </p:cNvPr>
          <p:cNvSpPr/>
          <p:nvPr>
            <p:custDataLst>
              <p:tags r:id="rId4"/>
            </p:custDataLst>
          </p:nvPr>
        </p:nvSpPr>
        <p:spPr>
          <a:xfrm>
            <a:off x="434759" y="1226985"/>
            <a:ext cx="288000" cy="288000"/>
          </a:xfrm>
          <a:prstGeom prst="ellipse">
            <a:avLst/>
          </a:prstGeom>
          <a:solidFill>
            <a:schemeClr val="accent2"/>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l">
              <a:spcBef>
                <a:spcPts val="300"/>
              </a:spcBef>
              <a:spcAft>
                <a:spcPts val="300"/>
              </a:spcAft>
            </a:pPr>
            <a:r>
              <a:rPr lang="en-US" sz="1100" b="1">
                <a:solidFill>
                  <a:schemeClr val="bg1"/>
                </a:solidFill>
              </a:rPr>
              <a:t>1</a:t>
            </a:r>
          </a:p>
        </p:txBody>
      </p:sp>
      <p:sp>
        <p:nvSpPr>
          <p:cNvPr id="85" name="TrackerNumWhite 182">
            <a:extLst>
              <a:ext uri="{FF2B5EF4-FFF2-40B4-BE49-F238E27FC236}">
                <a16:creationId xmlns:a16="http://schemas.microsoft.com/office/drawing/2014/main" id="{F80EF865-3EFB-8A10-F1AF-0735CB9CDE25}"/>
              </a:ext>
            </a:extLst>
          </p:cNvPr>
          <p:cNvSpPr/>
          <p:nvPr>
            <p:custDataLst>
              <p:tags r:id="rId5"/>
            </p:custDataLst>
          </p:nvPr>
        </p:nvSpPr>
        <p:spPr>
          <a:xfrm>
            <a:off x="410735" y="3220814"/>
            <a:ext cx="288000" cy="288000"/>
          </a:xfrm>
          <a:prstGeom prst="ellipse">
            <a:avLst/>
          </a:prstGeom>
          <a:solidFill>
            <a:schemeClr val="accent2"/>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l">
              <a:spcBef>
                <a:spcPts val="300"/>
              </a:spcBef>
              <a:spcAft>
                <a:spcPts val="300"/>
              </a:spcAft>
            </a:pPr>
            <a:r>
              <a:rPr lang="en-US" sz="1100" b="1">
                <a:solidFill>
                  <a:schemeClr val="bg1"/>
                </a:solidFill>
              </a:rPr>
              <a:t>3</a:t>
            </a:r>
          </a:p>
        </p:txBody>
      </p:sp>
      <p:cxnSp>
        <p:nvCxnSpPr>
          <p:cNvPr id="5" name="LineBasicDefault 17">
            <a:extLst>
              <a:ext uri="{FF2B5EF4-FFF2-40B4-BE49-F238E27FC236}">
                <a16:creationId xmlns:a16="http://schemas.microsoft.com/office/drawing/2014/main" id="{CF2A80D5-FE3C-89B7-E1E6-B576150C51B8}"/>
              </a:ext>
            </a:extLst>
          </p:cNvPr>
          <p:cNvCxnSpPr>
            <a:cxnSpLocks/>
            <a:endCxn id="7" idx="3"/>
          </p:cNvCxnSpPr>
          <p:nvPr>
            <p:custDataLst>
              <p:tags r:id="rId6"/>
            </p:custDataLst>
          </p:nvPr>
        </p:nvCxnSpPr>
        <p:spPr>
          <a:xfrm flipV="1">
            <a:off x="554736" y="1167807"/>
            <a:ext cx="8478041" cy="10737"/>
          </a:xfrm>
          <a:prstGeom prst="straightConnector1">
            <a:avLst/>
          </a:prstGeom>
          <a:ln w="6350" cap="flat">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7" name="LineBasicDefault 17">
            <a:extLst>
              <a:ext uri="{FF2B5EF4-FFF2-40B4-BE49-F238E27FC236}">
                <a16:creationId xmlns:a16="http://schemas.microsoft.com/office/drawing/2014/main" id="{EFC03F02-E6DC-DBEF-FAB6-BB3786696711}"/>
              </a:ext>
            </a:extLst>
          </p:cNvPr>
          <p:cNvCxnSpPr>
            <a:cxnSpLocks/>
          </p:cNvCxnSpPr>
          <p:nvPr>
            <p:custDataLst>
              <p:tags r:id="rId7"/>
            </p:custDataLst>
          </p:nvPr>
        </p:nvCxnSpPr>
        <p:spPr>
          <a:xfrm>
            <a:off x="554736" y="2220650"/>
            <a:ext cx="11082528" cy="0"/>
          </a:xfrm>
          <a:prstGeom prst="straightConnector1">
            <a:avLst/>
          </a:prstGeom>
          <a:ln w="6350" cap="flat">
            <a:solidFill>
              <a:schemeClr val="bg1">
                <a:lumMod val="75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19" name="LineBasicDefault 17">
            <a:extLst>
              <a:ext uri="{FF2B5EF4-FFF2-40B4-BE49-F238E27FC236}">
                <a16:creationId xmlns:a16="http://schemas.microsoft.com/office/drawing/2014/main" id="{A74DF778-965A-5908-E1DF-1C9FC668C8C4}"/>
              </a:ext>
            </a:extLst>
          </p:cNvPr>
          <p:cNvCxnSpPr>
            <a:cxnSpLocks/>
          </p:cNvCxnSpPr>
          <p:nvPr>
            <p:custDataLst>
              <p:tags r:id="rId8"/>
            </p:custDataLst>
          </p:nvPr>
        </p:nvCxnSpPr>
        <p:spPr>
          <a:xfrm>
            <a:off x="554736" y="3218110"/>
            <a:ext cx="11082528" cy="0"/>
          </a:xfrm>
          <a:prstGeom prst="straightConnector1">
            <a:avLst/>
          </a:prstGeom>
          <a:ln w="6350" cap="flat">
            <a:solidFill>
              <a:schemeClr val="bg1">
                <a:lumMod val="75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20" name="LineBasicDefault 17">
            <a:extLst>
              <a:ext uri="{FF2B5EF4-FFF2-40B4-BE49-F238E27FC236}">
                <a16:creationId xmlns:a16="http://schemas.microsoft.com/office/drawing/2014/main" id="{ECE68BE6-6987-8095-085A-2A9C939C9B7A}"/>
              </a:ext>
            </a:extLst>
          </p:cNvPr>
          <p:cNvCxnSpPr>
            <a:cxnSpLocks/>
          </p:cNvCxnSpPr>
          <p:nvPr>
            <p:custDataLst>
              <p:tags r:id="rId9"/>
            </p:custDataLst>
          </p:nvPr>
        </p:nvCxnSpPr>
        <p:spPr>
          <a:xfrm>
            <a:off x="554736" y="4214219"/>
            <a:ext cx="11082528" cy="0"/>
          </a:xfrm>
          <a:prstGeom prst="straightConnector1">
            <a:avLst/>
          </a:prstGeom>
          <a:ln w="6350" cap="flat">
            <a:solidFill>
              <a:schemeClr val="bg1">
                <a:lumMod val="75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LineBasicDefault 17">
            <a:extLst>
              <a:ext uri="{FF2B5EF4-FFF2-40B4-BE49-F238E27FC236}">
                <a16:creationId xmlns:a16="http://schemas.microsoft.com/office/drawing/2014/main" id="{1851E6C4-60EC-9228-CBF1-695D38B166E9}"/>
              </a:ext>
            </a:extLst>
          </p:cNvPr>
          <p:cNvCxnSpPr>
            <a:cxnSpLocks/>
          </p:cNvCxnSpPr>
          <p:nvPr>
            <p:custDataLst>
              <p:tags r:id="rId10"/>
            </p:custDataLst>
          </p:nvPr>
        </p:nvCxnSpPr>
        <p:spPr>
          <a:xfrm>
            <a:off x="554736" y="5210328"/>
            <a:ext cx="11082528" cy="0"/>
          </a:xfrm>
          <a:prstGeom prst="straightConnector1">
            <a:avLst/>
          </a:prstGeom>
          <a:ln w="6350" cap="flat">
            <a:solidFill>
              <a:schemeClr val="bg1">
                <a:lumMod val="75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5946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E665C-89D5-E480-96B4-A3CFD877AA40}"/>
              </a:ext>
            </a:extLst>
          </p:cNvPr>
          <p:cNvSpPr>
            <a:spLocks noGrp="1"/>
          </p:cNvSpPr>
          <p:nvPr>
            <p:ph type="title"/>
          </p:nvPr>
        </p:nvSpPr>
        <p:spPr/>
        <p:txBody>
          <a:bodyPr/>
          <a:lstStyle/>
          <a:p>
            <a:endParaRPr lang="it-IT"/>
          </a:p>
        </p:txBody>
      </p:sp>
      <p:sp>
        <p:nvSpPr>
          <p:cNvPr id="3" name="Subtitle 2">
            <a:extLst>
              <a:ext uri="{FF2B5EF4-FFF2-40B4-BE49-F238E27FC236}">
                <a16:creationId xmlns:a16="http://schemas.microsoft.com/office/drawing/2014/main" id="{085A3CA8-6441-B2CB-9586-202E43DE4065}"/>
              </a:ext>
            </a:extLst>
          </p:cNvPr>
          <p:cNvSpPr>
            <a:spLocks noGrp="1"/>
          </p:cNvSpPr>
          <p:nvPr>
            <p:ph type="subTitle" idx="1"/>
          </p:nvPr>
        </p:nvSpPr>
        <p:spPr/>
        <p:txBody>
          <a:bodyPr/>
          <a:lstStyle/>
          <a:p>
            <a:endParaRPr lang="it-IT"/>
          </a:p>
        </p:txBody>
      </p:sp>
      <p:sp>
        <p:nvSpPr>
          <p:cNvPr id="4" name="Text Placeholder 3">
            <a:extLst>
              <a:ext uri="{FF2B5EF4-FFF2-40B4-BE49-F238E27FC236}">
                <a16:creationId xmlns:a16="http://schemas.microsoft.com/office/drawing/2014/main" id="{46DC9C33-6197-7FFD-B6DC-9B92A2070841}"/>
              </a:ext>
            </a:extLst>
          </p:cNvPr>
          <p:cNvSpPr>
            <a:spLocks noGrp="1"/>
          </p:cNvSpPr>
          <p:nvPr>
            <p:ph type="body" sz="quarter" idx="10"/>
          </p:nvPr>
        </p:nvSpPr>
        <p:spPr/>
        <p:txBody>
          <a:bodyPr/>
          <a:lstStyle/>
          <a:p>
            <a:endParaRPr lang="it-IT"/>
          </a:p>
        </p:txBody>
      </p:sp>
      <p:pic>
        <p:nvPicPr>
          <p:cNvPr id="6" name="Picture 5">
            <a:extLst>
              <a:ext uri="{FF2B5EF4-FFF2-40B4-BE49-F238E27FC236}">
                <a16:creationId xmlns:a16="http://schemas.microsoft.com/office/drawing/2014/main" id="{7D15488A-617E-75E1-EEA9-381851AD8BBD}"/>
              </a:ext>
            </a:extLst>
          </p:cNvPr>
          <p:cNvPicPr>
            <a:picLocks noChangeAspect="1"/>
          </p:cNvPicPr>
          <p:nvPr/>
        </p:nvPicPr>
        <p:blipFill>
          <a:blip r:embed="rId2"/>
          <a:srcRect l="4467" t="12901" r="4086"/>
          <a:stretch>
            <a:fillRect/>
          </a:stretch>
        </p:blipFill>
        <p:spPr>
          <a:xfrm>
            <a:off x="780836" y="884724"/>
            <a:ext cx="10674849" cy="5973275"/>
          </a:xfrm>
          <a:prstGeom prst="rect">
            <a:avLst/>
          </a:prstGeom>
        </p:spPr>
      </p:pic>
      <p:sp>
        <p:nvSpPr>
          <p:cNvPr id="8" name="TextBox 7">
            <a:extLst>
              <a:ext uri="{FF2B5EF4-FFF2-40B4-BE49-F238E27FC236}">
                <a16:creationId xmlns:a16="http://schemas.microsoft.com/office/drawing/2014/main" id="{A33F08A2-83F2-44AB-D25B-F2771AAE9090}"/>
              </a:ext>
            </a:extLst>
          </p:cNvPr>
          <p:cNvSpPr txBox="1"/>
          <p:nvPr/>
        </p:nvSpPr>
        <p:spPr>
          <a:xfrm>
            <a:off x="7106506" y="11334"/>
            <a:ext cx="5082768" cy="215444"/>
          </a:xfrm>
          <a:prstGeom prst="rect">
            <a:avLst/>
          </a:prstGeom>
          <a:solidFill>
            <a:srgbClr val="FFFF00"/>
          </a:solidFill>
          <a:ln w="6350">
            <a:noFill/>
            <a:miter lim="800000"/>
          </a:ln>
        </p:spPr>
        <p:txBody>
          <a:bodyPr wrap="square" lIns="72000" tIns="0" bIns="0">
            <a:spAutoFit/>
          </a:bodyPr>
          <a:lstStyle/>
          <a:p>
            <a:pPr>
              <a:spcBef>
                <a:spcPts val="300"/>
              </a:spcBef>
              <a:spcAft>
                <a:spcPts val="300"/>
              </a:spcAft>
            </a:pPr>
            <a:r>
              <a:rPr lang="it-IT" sz="1400" b="1" i="1">
                <a:solidFill>
                  <a:srgbClr val="000000"/>
                </a:solidFill>
              </a:rPr>
              <a:t>Da verificare ppt con </a:t>
            </a:r>
            <a:r>
              <a:rPr lang="it-IT" sz="1400" b="1" i="1" err="1">
                <a:solidFill>
                  <a:srgbClr val="000000"/>
                </a:solidFill>
              </a:rPr>
              <a:t>mck</a:t>
            </a:r>
            <a:endParaRPr lang="it-IT" sz="1400" b="1" i="1">
              <a:solidFill>
                <a:srgbClr val="000000"/>
              </a:solidFill>
            </a:endParaRPr>
          </a:p>
        </p:txBody>
      </p:sp>
    </p:spTree>
    <p:extLst>
      <p:ext uri="{BB962C8B-B14F-4D97-AF65-F5344CB8AC3E}">
        <p14:creationId xmlns:p14="http://schemas.microsoft.com/office/powerpoint/2010/main" val="2048991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911F1-B66D-F973-FCE8-944032BE2888}"/>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21D5A8C2-E804-55BF-070E-746BBED8EEF5}"/>
              </a:ext>
            </a:extLst>
          </p:cNvPr>
          <p:cNvGraphicFramePr>
            <a:graphicFrameLocks/>
          </p:cNvGraphicFramePr>
          <p:nvPr>
            <p:custDataLst>
              <p:tags r:id="rId1"/>
            </p:custDataLst>
            <p:extLst>
              <p:ext uri="{D42A27DB-BD31-4B8C-83A1-F6EECF244321}">
                <p14:modId xmlns:p14="http://schemas.microsoft.com/office/powerpoint/2010/main" val="27873850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5" imgH="405" progId="TCLayout.ActiveDocument.1">
                  <p:embed/>
                </p:oleObj>
              </mc:Choice>
              <mc:Fallback>
                <p:oleObj name="think-cell Slide" r:id="rId5" imgW="405" imgH="405" progId="TCLayout.ActiveDocument.1">
                  <p:embed/>
                  <p:pic>
                    <p:nvPicPr>
                      <p:cNvPr id="13" name="think-cell data - do not delete" hidden="1">
                        <a:extLst>
                          <a:ext uri="{FF2B5EF4-FFF2-40B4-BE49-F238E27FC236}">
                            <a16:creationId xmlns:a16="http://schemas.microsoft.com/office/drawing/2014/main" id="{21D5A8C2-E804-55BF-070E-746BBED8EEF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3" name="Rectangle 42">
            <a:extLst>
              <a:ext uri="{FF2B5EF4-FFF2-40B4-BE49-F238E27FC236}">
                <a16:creationId xmlns:a16="http://schemas.microsoft.com/office/drawing/2014/main" id="{5FE1478B-AEAC-F574-30FF-1C3708ECE0CA}"/>
              </a:ext>
            </a:extLst>
          </p:cNvPr>
          <p:cNvSpPr/>
          <p:nvPr/>
        </p:nvSpPr>
        <p:spPr>
          <a:xfrm>
            <a:off x="7515500" y="5619797"/>
            <a:ext cx="4498164" cy="62414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vert="horz" lIns="36000" tIns="36000" rIns="36000" bIns="36000" rtlCol="0" anchor="ctr"/>
          <a:lstStyle/>
          <a:p>
            <a:pPr>
              <a:lnSpc>
                <a:spcPct val="120000"/>
              </a:lnSpc>
            </a:pPr>
            <a:r>
              <a:rPr lang="it-IT" sz="1050" b="1">
                <a:solidFill>
                  <a:schemeClr val="tx2"/>
                </a:solidFill>
                <a:latin typeface="Century Gothic" panose="020B0502020202020204" pitchFamily="34" charset="0"/>
              </a:rPr>
              <a:t>PRECEDENTE ISP–UBI: </a:t>
            </a:r>
            <a:r>
              <a:rPr lang="it-IT" sz="1050">
                <a:solidFill>
                  <a:sysClr val="windowText" lastClr="000000"/>
                </a:solidFill>
                <a:latin typeface="Century Gothic" panose="020B0502020202020204" pitchFamily="34" charset="0"/>
              </a:rPr>
              <a:t>le dimissioni con effetto immediato del CEO hanno favorito una rapida attivazione del nuovo assetto di governo, con la nomina di un vertice esecutivo in raccordo con ISP</a:t>
            </a:r>
          </a:p>
        </p:txBody>
      </p:sp>
      <p:sp>
        <p:nvSpPr>
          <p:cNvPr id="2" name="Titolo 1">
            <a:extLst>
              <a:ext uri="{FF2B5EF4-FFF2-40B4-BE49-F238E27FC236}">
                <a16:creationId xmlns:a16="http://schemas.microsoft.com/office/drawing/2014/main" id="{AAB63E7C-0EF3-2FE4-B84F-4478751405D7}"/>
              </a:ext>
            </a:extLst>
          </p:cNvPr>
          <p:cNvSpPr>
            <a:spLocks noGrp="1"/>
          </p:cNvSpPr>
          <p:nvPr>
            <p:ph type="title"/>
          </p:nvPr>
        </p:nvSpPr>
        <p:spPr>
          <a:xfrm>
            <a:off x="554736" y="172212"/>
            <a:ext cx="11082528" cy="677108"/>
          </a:xfrm>
        </p:spPr>
        <p:txBody>
          <a:bodyPr vert="horz" rIns="0"/>
          <a:lstStyle/>
          <a:p>
            <a:r>
              <a:rPr lang="it-IT" sz="2200">
                <a:solidFill>
                  <a:schemeClr val="accent2"/>
                </a:solidFill>
              </a:rPr>
              <a:t>5) </a:t>
            </a:r>
            <a:r>
              <a:rPr lang="it-IT" sz="2200" err="1">
                <a:solidFill>
                  <a:schemeClr val="accent2"/>
                </a:solidFill>
              </a:rPr>
              <a:t>What-if</a:t>
            </a:r>
            <a:r>
              <a:rPr lang="it-IT" sz="2200">
                <a:solidFill>
                  <a:schemeClr val="accent2"/>
                </a:solidFill>
              </a:rPr>
              <a:t> su dimissioni del </a:t>
            </a:r>
            <a:r>
              <a:rPr lang="it-IT" sz="2200" err="1">
                <a:solidFill>
                  <a:schemeClr val="accent2"/>
                </a:solidFill>
              </a:rPr>
              <a:t>CdA</a:t>
            </a:r>
            <a:r>
              <a:rPr lang="it-IT" sz="2200">
                <a:solidFill>
                  <a:schemeClr val="accent2"/>
                </a:solidFill>
              </a:rPr>
              <a:t> di MPS | </a:t>
            </a:r>
            <a:r>
              <a:rPr lang="it-IT" sz="2200"/>
              <a:t>Dalla conclusione dell'OPAS alla nomina del nuovo </a:t>
            </a:r>
            <a:r>
              <a:rPr lang="it-IT" sz="2200" err="1"/>
              <a:t>CdA</a:t>
            </a:r>
            <a:r>
              <a:rPr lang="it-IT" sz="2200"/>
              <a:t> si possono configurare due scenari transitori</a:t>
            </a:r>
          </a:p>
        </p:txBody>
      </p:sp>
      <p:sp>
        <p:nvSpPr>
          <p:cNvPr id="9" name="Text Placeholder 8">
            <a:extLst>
              <a:ext uri="{FF2B5EF4-FFF2-40B4-BE49-F238E27FC236}">
                <a16:creationId xmlns:a16="http://schemas.microsoft.com/office/drawing/2014/main" id="{99C8651C-CFAF-AF52-D34D-33ABFC6A10A7}"/>
              </a:ext>
            </a:extLst>
          </p:cNvPr>
          <p:cNvSpPr>
            <a:spLocks noGrp="1"/>
          </p:cNvSpPr>
          <p:nvPr>
            <p:ph type="body" sz="quarter" idx="10"/>
          </p:nvPr>
        </p:nvSpPr>
        <p:spPr/>
        <p:txBody>
          <a:bodyPr/>
          <a:lstStyle/>
          <a:p>
            <a:endParaRPr lang="it-IT"/>
          </a:p>
        </p:txBody>
      </p:sp>
      <p:sp>
        <p:nvSpPr>
          <p:cNvPr id="7" name="Rectangle 6">
            <a:extLst>
              <a:ext uri="{FF2B5EF4-FFF2-40B4-BE49-F238E27FC236}">
                <a16:creationId xmlns:a16="http://schemas.microsoft.com/office/drawing/2014/main" id="{FC46A375-B692-AE98-7542-BDE82993B8D4}"/>
              </a:ext>
            </a:extLst>
          </p:cNvPr>
          <p:cNvSpPr/>
          <p:nvPr/>
        </p:nvSpPr>
        <p:spPr>
          <a:xfrm>
            <a:off x="6536711" y="2618328"/>
            <a:ext cx="5285831" cy="12289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36000" rIns="0" bIns="36000" rtlCol="0" anchor="t">
            <a:noAutofit/>
          </a:bodyPr>
          <a:lstStyle/>
          <a:p>
            <a:pPr marL="285750" indent="-285750">
              <a:lnSpc>
                <a:spcPct val="130000"/>
              </a:lnSpc>
              <a:spcAft>
                <a:spcPts val="1200"/>
              </a:spcAft>
              <a:buFont typeface="Wingdings" panose="05000000000000000000" pitchFamily="2" charset="2"/>
              <a:buChar char="§"/>
            </a:pPr>
            <a:r>
              <a:rPr lang="it-IT" sz="1200">
                <a:solidFill>
                  <a:schemeClr val="tx1"/>
                </a:solidFill>
                <a:latin typeface="Century Gothic" panose="020B0502020202020204" pitchFamily="34" charset="0"/>
                <a:cs typeface="Calibri" panose="020F0502020204030204" pitchFamily="34" charset="0"/>
                <a:sym typeface="Calibri" panose="020F0502020204030204" pitchFamily="34" charset="0"/>
              </a:rPr>
              <a:t>I </a:t>
            </a:r>
            <a:r>
              <a:rPr lang="it-IT" sz="1200" b="1">
                <a:solidFill>
                  <a:schemeClr val="tx2"/>
                </a:solidFill>
                <a:latin typeface="Century Gothic" panose="020B0502020202020204" pitchFamily="34" charset="0"/>
                <a:cs typeface="Calibri" panose="020F0502020204030204" pitchFamily="34" charset="0"/>
                <a:sym typeface="Calibri" panose="020F0502020204030204" pitchFamily="34" charset="0"/>
              </a:rPr>
              <a:t>Consiglieri</a:t>
            </a:r>
            <a:r>
              <a:rPr lang="it-IT" sz="1200">
                <a:solidFill>
                  <a:schemeClr val="tx1"/>
                </a:solidFill>
                <a:latin typeface="Century Gothic" panose="020B0502020202020204" pitchFamily="34" charset="0"/>
                <a:cs typeface="Calibri" panose="020F0502020204030204" pitchFamily="34" charset="0"/>
                <a:sym typeface="Calibri" panose="020F0502020204030204" pitchFamily="34" charset="0"/>
              </a:rPr>
              <a:t> si </a:t>
            </a:r>
            <a:r>
              <a:rPr lang="it-IT" sz="1200" b="1">
                <a:solidFill>
                  <a:schemeClr val="tx2"/>
                </a:solidFill>
                <a:latin typeface="Century Gothic" panose="020B0502020202020204" pitchFamily="34" charset="0"/>
                <a:cs typeface="Calibri" panose="020F0502020204030204" pitchFamily="34" charset="0"/>
                <a:sym typeface="Calibri" panose="020F0502020204030204" pitchFamily="34" charset="0"/>
              </a:rPr>
              <a:t>dimettono </a:t>
            </a:r>
            <a:r>
              <a:rPr lang="it-IT" sz="1200">
                <a:solidFill>
                  <a:schemeClr val="tx1"/>
                </a:solidFill>
                <a:latin typeface="Century Gothic" panose="020B0502020202020204" pitchFamily="34" charset="0"/>
                <a:cs typeface="Calibri" panose="020F0502020204030204" pitchFamily="34" charset="0"/>
                <a:sym typeface="Calibri" panose="020F0502020204030204" pitchFamily="34" charset="0"/>
              </a:rPr>
              <a:t>e l’Assemblea dei Soci è convocata alla prima data utile per nomina nuovi Consiglieri</a:t>
            </a:r>
          </a:p>
          <a:p>
            <a:pPr marL="285750" indent="-285750">
              <a:lnSpc>
                <a:spcPct val="130000"/>
              </a:lnSpc>
              <a:spcAft>
                <a:spcPts val="1200"/>
              </a:spcAft>
              <a:buFont typeface="Wingdings" panose="05000000000000000000" pitchFamily="2" charset="2"/>
              <a:buChar char="§"/>
            </a:pPr>
            <a:r>
              <a:rPr lang="it-IT" sz="1200">
                <a:solidFill>
                  <a:schemeClr val="tx1"/>
                </a:solidFill>
                <a:latin typeface="Century Gothic" panose="020B0502020202020204" pitchFamily="34" charset="0"/>
                <a:cs typeface="Calibri" panose="020F0502020204030204" pitchFamily="34" charset="0"/>
                <a:sym typeface="Calibri" panose="020F0502020204030204" pitchFamily="34" charset="0"/>
              </a:rPr>
              <a:t>Il </a:t>
            </a:r>
            <a:r>
              <a:rPr lang="it-IT" sz="1200" b="1" err="1">
                <a:solidFill>
                  <a:schemeClr val="tx2"/>
                </a:solidFill>
                <a:latin typeface="Century Gothic" panose="020B0502020202020204" pitchFamily="34" charset="0"/>
                <a:cs typeface="Calibri" panose="020F0502020204030204" pitchFamily="34" charset="0"/>
                <a:sym typeface="Calibri" panose="020F0502020204030204" pitchFamily="34" charset="0"/>
              </a:rPr>
              <a:t>CdA</a:t>
            </a:r>
            <a:r>
              <a:rPr lang="it-IT" sz="1200" b="1">
                <a:solidFill>
                  <a:schemeClr val="tx2"/>
                </a:solidFill>
                <a:latin typeface="Century Gothic" panose="020B0502020202020204" pitchFamily="34" charset="0"/>
                <a:cs typeface="Calibri" panose="020F0502020204030204" pitchFamily="34" charset="0"/>
                <a:sym typeface="Calibri" panose="020F0502020204030204" pitchFamily="34" charset="0"/>
              </a:rPr>
              <a:t> </a:t>
            </a:r>
            <a:r>
              <a:rPr lang="it-IT" sz="1200">
                <a:solidFill>
                  <a:schemeClr val="tx1"/>
                </a:solidFill>
                <a:latin typeface="Century Gothic" panose="020B0502020202020204" pitchFamily="34" charset="0"/>
                <a:cs typeface="Calibri" panose="020F0502020204030204" pitchFamily="34" charset="0"/>
                <a:sym typeface="Calibri" panose="020F0502020204030204" pitchFamily="34" charset="0"/>
              </a:rPr>
              <a:t>rimane</a:t>
            </a:r>
            <a:r>
              <a:rPr lang="it-IT" sz="1200" b="1">
                <a:solidFill>
                  <a:schemeClr val="tx2"/>
                </a:solidFill>
                <a:latin typeface="Century Gothic" panose="020B0502020202020204" pitchFamily="34" charset="0"/>
                <a:cs typeface="Calibri" panose="020F0502020204030204" pitchFamily="34" charset="0"/>
                <a:sym typeface="Calibri" panose="020F0502020204030204" pitchFamily="34" charset="0"/>
              </a:rPr>
              <a:t> in carica </a:t>
            </a:r>
            <a:r>
              <a:rPr lang="it-IT" sz="1200">
                <a:solidFill>
                  <a:schemeClr val="tx1"/>
                </a:solidFill>
                <a:latin typeface="Century Gothic" panose="020B0502020202020204" pitchFamily="34" charset="0"/>
                <a:cs typeface="Calibri" panose="020F0502020204030204" pitchFamily="34" charset="0"/>
                <a:sym typeface="Calibri" panose="020F0502020204030204" pitchFamily="34" charset="0"/>
              </a:rPr>
              <a:t>solo per </a:t>
            </a:r>
            <a:r>
              <a:rPr lang="it-IT" sz="1200" b="1">
                <a:solidFill>
                  <a:schemeClr val="tx2"/>
                </a:solidFill>
                <a:latin typeface="Century Gothic" panose="020B0502020202020204" pitchFamily="34" charset="0"/>
                <a:cs typeface="Calibri" panose="020F0502020204030204" pitchFamily="34" charset="0"/>
                <a:sym typeface="Calibri" panose="020F0502020204030204" pitchFamily="34" charset="0"/>
              </a:rPr>
              <a:t>ordinaria amministrazione </a:t>
            </a:r>
            <a:r>
              <a:rPr lang="it-IT" sz="1200">
                <a:solidFill>
                  <a:schemeClr val="tx1"/>
                </a:solidFill>
                <a:latin typeface="Century Gothic" panose="020B0502020202020204" pitchFamily="34" charset="0"/>
                <a:cs typeface="Calibri" panose="020F0502020204030204" pitchFamily="34" charset="0"/>
                <a:sym typeface="Calibri" panose="020F0502020204030204" pitchFamily="34" charset="0"/>
              </a:rPr>
              <a:t>fino all’Assemblea</a:t>
            </a:r>
            <a:endParaRPr lang="it-IT" sz="1200" b="1">
              <a:solidFill>
                <a:schemeClr val="tx1"/>
              </a:solidFill>
              <a:latin typeface="Century Gothic" panose="020B0502020202020204" pitchFamily="34" charset="0"/>
              <a:cs typeface="Calibri" panose="020F0502020204030204" pitchFamily="34" charset="0"/>
              <a:sym typeface="Calibri" panose="020F0502020204030204" pitchFamily="34" charset="0"/>
            </a:endParaRPr>
          </a:p>
        </p:txBody>
      </p:sp>
      <p:sp>
        <p:nvSpPr>
          <p:cNvPr id="8" name="Rectangle 7">
            <a:extLst>
              <a:ext uri="{FF2B5EF4-FFF2-40B4-BE49-F238E27FC236}">
                <a16:creationId xmlns:a16="http://schemas.microsoft.com/office/drawing/2014/main" id="{B5CE431F-0F96-1194-D186-E1DD6D590AE0}"/>
              </a:ext>
            </a:extLst>
          </p:cNvPr>
          <p:cNvSpPr/>
          <p:nvPr/>
        </p:nvSpPr>
        <p:spPr bwMode="gray">
          <a:xfrm>
            <a:off x="6531835" y="4099895"/>
            <a:ext cx="5295582" cy="1125881"/>
          </a:xfrm>
          <a:prstGeom prst="rect">
            <a:avLst/>
          </a:prstGeom>
          <a:gradFill>
            <a:gsLst>
              <a:gs pos="100000">
                <a:schemeClr val="bg1"/>
              </a:gs>
              <a:gs pos="0">
                <a:srgbClr val="F0F7FB"/>
              </a:gs>
            </a:gsLst>
            <a:lin ang="5400000" scaled="1"/>
          </a:gradFill>
          <a:ln w="6350" algn="ctr">
            <a:solidFill>
              <a:srgbClr val="003A79"/>
            </a:solidFill>
            <a:miter lim="800000"/>
            <a:headEnd/>
            <a:tailEnd/>
          </a:ln>
        </p:spPr>
        <p:txBody>
          <a:bodyPr wrap="square" lIns="36000" tIns="36000" rIns="36000" bIns="36000" rtlCol="0" anchor="ctr"/>
          <a:lstStyle/>
          <a:p>
            <a:pPr algn="ctr">
              <a:lnSpc>
                <a:spcPct val="120000"/>
              </a:lnSpc>
            </a:pPr>
            <a:r>
              <a:rPr lang="it-IT" sz="1100" b="1">
                <a:solidFill>
                  <a:srgbClr val="003A79"/>
                </a:solidFill>
                <a:latin typeface="Century Gothic" panose="020B0502020202020204" pitchFamily="34" charset="0"/>
                <a:cs typeface="Calibri" panose="020F0502020204030204" pitchFamily="34" charset="0"/>
                <a:sym typeface="Calibri" panose="020F0502020204030204" pitchFamily="34" charset="0"/>
              </a:rPr>
              <a:t>Nomina nuovo CEO e avvio programma di integrazione </a:t>
            </a:r>
            <a:r>
              <a:rPr lang="it-IT" sz="1100">
                <a:solidFill>
                  <a:srgbClr val="003A79"/>
                </a:solidFill>
                <a:latin typeface="Century Gothic" panose="020B0502020202020204" pitchFamily="34" charset="0"/>
                <a:cs typeface="Calibri" panose="020F0502020204030204" pitchFamily="34" charset="0"/>
                <a:sym typeface="Calibri" panose="020F0502020204030204" pitchFamily="34" charset="0"/>
              </a:rPr>
              <a:t>– In presenza di un CdA MPS a sostegno del nuovo azionista di controllo, possibilità di cooptare un CEO indicato da ISP, assicurare la continuità della gestione ordinaria e avviare, nel rispetto dell’autonomia societaria di MPS, i primi tavoli propedeutici all’integrazione</a:t>
            </a:r>
          </a:p>
        </p:txBody>
      </p:sp>
      <p:sp>
        <p:nvSpPr>
          <p:cNvPr id="15" name="Rectangle 14">
            <a:extLst>
              <a:ext uri="{FF2B5EF4-FFF2-40B4-BE49-F238E27FC236}">
                <a16:creationId xmlns:a16="http://schemas.microsoft.com/office/drawing/2014/main" id="{99F6586F-665C-FB44-8F9A-C64266D0C5EB}"/>
              </a:ext>
            </a:extLst>
          </p:cNvPr>
          <p:cNvSpPr/>
          <p:nvPr/>
        </p:nvSpPr>
        <p:spPr bwMode="gray">
          <a:xfrm>
            <a:off x="6914755" y="1128538"/>
            <a:ext cx="4529742" cy="701037"/>
          </a:xfrm>
          <a:prstGeom prst="rect">
            <a:avLst/>
          </a:prstGeom>
          <a:noFill/>
          <a:ln w="19050" algn="ctr">
            <a:noFill/>
            <a:miter lim="800000"/>
            <a:headEnd/>
            <a:tailEnd/>
          </a:ln>
        </p:spPr>
        <p:txBody>
          <a:bodyPr wrap="square" lIns="72000" tIns="0" rIns="72000" bIns="0" rtlCol="0" anchor="ctr">
            <a:noAutofit/>
          </a:bodyPr>
          <a:lstStyle/>
          <a:p>
            <a:pPr algn="ctr">
              <a:lnSpc>
                <a:spcPct val="110000"/>
              </a:lnSpc>
              <a:buFont typeface="Wingdings 2" pitchFamily="18" charset="2"/>
              <a:buNone/>
            </a:pPr>
            <a:r>
              <a:rPr lang="it-IT" b="1">
                <a:solidFill>
                  <a:srgbClr val="003A79"/>
                </a:solidFill>
                <a:latin typeface="Century Gothic" panose="020B0502020202020204" pitchFamily="34" charset="0"/>
                <a:cs typeface="Calibri" panose="020F0502020204030204" pitchFamily="34" charset="0"/>
                <a:sym typeface="Calibri" panose="020F0502020204030204" pitchFamily="34" charset="0"/>
              </a:rPr>
              <a:t>DIMISSIONI A MAGGIORANZA DEL CDA</a:t>
            </a:r>
            <a:br>
              <a:rPr lang="it-IT" b="1">
                <a:solidFill>
                  <a:srgbClr val="003A79"/>
                </a:solidFill>
                <a:latin typeface="Century Gothic" panose="020B0502020202020204" pitchFamily="34" charset="0"/>
                <a:cs typeface="Calibri" panose="020F0502020204030204" pitchFamily="34" charset="0"/>
                <a:sym typeface="Calibri" panose="020F0502020204030204" pitchFamily="34" charset="0"/>
              </a:rPr>
            </a:br>
            <a:r>
              <a:rPr lang="it-IT" b="1">
                <a:solidFill>
                  <a:srgbClr val="003A79"/>
                </a:solidFill>
                <a:latin typeface="Century Gothic" panose="020B0502020202020204" pitchFamily="34" charset="0"/>
                <a:cs typeface="Calibri" panose="020F0502020204030204" pitchFamily="34" charset="0"/>
                <a:sym typeface="Calibri" panose="020F0502020204030204" pitchFamily="34" charset="0"/>
              </a:rPr>
              <a:t>CON EFFETTO IMMEDIATO/ DALLA NOMINA DEL NUOVO CDA</a:t>
            </a:r>
          </a:p>
        </p:txBody>
      </p:sp>
      <p:sp>
        <p:nvSpPr>
          <p:cNvPr id="11" name="Rectangle 10">
            <a:extLst>
              <a:ext uri="{FF2B5EF4-FFF2-40B4-BE49-F238E27FC236}">
                <a16:creationId xmlns:a16="http://schemas.microsoft.com/office/drawing/2014/main" id="{B7FFF940-4692-42E8-B07B-9A7D3BD58390}"/>
              </a:ext>
            </a:extLst>
          </p:cNvPr>
          <p:cNvSpPr/>
          <p:nvPr/>
        </p:nvSpPr>
        <p:spPr>
          <a:xfrm>
            <a:off x="535875" y="2618328"/>
            <a:ext cx="5171167" cy="12289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36000" rIns="0" bIns="36000" rtlCol="0" anchor="t">
            <a:noAutofit/>
          </a:bodyPr>
          <a:lstStyle/>
          <a:p>
            <a:pPr marL="285750" indent="-285750">
              <a:lnSpc>
                <a:spcPct val="130000"/>
              </a:lnSpc>
              <a:spcAft>
                <a:spcPts val="1200"/>
              </a:spcAft>
              <a:buFont typeface="Wingdings" panose="05000000000000000000" pitchFamily="2" charset="2"/>
              <a:buChar char="§"/>
            </a:pPr>
            <a:r>
              <a:rPr lang="it-IT" altLang="zh-SG" sz="1200">
                <a:solidFill>
                  <a:schemeClr val="tx1"/>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I </a:t>
            </a:r>
            <a:r>
              <a:rPr lang="it-IT" altLang="zh-SG" sz="1200" b="1">
                <a:solidFill>
                  <a:schemeClr val="tx2"/>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Consiglieri</a:t>
            </a:r>
            <a:r>
              <a:rPr lang="it-IT" altLang="zh-SG" sz="1200">
                <a:solidFill>
                  <a:schemeClr val="tx1"/>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 non dimessi </a:t>
            </a:r>
            <a:r>
              <a:rPr lang="it-IT" altLang="zh-SG" sz="1200" b="1">
                <a:solidFill>
                  <a:schemeClr val="tx2"/>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restano in carica </a:t>
            </a:r>
            <a:r>
              <a:rPr lang="it-IT" altLang="zh-SG" sz="1200">
                <a:solidFill>
                  <a:schemeClr val="tx1"/>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fino all’</a:t>
            </a:r>
            <a:r>
              <a:rPr lang="it-IT" altLang="zh-SG" sz="1200" b="1">
                <a:solidFill>
                  <a:schemeClr val="tx2"/>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Assemblea</a:t>
            </a:r>
            <a:r>
              <a:rPr lang="it-IT" altLang="zh-SG" sz="1200">
                <a:solidFill>
                  <a:schemeClr val="tx1"/>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 dove possono essere revocati dai Soci</a:t>
            </a:r>
          </a:p>
          <a:p>
            <a:pPr marL="285750" indent="-285750">
              <a:lnSpc>
                <a:spcPct val="130000"/>
              </a:lnSpc>
              <a:spcAft>
                <a:spcPts val="1200"/>
              </a:spcAft>
              <a:buFont typeface="Wingdings" panose="05000000000000000000" pitchFamily="2" charset="2"/>
              <a:buChar char="§"/>
            </a:pPr>
            <a:r>
              <a:rPr lang="it-IT" altLang="zh-SG" sz="1200">
                <a:solidFill>
                  <a:schemeClr val="tx1"/>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Il CdA </a:t>
            </a:r>
            <a:r>
              <a:rPr lang="it-IT" altLang="zh-SG" sz="1200" b="1">
                <a:solidFill>
                  <a:schemeClr val="tx2"/>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mantiene pieni poteri </a:t>
            </a:r>
            <a:r>
              <a:rPr lang="it-IT" altLang="zh-SG" sz="1200">
                <a:solidFill>
                  <a:schemeClr val="tx1"/>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a:t>
            </a:r>
            <a:r>
              <a:rPr lang="it-IT" altLang="zh-SG" sz="1200" b="1">
                <a:solidFill>
                  <a:schemeClr val="tx2"/>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ordinari </a:t>
            </a:r>
            <a:r>
              <a:rPr lang="it-IT" altLang="zh-SG" sz="1200">
                <a:solidFill>
                  <a:schemeClr val="tx1"/>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e </a:t>
            </a:r>
            <a:r>
              <a:rPr lang="it-IT" altLang="zh-SG" sz="1200" b="1">
                <a:solidFill>
                  <a:schemeClr val="tx2"/>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straordinari</a:t>
            </a:r>
            <a:r>
              <a:rPr lang="it-IT" altLang="zh-SG" sz="1200">
                <a:solidFill>
                  <a:schemeClr val="tx1"/>
                </a:solidFill>
                <a:latin typeface="Century Gothic" panose="020B0502020202020204" pitchFamily="34" charset="0"/>
                <a:ea typeface="ＭＳ Ｐゴシック" charset="-128"/>
                <a:cs typeface="Calibri" panose="020F0502020204030204" pitchFamily="34" charset="0"/>
                <a:sym typeface="Calibri" panose="020F0502020204030204" pitchFamily="34" charset="0"/>
              </a:rPr>
              <a:t>) fino alla delibera di revoca da parte dell’Assemblea dei Soci</a:t>
            </a:r>
          </a:p>
        </p:txBody>
      </p:sp>
      <p:sp>
        <p:nvSpPr>
          <p:cNvPr id="12" name="Rectangle 11">
            <a:extLst>
              <a:ext uri="{FF2B5EF4-FFF2-40B4-BE49-F238E27FC236}">
                <a16:creationId xmlns:a16="http://schemas.microsoft.com/office/drawing/2014/main" id="{1489172C-3853-B562-91A9-BCB7BE3D2E6D}"/>
              </a:ext>
            </a:extLst>
          </p:cNvPr>
          <p:cNvSpPr/>
          <p:nvPr/>
        </p:nvSpPr>
        <p:spPr bwMode="gray">
          <a:xfrm>
            <a:off x="412834" y="4099895"/>
            <a:ext cx="5417249" cy="1125881"/>
          </a:xfrm>
          <a:prstGeom prst="rect">
            <a:avLst/>
          </a:prstGeom>
          <a:gradFill>
            <a:gsLst>
              <a:gs pos="100000">
                <a:schemeClr val="bg1"/>
              </a:gs>
              <a:gs pos="0">
                <a:srgbClr val="F0F7FB"/>
              </a:gs>
            </a:gsLst>
            <a:lin ang="5400000" scaled="1"/>
          </a:gradFill>
          <a:ln w="6350" algn="ctr">
            <a:solidFill>
              <a:srgbClr val="003A79"/>
            </a:solidFill>
            <a:miter lim="800000"/>
            <a:headEnd/>
            <a:tailEnd/>
          </a:ln>
        </p:spPr>
        <p:txBody>
          <a:bodyPr wrap="square" lIns="36000" tIns="36000" rIns="36000" bIns="36000" rtlCol="0" anchor="ctr"/>
          <a:lstStyle/>
          <a:p>
            <a:pPr algn="ctr">
              <a:lnSpc>
                <a:spcPct val="120000"/>
              </a:lnSpc>
            </a:pPr>
            <a:r>
              <a:rPr lang="it-IT" sz="1100" b="1">
                <a:solidFill>
                  <a:srgbClr val="003A79"/>
                </a:solidFill>
                <a:latin typeface="Century Gothic" panose="020B0502020202020204" pitchFamily="34" charset="0"/>
                <a:cs typeface="Calibri" panose="020F0502020204030204" pitchFamily="34" charset="0"/>
                <a:sym typeface="Calibri" panose="020F0502020204030204" pitchFamily="34" charset="0"/>
              </a:rPr>
              <a:t>Mantenimento attuale CEO MPS e impossibilità di attivazione del programma di integrazione </a:t>
            </a:r>
            <a:r>
              <a:rPr lang="it-IT" sz="1100">
                <a:solidFill>
                  <a:srgbClr val="003A79"/>
                </a:solidFill>
                <a:latin typeface="Century Gothic" panose="020B0502020202020204" pitchFamily="34" charset="0"/>
                <a:cs typeface="Calibri" panose="020F0502020204030204" pitchFamily="34" charset="0"/>
                <a:sym typeface="Calibri" panose="020F0502020204030204" pitchFamily="34" charset="0"/>
              </a:rPr>
              <a:t>–</a:t>
            </a:r>
            <a:r>
              <a:rPr lang="it-IT" sz="1100" b="1">
                <a:solidFill>
                  <a:srgbClr val="003A79"/>
                </a:solidFill>
                <a:latin typeface="Century Gothic" panose="020B0502020202020204" pitchFamily="34" charset="0"/>
                <a:cs typeface="Calibri" panose="020F0502020204030204" pitchFamily="34" charset="0"/>
                <a:sym typeface="Calibri" panose="020F0502020204030204" pitchFamily="34" charset="0"/>
              </a:rPr>
              <a:t> </a:t>
            </a:r>
            <a:r>
              <a:rPr lang="it-IT" sz="1100">
                <a:solidFill>
                  <a:srgbClr val="003A79"/>
                </a:solidFill>
                <a:latin typeface="Century Gothic" panose="020B0502020202020204" pitchFamily="34" charset="0"/>
                <a:cs typeface="Calibri" panose="020F0502020204030204" pitchFamily="34" charset="0"/>
                <a:sym typeface="Calibri" panose="020F0502020204030204" pitchFamily="34" charset="0"/>
              </a:rPr>
              <a:t>Assenza di interlocuzioni formali tra ISP e MPS, ferma restando la possibilità di contatti informali nell’ambito delle relazioni professionali esistenti, senza condivisione di informazioni riservate né attività di coordinamento</a:t>
            </a:r>
          </a:p>
        </p:txBody>
      </p:sp>
      <p:sp>
        <p:nvSpPr>
          <p:cNvPr id="17" name="Rectangle 16">
            <a:extLst>
              <a:ext uri="{FF2B5EF4-FFF2-40B4-BE49-F238E27FC236}">
                <a16:creationId xmlns:a16="http://schemas.microsoft.com/office/drawing/2014/main" id="{4A2B139D-0796-6F0C-65E4-32EBB4DE8B16}"/>
              </a:ext>
            </a:extLst>
          </p:cNvPr>
          <p:cNvSpPr/>
          <p:nvPr/>
        </p:nvSpPr>
        <p:spPr bwMode="gray">
          <a:xfrm>
            <a:off x="804550" y="1128538"/>
            <a:ext cx="4633814" cy="701037"/>
          </a:xfrm>
          <a:prstGeom prst="rect">
            <a:avLst/>
          </a:prstGeom>
          <a:noFill/>
          <a:ln w="19050" algn="ctr">
            <a:noFill/>
            <a:miter lim="800000"/>
            <a:headEnd/>
            <a:tailEnd/>
          </a:ln>
        </p:spPr>
        <p:txBody>
          <a:bodyPr wrap="square" lIns="72000" tIns="0" rIns="72000" bIns="0" rtlCol="0" anchor="ctr">
            <a:noAutofit/>
          </a:bodyPr>
          <a:lstStyle/>
          <a:p>
            <a:pPr algn="ctr">
              <a:lnSpc>
                <a:spcPct val="110000"/>
              </a:lnSpc>
              <a:buFont typeface="Wingdings 2" pitchFamily="18" charset="2"/>
              <a:buNone/>
            </a:pPr>
            <a:r>
              <a:rPr lang="it-IT" b="1">
                <a:solidFill>
                  <a:srgbClr val="003A79"/>
                </a:solidFill>
                <a:latin typeface="Century Gothic" panose="020B0502020202020204" pitchFamily="34" charset="0"/>
                <a:cs typeface="Calibri" panose="020F0502020204030204" pitchFamily="34" charset="0"/>
                <a:sym typeface="Calibri" panose="020F0502020204030204" pitchFamily="34" charset="0"/>
              </a:rPr>
              <a:t>NO DIMISSIONI MAGGIORANZA DEL CDA E REVOCA IN ASSEMBLEA</a:t>
            </a:r>
          </a:p>
        </p:txBody>
      </p:sp>
      <p:cxnSp>
        <p:nvCxnSpPr>
          <p:cNvPr id="33" name="Straight Connector 32">
            <a:extLst>
              <a:ext uri="{FF2B5EF4-FFF2-40B4-BE49-F238E27FC236}">
                <a16:creationId xmlns:a16="http://schemas.microsoft.com/office/drawing/2014/main" id="{DC0BDBF8-0CB6-980A-4005-DB559DA9F80C}"/>
              </a:ext>
            </a:extLst>
          </p:cNvPr>
          <p:cNvCxnSpPr/>
          <p:nvPr/>
        </p:nvCxnSpPr>
        <p:spPr>
          <a:xfrm>
            <a:off x="6165835" y="2820849"/>
            <a:ext cx="0" cy="3400336"/>
          </a:xfrm>
          <a:prstGeom prst="line">
            <a:avLst/>
          </a:prstGeom>
          <a:ln w="6350">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32456D9-B9DE-DA23-3A55-FC017B070FBF}"/>
              </a:ext>
            </a:extLst>
          </p:cNvPr>
          <p:cNvCxnSpPr/>
          <p:nvPr/>
        </p:nvCxnSpPr>
        <p:spPr>
          <a:xfrm>
            <a:off x="6165835" y="1036847"/>
            <a:ext cx="0" cy="869836"/>
          </a:xfrm>
          <a:prstGeom prst="line">
            <a:avLst/>
          </a:prstGeom>
          <a:ln w="6350">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874310C5-F8F0-E1F3-FDFA-00A6B881FFEB}"/>
              </a:ext>
            </a:extLst>
          </p:cNvPr>
          <p:cNvGrpSpPr/>
          <p:nvPr/>
        </p:nvGrpSpPr>
        <p:grpSpPr>
          <a:xfrm>
            <a:off x="-1" y="2180369"/>
            <a:ext cx="12191997" cy="366795"/>
            <a:chOff x="-1" y="2098545"/>
            <a:chExt cx="12191997" cy="366795"/>
          </a:xfrm>
        </p:grpSpPr>
        <p:sp>
          <p:nvSpPr>
            <p:cNvPr id="30" name="Rectangle 29">
              <a:extLst>
                <a:ext uri="{FF2B5EF4-FFF2-40B4-BE49-F238E27FC236}">
                  <a16:creationId xmlns:a16="http://schemas.microsoft.com/office/drawing/2014/main" id="{40980483-2659-51FC-C609-37820C210D7F}"/>
                </a:ext>
              </a:extLst>
            </p:cNvPr>
            <p:cNvSpPr/>
            <p:nvPr/>
          </p:nvSpPr>
          <p:spPr bwMode="auto">
            <a:xfrm>
              <a:off x="-1" y="2135892"/>
              <a:ext cx="12191997" cy="29210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indent="0" algn="l" defTabSz="914400" fontAlgn="base" latinLnBrk="0" hangingPunct="1">
                <a:lnSpc>
                  <a:spcPct val="100000"/>
                </a:lnSpc>
                <a:spcBef>
                  <a:spcPct val="0"/>
                </a:spcBef>
                <a:spcAft>
                  <a:spcPct val="50000"/>
                </a:spcAft>
                <a:buClr>
                  <a:srgbClr val="FF6633"/>
                </a:buClr>
                <a:buSzPct val="100000"/>
                <a:buFont typeface="Wingdings" pitchFamily="1" charset="2"/>
                <a:buChar char="•"/>
                <a:tabLst/>
              </a:pPr>
              <a:endParaRPr kumimoji="0" lang="it-IT" sz="2000" b="0" i="0" u="none" strike="noStrike" cap="none" normalizeH="0" baseline="0">
                <a:ln>
                  <a:noFill/>
                </a:ln>
                <a:solidFill>
                  <a:schemeClr val="tx1"/>
                </a:solidFill>
                <a:effectLst/>
                <a:latin typeface="Century Gothic" panose="020B0502020202020204" pitchFamily="34" charset="0"/>
                <a:cs typeface="Calibri" panose="020F0502020204030204" pitchFamily="34" charset="0"/>
                <a:sym typeface="Calibri" panose="020F0502020204030204" pitchFamily="34" charset="0"/>
              </a:endParaRPr>
            </a:p>
          </p:txBody>
        </p:sp>
        <p:cxnSp>
          <p:nvCxnSpPr>
            <p:cNvPr id="31" name="Straight Connector 30">
              <a:extLst>
                <a:ext uri="{FF2B5EF4-FFF2-40B4-BE49-F238E27FC236}">
                  <a16:creationId xmlns:a16="http://schemas.microsoft.com/office/drawing/2014/main" id="{4D5A26EE-02F5-55F9-B1CD-2E09EAF06BC6}"/>
                </a:ext>
              </a:extLst>
            </p:cNvPr>
            <p:cNvCxnSpPr/>
            <p:nvPr/>
          </p:nvCxnSpPr>
          <p:spPr>
            <a:xfrm flipV="1">
              <a:off x="83414" y="2281942"/>
              <a:ext cx="12025168" cy="0"/>
            </a:xfrm>
            <a:prstGeom prst="line">
              <a:avLst/>
            </a:prstGeom>
            <a:ln w="3175">
              <a:solidFill>
                <a:srgbClr val="003A79"/>
              </a:solidFill>
            </a:ln>
            <a:effectLst>
              <a:glow rad="101600">
                <a:srgbClr val="003A79">
                  <a:alpha val="40000"/>
                </a:srgbClr>
              </a:glow>
            </a:effectLst>
          </p:spPr>
          <p:style>
            <a:lnRef idx="1">
              <a:schemeClr val="accent1"/>
            </a:lnRef>
            <a:fillRef idx="0">
              <a:schemeClr val="accent1"/>
            </a:fillRef>
            <a:effectRef idx="0">
              <a:schemeClr val="accent1"/>
            </a:effectRef>
            <a:fontRef idx="minor">
              <a:schemeClr val="tx1"/>
            </a:fontRef>
          </p:style>
        </p:cxnSp>
        <p:sp>
          <p:nvSpPr>
            <p:cNvPr id="26" name="Oval 41">
              <a:extLst>
                <a:ext uri="{FF2B5EF4-FFF2-40B4-BE49-F238E27FC236}">
                  <a16:creationId xmlns:a16="http://schemas.microsoft.com/office/drawing/2014/main" id="{2D7DEB32-A909-64D7-8345-7A3AAA64D7A7}"/>
                </a:ext>
              </a:extLst>
            </p:cNvPr>
            <p:cNvSpPr>
              <a:spLocks noChangeAspect="1"/>
            </p:cNvSpPr>
            <p:nvPr/>
          </p:nvSpPr>
          <p:spPr bwMode="auto">
            <a:xfrm>
              <a:off x="2938061" y="2098545"/>
              <a:ext cx="366795" cy="366795"/>
            </a:xfrm>
            <a:prstGeom prst="ellipse">
              <a:avLst/>
            </a:prstGeom>
            <a:solidFill>
              <a:schemeClr val="bg1"/>
            </a:solidFill>
            <a:ln w="28575" algn="ctr">
              <a:solidFill>
                <a:schemeClr val="bg1"/>
              </a:solidFill>
              <a:miter lim="800000"/>
              <a:headEnd/>
              <a:tailEnd/>
            </a:ln>
            <a:effectLst>
              <a:glow rad="63500">
                <a:srgbClr val="003A79">
                  <a:alpha val="40000"/>
                </a:srgbClr>
              </a:glow>
              <a:outerShdw blurRad="63500" sx="102000" sy="102000" algn="ctr" rotWithShape="0">
                <a:prstClr val="black">
                  <a:alpha val="40000"/>
                </a:prstClr>
              </a:outerShdw>
            </a:effectLst>
          </p:spPr>
          <p:txBody>
            <a:bodyPr wrap="square" lIns="36000" tIns="36000" rIns="36000" bIns="36000" rtlCol="0" anchor="ctr"/>
            <a:lstStyle/>
            <a:p>
              <a:pPr algn="ctr">
                <a:lnSpc>
                  <a:spcPct val="106000"/>
                </a:lnSpc>
                <a:buFont typeface="Wingdings 2" pitchFamily="18" charset="2"/>
                <a:buNone/>
              </a:pPr>
              <a:r>
                <a:rPr lang="it-IT" b="1">
                  <a:solidFill>
                    <a:srgbClr val="003A79"/>
                  </a:solidFill>
                  <a:latin typeface="Century Gothic" panose="020B0502020202020204" pitchFamily="34" charset="0"/>
                  <a:cs typeface="Calibri" panose="020F0502020204030204" pitchFamily="34" charset="0"/>
                  <a:sym typeface="Calibri" panose="020F0502020204030204" pitchFamily="34" charset="0"/>
                </a:rPr>
                <a:t>1</a:t>
              </a:r>
              <a:endParaRPr lang="it-IT" sz="1600" b="1">
                <a:solidFill>
                  <a:srgbClr val="003A79"/>
                </a:solidFill>
                <a:latin typeface="Century Gothic" panose="020B0502020202020204" pitchFamily="34" charset="0"/>
                <a:cs typeface="Calibri" panose="020F0502020204030204" pitchFamily="34" charset="0"/>
                <a:sym typeface="Calibri" panose="020F0502020204030204" pitchFamily="34" charset="0"/>
              </a:endParaRPr>
            </a:p>
          </p:txBody>
        </p:sp>
        <p:sp>
          <p:nvSpPr>
            <p:cNvPr id="41" name="Oval 41">
              <a:extLst>
                <a:ext uri="{FF2B5EF4-FFF2-40B4-BE49-F238E27FC236}">
                  <a16:creationId xmlns:a16="http://schemas.microsoft.com/office/drawing/2014/main" id="{54CD4A98-3AF8-5378-CBAA-C78BAAD3E8F9}"/>
                </a:ext>
              </a:extLst>
            </p:cNvPr>
            <p:cNvSpPr>
              <a:spLocks noChangeAspect="1"/>
            </p:cNvSpPr>
            <p:nvPr/>
          </p:nvSpPr>
          <p:spPr bwMode="auto">
            <a:xfrm>
              <a:off x="8996229" y="2098545"/>
              <a:ext cx="366795" cy="366795"/>
            </a:xfrm>
            <a:prstGeom prst="ellipse">
              <a:avLst/>
            </a:prstGeom>
            <a:solidFill>
              <a:schemeClr val="bg1"/>
            </a:solidFill>
            <a:ln w="28575" algn="ctr">
              <a:solidFill>
                <a:schemeClr val="bg1"/>
              </a:solidFill>
              <a:miter lim="800000"/>
              <a:headEnd/>
              <a:tailEnd/>
            </a:ln>
            <a:effectLst>
              <a:glow rad="63500">
                <a:srgbClr val="003A79">
                  <a:alpha val="40000"/>
                </a:srgbClr>
              </a:glow>
              <a:outerShdw blurRad="63500" sx="102000" sy="102000" algn="ctr" rotWithShape="0">
                <a:prstClr val="black">
                  <a:alpha val="40000"/>
                </a:prstClr>
              </a:outerShdw>
            </a:effectLst>
          </p:spPr>
          <p:txBody>
            <a:bodyPr wrap="square" lIns="36000" tIns="36000" rIns="36000" bIns="36000" rtlCol="0" anchor="ctr"/>
            <a:lstStyle/>
            <a:p>
              <a:pPr algn="ctr">
                <a:lnSpc>
                  <a:spcPct val="106000"/>
                </a:lnSpc>
                <a:buFont typeface="Wingdings 2" pitchFamily="18" charset="2"/>
                <a:buNone/>
              </a:pPr>
              <a:r>
                <a:rPr lang="it-IT" b="1">
                  <a:solidFill>
                    <a:srgbClr val="003A79"/>
                  </a:solidFill>
                  <a:latin typeface="Century Gothic" panose="020B0502020202020204" pitchFamily="34" charset="0"/>
                  <a:cs typeface="Calibri" panose="020F0502020204030204" pitchFamily="34" charset="0"/>
                  <a:sym typeface="Calibri" panose="020F0502020204030204" pitchFamily="34" charset="0"/>
                </a:rPr>
                <a:t>2</a:t>
              </a:r>
              <a:endParaRPr lang="it-IT" sz="1600" b="1">
                <a:solidFill>
                  <a:srgbClr val="003A79"/>
                </a:solidFill>
                <a:latin typeface="Century Gothic" panose="020B0502020202020204" pitchFamily="34" charset="0"/>
                <a:cs typeface="Calibri" panose="020F0502020204030204" pitchFamily="34" charset="0"/>
                <a:sym typeface="Calibri" panose="020F0502020204030204" pitchFamily="34" charset="0"/>
              </a:endParaRPr>
            </a:p>
          </p:txBody>
        </p:sp>
      </p:grpSp>
      <p:pic>
        <p:nvPicPr>
          <p:cNvPr id="51" name="Picture 50" descr="UBI Banca - List of Banks in Italy">
            <a:extLst>
              <a:ext uri="{FF2B5EF4-FFF2-40B4-BE49-F238E27FC236}">
                <a16:creationId xmlns:a16="http://schemas.microsoft.com/office/drawing/2014/main" id="{AA93652D-481F-3FC8-F57B-D98338E1778B}"/>
              </a:ext>
            </a:extLst>
          </p:cNvPr>
          <p:cNvPicPr>
            <a:picLocks noChangeAspect="1"/>
          </p:cNvPicPr>
          <p:nvPr/>
        </p:nvPicPr>
        <p:blipFill>
          <a:blip r:embed="rId7"/>
          <a:srcRect t="28065" r="1250" b="21938"/>
          <a:stretch>
            <a:fillRect/>
          </a:stretch>
        </p:blipFill>
        <p:spPr>
          <a:xfrm>
            <a:off x="6686563" y="5876463"/>
            <a:ext cx="717642" cy="110815"/>
          </a:xfrm>
          <a:prstGeom prst="rect">
            <a:avLst/>
          </a:prstGeom>
        </p:spPr>
      </p:pic>
      <p:cxnSp>
        <p:nvCxnSpPr>
          <p:cNvPr id="6" name="Straight Connector 5">
            <a:extLst>
              <a:ext uri="{FF2B5EF4-FFF2-40B4-BE49-F238E27FC236}">
                <a16:creationId xmlns:a16="http://schemas.microsoft.com/office/drawing/2014/main" id="{7FC465DC-F087-76CF-7742-A2B976AEC8DC}"/>
              </a:ext>
            </a:extLst>
          </p:cNvPr>
          <p:cNvCxnSpPr>
            <a:cxnSpLocks/>
          </p:cNvCxnSpPr>
          <p:nvPr/>
        </p:nvCxnSpPr>
        <p:spPr>
          <a:xfrm>
            <a:off x="6531835" y="5443854"/>
            <a:ext cx="5295900" cy="1588"/>
          </a:xfrm>
          <a:prstGeom prst="line">
            <a:avLst/>
          </a:prstGeom>
          <a:ln w="3175"/>
          <a:effectLst/>
        </p:spPr>
        <p:style>
          <a:lnRef idx="2">
            <a:schemeClr val="accent1"/>
          </a:lnRef>
          <a:fillRef idx="0">
            <a:schemeClr val="accent1"/>
          </a:fillRef>
          <a:effectRef idx="1">
            <a:schemeClr val="accent1"/>
          </a:effectRef>
          <a:fontRef idx="minor">
            <a:schemeClr val="tx1"/>
          </a:fontRef>
        </p:style>
      </p:cxnSp>
      <p:sp>
        <p:nvSpPr>
          <p:cNvPr id="19" name="Arrow: Chevron 18">
            <a:extLst>
              <a:ext uri="{FF2B5EF4-FFF2-40B4-BE49-F238E27FC236}">
                <a16:creationId xmlns:a16="http://schemas.microsoft.com/office/drawing/2014/main" id="{9EDC8591-BA1E-2D76-00D8-21877088986C}"/>
              </a:ext>
            </a:extLst>
          </p:cNvPr>
          <p:cNvSpPr/>
          <p:nvPr/>
        </p:nvSpPr>
        <p:spPr bwMode="gray">
          <a:xfrm rot="5400000">
            <a:off x="9114025" y="5072635"/>
            <a:ext cx="131520" cy="744027"/>
          </a:xfrm>
          <a:prstGeom prst="chevron">
            <a:avLst/>
          </a:prstGeom>
          <a:solidFill>
            <a:srgbClr val="003A79"/>
          </a:solidFill>
          <a:ln w="6350" algn="ctr">
            <a:solidFill>
              <a:srgbClr val="0070C0"/>
            </a:solidFill>
            <a:miter lim="800000"/>
            <a:headEnd/>
            <a:tailEnd/>
          </a:ln>
        </p:spPr>
        <p:txBody>
          <a:bodyPr rot="0" spcFirstLastPara="0" vertOverflow="overflow" horzOverflow="overflow" vert="horz" wrap="square" lIns="36000" tIns="88900" rIns="36000" bIns="88900" numCol="1" spcCol="0" rtlCol="0" fromWordArt="0" anchor="ctr" anchorCtr="0" forceAA="0" compatLnSpc="1">
            <a:prstTxWarp prst="textNoShape">
              <a:avLst/>
            </a:prstTxWarp>
            <a:noAutofit/>
          </a:bodyPr>
          <a:lstStyle/>
          <a:p>
            <a:pPr algn="ctr">
              <a:buFont typeface="Wingdings 2" pitchFamily="18" charset="2"/>
              <a:buNone/>
            </a:pPr>
            <a:endParaRPr lang="it-IT" sz="1200">
              <a:latin typeface="Century Gothic" panose="020B0502020202020204" pitchFamily="34" charset="0"/>
              <a:cs typeface="Calibri" panose="020F0502020204030204" pitchFamily="34" charset="0"/>
            </a:endParaRPr>
          </a:p>
        </p:txBody>
      </p:sp>
      <p:sp>
        <p:nvSpPr>
          <p:cNvPr id="47" name="Rectangle 46">
            <a:extLst>
              <a:ext uri="{FF2B5EF4-FFF2-40B4-BE49-F238E27FC236}">
                <a16:creationId xmlns:a16="http://schemas.microsoft.com/office/drawing/2014/main" id="{58AE30CD-7C26-15E0-A785-CBD140A76F07}"/>
              </a:ext>
            </a:extLst>
          </p:cNvPr>
          <p:cNvSpPr/>
          <p:nvPr/>
        </p:nvSpPr>
        <p:spPr>
          <a:xfrm>
            <a:off x="0" y="0"/>
            <a:ext cx="12191999" cy="161916"/>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3500" tIns="70759" rIns="63500" bIns="63500" numCol="1" spcCol="0" rtlCol="0" fromWordArt="0" anchor="ctr" anchorCtr="0" forceAA="0" compatLnSpc="1">
            <a:prstTxWarp prst="textNoShape">
              <a:avLst/>
            </a:prstTxWarp>
            <a:noAutofit/>
          </a:bodyPr>
          <a:lstStyle/>
          <a:p>
            <a:pPr algn="ctr">
              <a:spcBef>
                <a:spcPts val="300"/>
              </a:spcBef>
              <a:spcAft>
                <a:spcPts val="300"/>
              </a:spcAft>
            </a:pPr>
            <a:r>
              <a:rPr lang="it-IT" sz="1200" b="1">
                <a:solidFill>
                  <a:schemeClr val="bg1"/>
                </a:solidFill>
              </a:rPr>
              <a:t>ESEMPIO ALTAMENTE PRELIMINARE su configurazione di uno scenario </a:t>
            </a:r>
            <a:r>
              <a:rPr lang="it-IT" sz="1200" b="1" i="1" err="1">
                <a:solidFill>
                  <a:schemeClr val="bg1"/>
                </a:solidFill>
              </a:rPr>
              <a:t>what-if</a:t>
            </a:r>
            <a:endParaRPr lang="it-IT" sz="1200" b="1" i="1">
              <a:solidFill>
                <a:schemeClr val="bg1"/>
              </a:solidFill>
            </a:endParaRPr>
          </a:p>
        </p:txBody>
      </p:sp>
      <p:sp>
        <p:nvSpPr>
          <p:cNvPr id="10" name="Sticky">
            <a:extLst>
              <a:ext uri="{FF2B5EF4-FFF2-40B4-BE49-F238E27FC236}">
                <a16:creationId xmlns:a16="http://schemas.microsoft.com/office/drawing/2014/main" id="{6507A852-A217-5775-CF9E-9E4E828ADCD7}"/>
              </a:ext>
            </a:extLst>
          </p:cNvPr>
          <p:cNvSpPr/>
          <p:nvPr>
            <p:custDataLst>
              <p:tags r:id="rId2"/>
            </p:custDataLst>
          </p:nvPr>
        </p:nvSpPr>
        <p:spPr>
          <a:xfrm>
            <a:off x="11525540" y="510766"/>
            <a:ext cx="583042" cy="455639"/>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2144" rIns="63500" bIns="63500" numCol="1" spcCol="0" rtlCol="0" fromWordArt="0" anchor="t" anchorCtr="0" forceAA="0" compatLnSpc="1">
            <a:prstTxWarp prst="textNoShape">
              <a:avLst/>
            </a:prstTxWarp>
            <a:spAutoFit/>
          </a:bodyPr>
          <a:lstStyle/>
          <a:p>
            <a:pPr>
              <a:spcBef>
                <a:spcPts val="300"/>
              </a:spcBef>
              <a:spcAft>
                <a:spcPts val="300"/>
              </a:spcAft>
            </a:pPr>
            <a:r>
              <a:rPr lang="it-IT" sz="1600">
                <a:solidFill>
                  <a:srgbClr val="000000"/>
                </a:solidFill>
              </a:rPr>
              <a:t>WIP</a:t>
            </a:r>
          </a:p>
        </p:txBody>
      </p:sp>
      <p:sp>
        <p:nvSpPr>
          <p:cNvPr id="52" name="Rounded Rectangle 51"/>
          <p:cNvSpPr/>
          <p:nvPr/>
        </p:nvSpPr>
        <p:spPr>
          <a:xfrm>
            <a:off x="540000" y="6228000"/>
            <a:ext cx="11160000" cy="486000"/>
          </a:xfrm>
          <a:prstGeom prst="roundRect">
            <a:avLst/>
          </a:prstGeom>
          <a:solidFill>
            <a:srgbClr val="FFFFFF"/>
          </a:solidFill>
          <a:ln w="12700">
            <a:solidFill>
              <a:srgbClr val="F18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28800" bIns="28800">
            <a:normAutofit/>
          </a:bodyPr>
          <a:lstStyle/>
          <a:p>
            <a:pPr algn="l"/>
            <a:r>
              <a:rPr sz="1000" b="1">
                <a:solidFill>
                  <a:srgbClr val="003A79"/>
                </a:solidFill>
                <a:latin typeface="Century Gothic"/>
              </a:rPr>
              <a:t>Casistica in corso di ampliamento</a:t>
            </a:r>
          </a:p>
          <a:p>
            <a:pPr algn="l">
              <a:spcBef>
                <a:spcPts val="200"/>
              </a:spcBef>
            </a:pPr>
            <a:r>
              <a:rPr sz="850" b="0">
                <a:solidFill>
                  <a:srgbClr val="003A79"/>
                </a:solidFill>
                <a:latin typeface="Century Gothic"/>
              </a:rPr>
              <a:t>Oltre ai due estremi qui rappresentati sono possibili scenari intermedi: CdA dimissionario con CEO in prorogatio; CEO dimissionario con cooptazione non concordata; scenario concordato con cooptazione del nuovo AD e ricostruzione progressiva del board. Chiusura a valle della call con i legali e della call dedicata di lunedì</a:t>
            </a:r>
          </a:p>
        </p:txBody>
      </p:sp>
    </p:spTree>
    <p:extLst>
      <p:ext uri="{BB962C8B-B14F-4D97-AF65-F5344CB8AC3E}">
        <p14:creationId xmlns:p14="http://schemas.microsoft.com/office/powerpoint/2010/main" val="1020458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74712-AD60-EFA4-BECB-04A87D2402A9}"/>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53087E1F-CFC1-447B-816D-CD7B6343B12F}"/>
              </a:ext>
            </a:extLst>
          </p:cNvPr>
          <p:cNvGraphicFramePr>
            <a:graphicFrameLocks/>
          </p:cNvGraphicFramePr>
          <p:nvPr>
            <p:custDataLst>
              <p:tags r:id="rId1"/>
            </p:custDataLst>
            <p:extLst>
              <p:ext uri="{D42A27DB-BD31-4B8C-83A1-F6EECF244321}">
                <p14:modId xmlns:p14="http://schemas.microsoft.com/office/powerpoint/2010/main" val="18755002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5" name="Object 6" hidden="1">
                        <a:extLst>
                          <a:ext uri="{FF2B5EF4-FFF2-40B4-BE49-F238E27FC236}">
                            <a16:creationId xmlns:a16="http://schemas.microsoft.com/office/drawing/2014/main" id="{53087E1F-CFC1-447B-816D-CD7B6343B12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C34422BB-C9E9-D74D-378D-0FD614FAEAF6}"/>
              </a:ext>
            </a:extLst>
          </p:cNvPr>
          <p:cNvSpPr>
            <a:spLocks noGrp="1"/>
          </p:cNvSpPr>
          <p:nvPr>
            <p:ph type="title"/>
            <p:custDataLst>
              <p:tags r:id="rId2"/>
            </p:custDataLst>
          </p:nvPr>
        </p:nvSpPr>
        <p:spPr/>
        <p:txBody>
          <a:bodyPr/>
          <a:lstStyle/>
          <a:p>
            <a:endParaRPr lang="en-US"/>
          </a:p>
        </p:txBody>
      </p:sp>
      <p:sp>
        <p:nvSpPr>
          <p:cNvPr id="3" name="3. Subtitle">
            <a:extLst>
              <a:ext uri="{FF2B5EF4-FFF2-40B4-BE49-F238E27FC236}">
                <a16:creationId xmlns:a16="http://schemas.microsoft.com/office/drawing/2014/main" id="{67468B6C-E7EB-7127-C992-12A337723ECE}"/>
              </a:ext>
            </a:extLst>
          </p:cNvPr>
          <p:cNvSpPr>
            <a:spLocks noGrp="1"/>
          </p:cNvSpPr>
          <p:nvPr>
            <p:ph type="subTitle" idx="1"/>
            <p:custDataLst>
              <p:tags r:id="rId3"/>
            </p:custDataLst>
          </p:nvPr>
        </p:nvSpPr>
        <p:spPr>
          <a:xfrm>
            <a:off x="554736" y="638504"/>
            <a:ext cx="11082528" cy="246221"/>
          </a:xfrm>
        </p:spPr>
        <p:txBody>
          <a:bodyPr>
            <a:noAutofit/>
          </a:bodyPr>
          <a:lstStyle/>
          <a:p>
            <a:endParaRPr lang="en-US"/>
          </a:p>
        </p:txBody>
      </p:sp>
      <p:sp>
        <p:nvSpPr>
          <p:cNvPr id="4" name="1. On-page tracker">
            <a:extLst>
              <a:ext uri="{FF2B5EF4-FFF2-40B4-BE49-F238E27FC236}">
                <a16:creationId xmlns:a16="http://schemas.microsoft.com/office/drawing/2014/main" id="{7A5226C4-EAB5-31EC-9E6E-3F74B2B6BA1D}"/>
              </a:ext>
            </a:extLst>
          </p:cNvPr>
          <p:cNvSpPr>
            <a:spLocks noGrp="1"/>
          </p:cNvSpPr>
          <p:nvPr>
            <p:ph type="body" sz="quarter" idx="10"/>
            <p:custDataLst>
              <p:tags r:id="rId4"/>
            </p:custDataLst>
          </p:nvPr>
        </p:nvSpPr>
        <p:spPr/>
        <p:txBody>
          <a:bodyPr/>
          <a:lstStyle/>
          <a:p>
            <a:endParaRPr lang="en-US"/>
          </a:p>
        </p:txBody>
      </p:sp>
      <p:sp>
        <p:nvSpPr>
          <p:cNvPr id="6" name="Rectangle 5">
            <a:extLst>
              <a:ext uri="{FF2B5EF4-FFF2-40B4-BE49-F238E27FC236}">
                <a16:creationId xmlns:a16="http://schemas.microsoft.com/office/drawing/2014/main" id="{6C78DAB3-C1CA-CA2F-EBB8-D3A7B13466C6}"/>
              </a:ext>
            </a:extLst>
          </p:cNvPr>
          <p:cNvSpPr>
            <a:spLocks/>
          </p:cNvSpPr>
          <p:nvPr/>
        </p:nvSpPr>
        <p:spPr>
          <a:xfrm>
            <a:off x="554736" y="714835"/>
            <a:ext cx="11082528" cy="5428331"/>
          </a:xfrm>
          <a:prstGeom prst="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70759" rIns="396000" bIns="63500" numCol="1" spcCol="0" rtlCol="0" fromWordArt="0" anchor="ctr" anchorCtr="0" forceAA="0" compatLnSpc="1">
            <a:prstTxWarp prst="textNoShape">
              <a:avLst/>
            </a:prstTxWarp>
            <a:noAutofit/>
          </a:bodyPr>
          <a:lstStyle/>
          <a:p>
            <a:pPr lvl="1">
              <a:tabLst>
                <a:tab pos="914400" algn="l"/>
              </a:tabLst>
            </a:pPr>
            <a:r>
              <a:rPr lang="en-US" sz="1600" err="1">
                <a:solidFill>
                  <a:schemeClr val="bg1"/>
                </a:solidFill>
                <a:latin typeface="Century Gothic (Body)"/>
                <a:ea typeface="Times New Roman" panose="02020603050405020304" pitchFamily="18" charset="0"/>
                <a:cs typeface="Aptos" panose="020B0004020202020204" pitchFamily="34" charset="0"/>
              </a:rPr>
              <a:t>Pagina</a:t>
            </a:r>
            <a:r>
              <a:rPr lang="en-US" sz="1600">
                <a:solidFill>
                  <a:schemeClr val="bg1"/>
                </a:solidFill>
                <a:latin typeface="Century Gothic (Body)"/>
                <a:ea typeface="Times New Roman" panose="02020603050405020304" pitchFamily="18" charset="0"/>
                <a:cs typeface="Aptos" panose="020B0004020202020204" pitchFamily="34" charset="0"/>
              </a:rPr>
              <a:t> </a:t>
            </a:r>
            <a:r>
              <a:rPr lang="en-US" sz="1600" err="1">
                <a:solidFill>
                  <a:schemeClr val="bg1"/>
                </a:solidFill>
                <a:latin typeface="Century Gothic (Body)"/>
                <a:ea typeface="Times New Roman" panose="02020603050405020304" pitchFamily="18" charset="0"/>
                <a:cs typeface="Aptos" panose="020B0004020202020204" pitchFamily="34" charset="0"/>
              </a:rPr>
              <a:t>riassuntiva</a:t>
            </a:r>
            <a:r>
              <a:rPr lang="en-US" sz="1600">
                <a:solidFill>
                  <a:schemeClr val="bg1"/>
                </a:solidFill>
                <a:latin typeface="Century Gothic (Body)"/>
                <a:ea typeface="Times New Roman" panose="02020603050405020304" pitchFamily="18" charset="0"/>
                <a:cs typeface="Aptos" panose="020B0004020202020204" pitchFamily="34" charset="0"/>
              </a:rPr>
              <a:t> </a:t>
            </a:r>
            <a:r>
              <a:rPr lang="en-US" sz="1600" err="1">
                <a:solidFill>
                  <a:schemeClr val="bg1"/>
                </a:solidFill>
                <a:latin typeface="Century Gothic (Body)"/>
                <a:ea typeface="Times New Roman" panose="02020603050405020304" pitchFamily="18" charset="0"/>
                <a:cs typeface="Aptos" panose="020B0004020202020204" pitchFamily="34" charset="0"/>
              </a:rPr>
              <a:t>sugli</a:t>
            </a:r>
            <a:r>
              <a:rPr lang="en-US" sz="1600">
                <a:solidFill>
                  <a:schemeClr val="bg1"/>
                </a:solidFill>
                <a:latin typeface="Century Gothic (Body)"/>
                <a:ea typeface="Times New Roman" panose="02020603050405020304" pitchFamily="18" charset="0"/>
                <a:cs typeface="Aptos" panose="020B0004020202020204" pitchFamily="34" charset="0"/>
              </a:rPr>
              <a:t> </a:t>
            </a:r>
            <a:r>
              <a:rPr lang="en-US" sz="1600" b="1" err="1">
                <a:solidFill>
                  <a:schemeClr val="bg1"/>
                </a:solidFill>
                <a:latin typeface="Century Gothic (Body)"/>
                <a:ea typeface="Times New Roman" panose="02020603050405020304" pitchFamily="18" charset="0"/>
                <a:cs typeface="Aptos" panose="020B0004020202020204" pitchFamily="34" charset="0"/>
              </a:rPr>
              <a:t>scenari</a:t>
            </a:r>
            <a:r>
              <a:rPr lang="en-US" sz="1600" b="1">
                <a:solidFill>
                  <a:schemeClr val="bg1"/>
                </a:solidFill>
                <a:latin typeface="Century Gothic (Body)"/>
                <a:ea typeface="Times New Roman" panose="02020603050405020304" pitchFamily="18" charset="0"/>
                <a:cs typeface="Aptos" panose="020B0004020202020204" pitchFamily="34" charset="0"/>
              </a:rPr>
              <a:t> </a:t>
            </a:r>
            <a:r>
              <a:rPr lang="en-US" sz="1600" b="1" err="1">
                <a:solidFill>
                  <a:schemeClr val="bg1"/>
                </a:solidFill>
                <a:latin typeface="Century Gothic (Body)"/>
                <a:ea typeface="Times New Roman" panose="02020603050405020304" pitchFamily="18" charset="0"/>
                <a:cs typeface="Aptos" panose="020B0004020202020204" pitchFamily="34" charset="0"/>
              </a:rPr>
              <a:t>più</a:t>
            </a:r>
            <a:r>
              <a:rPr lang="en-US" sz="1600" b="1">
                <a:solidFill>
                  <a:schemeClr val="bg1"/>
                </a:solidFill>
                <a:latin typeface="Century Gothic (Body)"/>
                <a:ea typeface="Times New Roman" panose="02020603050405020304" pitchFamily="18" charset="0"/>
                <a:cs typeface="Aptos" panose="020B0004020202020204" pitchFamily="34" charset="0"/>
              </a:rPr>
              <a:t> </a:t>
            </a:r>
            <a:r>
              <a:rPr lang="en-US" sz="1600" b="1" err="1">
                <a:solidFill>
                  <a:schemeClr val="bg1"/>
                </a:solidFill>
                <a:latin typeface="Century Gothic (Body)"/>
                <a:ea typeface="Times New Roman" panose="02020603050405020304" pitchFamily="18" charset="0"/>
                <a:cs typeface="Aptos" panose="020B0004020202020204" pitchFamily="34" charset="0"/>
              </a:rPr>
              <a:t>probabili</a:t>
            </a:r>
            <a:r>
              <a:rPr lang="en-US" sz="1600" b="1">
                <a:solidFill>
                  <a:schemeClr val="bg1"/>
                </a:solidFill>
                <a:latin typeface="Century Gothic (Body)"/>
                <a:ea typeface="Times New Roman" panose="02020603050405020304" pitchFamily="18" charset="0"/>
                <a:cs typeface="Aptos" panose="020B0004020202020204" pitchFamily="34" charset="0"/>
              </a:rPr>
              <a:t> o worst/best </a:t>
            </a:r>
            <a:r>
              <a:rPr lang="en-US" sz="1600">
                <a:solidFill>
                  <a:schemeClr val="bg1"/>
                </a:solidFill>
                <a:latin typeface="Century Gothic (Body)"/>
                <a:ea typeface="Times New Roman" panose="02020603050405020304" pitchFamily="18" charset="0"/>
                <a:cs typeface="Aptos" panose="020B0004020202020204" pitchFamily="34" charset="0"/>
              </a:rPr>
              <a:t>con le </a:t>
            </a:r>
            <a:r>
              <a:rPr lang="en-US" sz="1600" err="1">
                <a:solidFill>
                  <a:schemeClr val="bg1"/>
                </a:solidFill>
                <a:latin typeface="Century Gothic (Body)"/>
                <a:ea typeface="Times New Roman" panose="02020603050405020304" pitchFamily="18" charset="0"/>
                <a:cs typeface="Aptos" panose="020B0004020202020204" pitchFamily="34" charset="0"/>
              </a:rPr>
              <a:t>conseguenti</a:t>
            </a:r>
            <a:r>
              <a:rPr lang="en-US" sz="1600">
                <a:solidFill>
                  <a:schemeClr val="bg1"/>
                </a:solidFill>
                <a:latin typeface="Century Gothic (Body)"/>
                <a:ea typeface="Times New Roman" panose="02020603050405020304" pitchFamily="18" charset="0"/>
                <a:cs typeface="Aptos" panose="020B0004020202020204" pitchFamily="34" charset="0"/>
              </a:rPr>
              <a:t> </a:t>
            </a:r>
            <a:r>
              <a:rPr lang="en-US" sz="1600" err="1">
                <a:solidFill>
                  <a:schemeClr val="bg1"/>
                </a:solidFill>
                <a:latin typeface="Century Gothic (Body)"/>
                <a:ea typeface="Times New Roman" panose="02020603050405020304" pitchFamily="18" charset="0"/>
                <a:cs typeface="Aptos" panose="020B0004020202020204" pitchFamily="34" charset="0"/>
              </a:rPr>
              <a:t>implicazioni</a:t>
            </a:r>
            <a:endParaRPr lang="en-US" sz="1600">
              <a:solidFill>
                <a:schemeClr val="bg1"/>
              </a:solidFill>
              <a:latin typeface="Century Gothic (Body)"/>
              <a:ea typeface="Times New Roman" panose="02020603050405020304" pitchFamily="18" charset="0"/>
              <a:cs typeface="Aptos" panose="020B0004020202020204" pitchFamily="34" charset="0"/>
            </a:endParaRPr>
          </a:p>
          <a:p>
            <a:pPr marL="742950" lvl="1" indent="-285750">
              <a:buFont typeface="+mj-lt"/>
              <a:buAutoNum type="arabicPeriod"/>
              <a:tabLst>
                <a:tab pos="914400" algn="l"/>
              </a:tabLst>
            </a:pPr>
            <a:endParaRPr lang="en-US" sz="1600" i="1">
              <a:solidFill>
                <a:schemeClr val="bg1"/>
              </a:solidFill>
              <a:latin typeface="Century Gothic (Body)"/>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1559532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3AF58-907D-E695-17D0-6D98DFA934C2}"/>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8D689894-7A22-7CF0-F49E-FA4A3A76D4C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606" imgH="608" progId="TCLayout.ActiveDocument.1">
                  <p:embed/>
                </p:oleObj>
              </mc:Choice>
              <mc:Fallback>
                <p:oleObj name="think-cell Slide" r:id="rId13" imgW="606" imgH="608" progId="TCLayout.ActiveDocument.1">
                  <p:embed/>
                  <p:pic>
                    <p:nvPicPr>
                      <p:cNvPr id="5" name="Object 6" hidden="1">
                        <a:extLst>
                          <a:ext uri="{FF2B5EF4-FFF2-40B4-BE49-F238E27FC236}">
                            <a16:creationId xmlns:a16="http://schemas.microsoft.com/office/drawing/2014/main" id="{8D689894-7A22-7CF0-F49E-FA4A3A76D4C7}"/>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cxnSp>
        <p:nvCxnSpPr>
          <p:cNvPr id="4" name="Straight Connector 3">
            <a:extLst>
              <a:ext uri="{FF2B5EF4-FFF2-40B4-BE49-F238E27FC236}">
                <a16:creationId xmlns:a16="http://schemas.microsoft.com/office/drawing/2014/main" id="{3A6A7FA3-209B-0E57-5874-01D29AF31595}"/>
              </a:ext>
            </a:extLst>
          </p:cNvPr>
          <p:cNvCxnSpPr>
            <a:cxnSpLocks/>
          </p:cNvCxnSpPr>
          <p:nvPr/>
        </p:nvCxnSpPr>
        <p:spPr>
          <a:xfrm>
            <a:off x="5865826"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647F0C4-EDD3-21E1-3F28-4F35EF527AE0}"/>
              </a:ext>
            </a:extLst>
          </p:cNvPr>
          <p:cNvCxnSpPr>
            <a:cxnSpLocks/>
          </p:cNvCxnSpPr>
          <p:nvPr/>
        </p:nvCxnSpPr>
        <p:spPr>
          <a:xfrm>
            <a:off x="4294681"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8B7FCF6A-0F77-1A61-8854-826CED3FBB00}"/>
              </a:ext>
            </a:extLst>
          </p:cNvPr>
          <p:cNvCxnSpPr>
            <a:cxnSpLocks/>
          </p:cNvCxnSpPr>
          <p:nvPr/>
        </p:nvCxnSpPr>
        <p:spPr>
          <a:xfrm>
            <a:off x="7765625"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1AE5CD3-65D9-A324-11A3-BE04509725E8}"/>
              </a:ext>
            </a:extLst>
          </p:cNvPr>
          <p:cNvCxnSpPr>
            <a:cxnSpLocks/>
          </p:cNvCxnSpPr>
          <p:nvPr/>
        </p:nvCxnSpPr>
        <p:spPr>
          <a:xfrm>
            <a:off x="11333170"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sp>
        <p:nvSpPr>
          <p:cNvPr id="49" name="Isosceles Triangle 48">
            <a:extLst>
              <a:ext uri="{FF2B5EF4-FFF2-40B4-BE49-F238E27FC236}">
                <a16:creationId xmlns:a16="http://schemas.microsoft.com/office/drawing/2014/main" id="{100C776F-C193-9954-E1D1-72C720D1B029}"/>
              </a:ext>
            </a:extLst>
          </p:cNvPr>
          <p:cNvSpPr/>
          <p:nvPr/>
        </p:nvSpPr>
        <p:spPr>
          <a:xfrm rot="10800000">
            <a:off x="4168201"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50" name="Isosceles Triangle 49">
            <a:extLst>
              <a:ext uri="{FF2B5EF4-FFF2-40B4-BE49-F238E27FC236}">
                <a16:creationId xmlns:a16="http://schemas.microsoft.com/office/drawing/2014/main" id="{664C178A-C91A-740A-4603-A4E099C63982}"/>
              </a:ext>
            </a:extLst>
          </p:cNvPr>
          <p:cNvSpPr/>
          <p:nvPr/>
        </p:nvSpPr>
        <p:spPr>
          <a:xfrm rot="10800000">
            <a:off x="7639145"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51" name="Isosceles Triangle 50">
            <a:extLst>
              <a:ext uri="{FF2B5EF4-FFF2-40B4-BE49-F238E27FC236}">
                <a16:creationId xmlns:a16="http://schemas.microsoft.com/office/drawing/2014/main" id="{1874606C-38C0-FCDC-9486-EA5053BA56B0}"/>
              </a:ext>
            </a:extLst>
          </p:cNvPr>
          <p:cNvSpPr/>
          <p:nvPr/>
        </p:nvSpPr>
        <p:spPr>
          <a:xfrm rot="10800000">
            <a:off x="11206690"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33" name="Arrow: Chevron 32">
            <a:extLst>
              <a:ext uri="{FF2B5EF4-FFF2-40B4-BE49-F238E27FC236}">
                <a16:creationId xmlns:a16="http://schemas.microsoft.com/office/drawing/2014/main" id="{3282FD70-35E3-8E17-0D7A-32DDEEA4A1D7}"/>
              </a:ext>
            </a:extLst>
          </p:cNvPr>
          <p:cNvSpPr>
            <a:spLocks/>
          </p:cNvSpPr>
          <p:nvPr/>
        </p:nvSpPr>
        <p:spPr>
          <a:xfrm>
            <a:off x="4296956" y="4455914"/>
            <a:ext cx="3468669" cy="788836"/>
          </a:xfrm>
          <a:prstGeom prst="chevron">
            <a:avLst/>
          </a:prstGeom>
          <a:solidFill>
            <a:srgbClr val="7F7F7F"/>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400" b="1" i="0" u="none" strike="noStrike" kern="0" cap="none" spc="0" normalizeH="0" baseline="0" noProof="0" err="1">
                <a:ln>
                  <a:noFill/>
                </a:ln>
                <a:solidFill>
                  <a:srgbClr val="D0D0D0"/>
                </a:solidFill>
                <a:effectLst/>
                <a:uLnTx/>
                <a:uFillTx/>
                <a:latin typeface="Century Gothic"/>
                <a:ea typeface="+mn-ea"/>
                <a:cs typeface="+mn-cs"/>
              </a:rPr>
              <a:t>Transitorio</a:t>
            </a:r>
            <a:r>
              <a:rPr kumimoji="0" lang="en-US" sz="1400" b="1" i="0" u="none" strike="noStrike" kern="0" cap="none" spc="0" normalizeH="0" baseline="0" noProof="0">
                <a:ln>
                  <a:noFill/>
                </a:ln>
                <a:solidFill>
                  <a:srgbClr val="D0D0D0"/>
                </a:solidFill>
                <a:effectLst/>
                <a:uLnTx/>
                <a:uFillTx/>
                <a:latin typeface="Century Gothic"/>
                <a:ea typeface="+mn-ea"/>
                <a:cs typeface="+mn-cs"/>
              </a:rPr>
              <a:t> (pre-/post- </a:t>
            </a:r>
            <a:r>
              <a:rPr kumimoji="0" lang="en-US" sz="1400" b="1" i="0" u="none" strike="noStrike" kern="0" cap="none" spc="0" normalizeH="0" baseline="0" noProof="0" err="1">
                <a:ln>
                  <a:noFill/>
                </a:ln>
                <a:solidFill>
                  <a:srgbClr val="D0D0D0"/>
                </a:solidFill>
                <a:effectLst/>
                <a:uLnTx/>
                <a:uFillTx/>
                <a:latin typeface="Century Gothic"/>
                <a:ea typeface="+mn-ea"/>
                <a:cs typeface="+mn-cs"/>
              </a:rPr>
              <a:t>CdA</a:t>
            </a:r>
            <a:r>
              <a:rPr kumimoji="0" lang="en-US" sz="1400" b="1" i="0" u="none" strike="noStrike" kern="0" cap="none" spc="0" normalizeH="0" baseline="0" noProof="0">
                <a:ln>
                  <a:noFill/>
                </a:ln>
                <a:solidFill>
                  <a:srgbClr val="D0D0D0"/>
                </a:solidFill>
                <a:effectLst/>
                <a:uLnTx/>
                <a:uFillTx/>
                <a:latin typeface="Century Gothic"/>
                <a:ea typeface="+mn-ea"/>
                <a:cs typeface="+mn-cs"/>
              </a:rPr>
              <a:t>)</a:t>
            </a: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D0D0D0"/>
                </a:solidFill>
                <a:effectLst/>
                <a:uLnTx/>
                <a:uFillTx/>
                <a:latin typeface="Century Gothic"/>
                <a:ea typeface="+mn-ea"/>
                <a:cs typeface="+mn-cs"/>
              </a:rPr>
              <a:t>Gestione degli asset della target in preparazione del </a:t>
            </a:r>
            <a:r>
              <a:rPr kumimoji="0" lang="it-IT" sz="1000" i="0" u="none" strike="noStrike" kern="0" cap="none" spc="0" normalizeH="0" baseline="0" noProof="0" err="1">
                <a:ln>
                  <a:noFill/>
                </a:ln>
                <a:solidFill>
                  <a:srgbClr val="D0D0D0"/>
                </a:solidFill>
                <a:effectLst/>
                <a:uLnTx/>
                <a:uFillTx/>
                <a:latin typeface="Century Gothic"/>
                <a:ea typeface="+mn-ea"/>
                <a:cs typeface="+mn-cs"/>
              </a:rPr>
              <a:t>carve</a:t>
            </a:r>
            <a:r>
              <a:rPr kumimoji="0" lang="it-IT" sz="1000" i="0" u="none" strike="noStrike" kern="0" cap="none" spc="0" normalizeH="0" baseline="0" noProof="0">
                <a:ln>
                  <a:noFill/>
                </a:ln>
                <a:solidFill>
                  <a:srgbClr val="D0D0D0"/>
                </a:solidFill>
                <a:effectLst/>
                <a:uLnTx/>
                <a:uFillTx/>
                <a:latin typeface="Century Gothic"/>
                <a:ea typeface="+mn-ea"/>
                <a:cs typeface="+mn-cs"/>
              </a:rPr>
              <a:t>-out</a:t>
            </a:r>
          </a:p>
          <a:p>
            <a:pPr marL="0" marR="0" lvl="0" indent="0" algn="ctr" defTabSz="914400" eaLnBrk="1" fontAlgn="auto" latinLnBrk="0" hangingPunct="1">
              <a:lnSpc>
                <a:spcPct val="100000"/>
              </a:lnSpc>
              <a:buClrTx/>
              <a:buSzTx/>
              <a:buFontTx/>
              <a:buNone/>
              <a:tabLst/>
              <a:defRPr/>
            </a:pPr>
            <a:endParaRPr kumimoji="0" lang="en-US" sz="1400" b="1" i="0" u="none" strike="noStrike" kern="0" cap="none" spc="0" normalizeH="0" baseline="0" noProof="0">
              <a:ln>
                <a:noFill/>
              </a:ln>
              <a:solidFill>
                <a:srgbClr val="D0D0D0"/>
              </a:solidFill>
              <a:effectLst/>
              <a:uLnTx/>
              <a:uFillTx/>
              <a:latin typeface="Century Gothic"/>
              <a:ea typeface="+mn-ea"/>
              <a:cs typeface="+mn-cs"/>
            </a:endParaRPr>
          </a:p>
        </p:txBody>
      </p:sp>
      <p:sp>
        <p:nvSpPr>
          <p:cNvPr id="40" name="Arrow: Pentagon 39">
            <a:extLst>
              <a:ext uri="{FF2B5EF4-FFF2-40B4-BE49-F238E27FC236}">
                <a16:creationId xmlns:a16="http://schemas.microsoft.com/office/drawing/2014/main" id="{D3B305DB-2236-D205-F24D-8DF8B99B2728}"/>
              </a:ext>
            </a:extLst>
          </p:cNvPr>
          <p:cNvSpPr>
            <a:spLocks/>
          </p:cNvSpPr>
          <p:nvPr/>
        </p:nvSpPr>
        <p:spPr>
          <a:xfrm>
            <a:off x="1805940" y="2681951"/>
            <a:ext cx="5959685" cy="788836"/>
          </a:xfrm>
          <a:prstGeom prst="homePlate">
            <a:avLst/>
          </a:prstGeom>
          <a:solidFill>
            <a:srgbClr val="7F7F7F"/>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lvl="0" algn="ctr"/>
            <a:r>
              <a:rPr lang="en-US" sz="1400" b="1" kern="0">
                <a:solidFill>
                  <a:srgbClr val="D0D0D0"/>
                </a:solidFill>
              </a:rPr>
              <a:t>OPAS e M&amp;A</a:t>
            </a:r>
            <a:endParaRPr kumimoji="0" lang="en-US" sz="1400" b="1" i="0" u="none" strike="noStrike" kern="0" cap="none" spc="0" normalizeH="0" baseline="0" noProof="0">
              <a:ln>
                <a:noFill/>
              </a:ln>
              <a:solidFill>
                <a:srgbClr val="D0D0D0"/>
              </a:solidFill>
              <a:effectLst/>
              <a:uLnTx/>
              <a:uFillTx/>
              <a:latin typeface="Century Gothic"/>
              <a:ea typeface="+mn-ea"/>
              <a:cs typeface="+mn-cs"/>
            </a:endParaRP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D0D0D0"/>
                </a:solidFill>
                <a:effectLst/>
                <a:uLnTx/>
                <a:uFillTx/>
                <a:latin typeface="Century Gothic"/>
                <a:ea typeface="+mn-ea"/>
                <a:cs typeface="+mn-cs"/>
              </a:rPr>
              <a:t>Matrice di ipotesi </a:t>
            </a:r>
            <a:r>
              <a:rPr kumimoji="0" lang="it-IT" sz="1000" i="1" u="none" strike="noStrike" kern="0" cap="none" spc="0" normalizeH="0" baseline="0" noProof="0" err="1">
                <a:ln>
                  <a:noFill/>
                </a:ln>
                <a:solidFill>
                  <a:srgbClr val="D0D0D0"/>
                </a:solidFill>
                <a:effectLst/>
                <a:uLnTx/>
                <a:uFillTx/>
                <a:latin typeface="Century Gothic"/>
                <a:ea typeface="+mn-ea"/>
                <a:cs typeface="+mn-cs"/>
              </a:rPr>
              <a:t>what-if</a:t>
            </a:r>
            <a:r>
              <a:rPr kumimoji="0" lang="it-IT" sz="1000" i="0" u="none" strike="noStrike" kern="0" cap="none" spc="0" normalizeH="0" baseline="0" noProof="0">
                <a:ln>
                  <a:noFill/>
                </a:ln>
                <a:solidFill>
                  <a:srgbClr val="D0D0D0"/>
                </a:solidFill>
                <a:effectLst/>
                <a:uLnTx/>
                <a:uFillTx/>
                <a:latin typeface="Century Gothic"/>
                <a:ea typeface="+mn-ea"/>
                <a:cs typeface="+mn-cs"/>
              </a:rPr>
              <a:t> incrociate con implicazioni e tempi di prontezza</a:t>
            </a:r>
            <a:endParaRPr kumimoji="0" lang="en-US" sz="1000" i="0" u="none" strike="noStrike" kern="0" cap="none" spc="0" normalizeH="0" baseline="0" noProof="0">
              <a:ln>
                <a:noFill/>
              </a:ln>
              <a:solidFill>
                <a:srgbClr val="D0D0D0"/>
              </a:solidFill>
              <a:effectLst/>
              <a:uLnTx/>
              <a:uFillTx/>
              <a:latin typeface="Century Gothic"/>
              <a:ea typeface="+mn-ea"/>
              <a:cs typeface="+mn-cs"/>
            </a:endParaRPr>
          </a:p>
        </p:txBody>
      </p:sp>
      <p:sp>
        <p:nvSpPr>
          <p:cNvPr id="2" name="2. Slide Title">
            <a:extLst>
              <a:ext uri="{FF2B5EF4-FFF2-40B4-BE49-F238E27FC236}">
                <a16:creationId xmlns:a16="http://schemas.microsoft.com/office/drawing/2014/main" id="{E98D8C07-AA4D-D12A-9F43-AFBB68578E5C}"/>
              </a:ext>
            </a:extLst>
          </p:cNvPr>
          <p:cNvSpPr>
            <a:spLocks noGrp="1"/>
          </p:cNvSpPr>
          <p:nvPr>
            <p:ph type="title"/>
            <p:custDataLst>
              <p:tags r:id="rId2"/>
            </p:custDataLst>
          </p:nvPr>
        </p:nvSpPr>
        <p:spPr>
          <a:xfrm>
            <a:off x="554736" y="172212"/>
            <a:ext cx="11082528" cy="677108"/>
          </a:xfrm>
        </p:spPr>
        <p:txBody>
          <a:bodyPr vert="horz"/>
          <a:lstStyle/>
          <a:p>
            <a:br>
              <a:rPr lang="it-IT" sz="2200">
                <a:solidFill>
                  <a:schemeClr val="accent2"/>
                </a:solidFill>
              </a:rPr>
            </a:br>
            <a:r>
              <a:rPr lang="it-IT" sz="2200">
                <a:solidFill>
                  <a:schemeClr val="accent2"/>
                </a:solidFill>
              </a:rPr>
              <a:t>Capitolo 2 | Pre-Take control</a:t>
            </a:r>
            <a:endParaRPr lang="it-IT" sz="2200"/>
          </a:p>
        </p:txBody>
      </p:sp>
      <p:sp>
        <p:nvSpPr>
          <p:cNvPr id="95" name="1. On-page tracker">
            <a:extLst>
              <a:ext uri="{FF2B5EF4-FFF2-40B4-BE49-F238E27FC236}">
                <a16:creationId xmlns:a16="http://schemas.microsoft.com/office/drawing/2014/main" id="{ED2DC079-9A6F-DC2E-181C-7D58C68B8894}"/>
              </a:ext>
            </a:extLst>
          </p:cNvPr>
          <p:cNvSpPr>
            <a:spLocks noGrp="1"/>
          </p:cNvSpPr>
          <p:nvPr>
            <p:ph type="body" sz="quarter" idx="10"/>
            <p:custDataLst>
              <p:tags r:id="rId3"/>
            </p:custDataLst>
          </p:nvPr>
        </p:nvSpPr>
        <p:spPr/>
        <p:txBody>
          <a:bodyPr/>
          <a:lstStyle/>
          <a:p>
            <a:endParaRPr lang="en-US"/>
          </a:p>
        </p:txBody>
      </p:sp>
      <p:sp>
        <p:nvSpPr>
          <p:cNvPr id="35" name="TrackerAlphaWhite 95">
            <a:extLst>
              <a:ext uri="{FF2B5EF4-FFF2-40B4-BE49-F238E27FC236}">
                <a16:creationId xmlns:a16="http://schemas.microsoft.com/office/drawing/2014/main" id="{2E6F5C25-D633-AE71-B800-E8191C2FF9CC}"/>
              </a:ext>
            </a:extLst>
          </p:cNvPr>
          <p:cNvSpPr>
            <a:spLocks/>
          </p:cNvSpPr>
          <p:nvPr>
            <p:custDataLst>
              <p:tags r:id="rId4"/>
            </p:custDataLst>
          </p:nvPr>
        </p:nvSpPr>
        <p:spPr>
          <a:xfrm>
            <a:off x="4572810" y="4525186"/>
            <a:ext cx="198154" cy="198000"/>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400" b="1" kern="0">
                <a:solidFill>
                  <a:schemeClr val="tx1">
                    <a:lumMod val="50000"/>
                    <a:lumOff val="50000"/>
                  </a:schemeClr>
                </a:solidFill>
                <a:latin typeface="Century Gothic"/>
              </a:rPr>
              <a:t>3</a:t>
            </a:r>
          </a:p>
        </p:txBody>
      </p:sp>
      <p:sp>
        <p:nvSpPr>
          <p:cNvPr id="34" name="TrackerAlphaWhite 95">
            <a:extLst>
              <a:ext uri="{FF2B5EF4-FFF2-40B4-BE49-F238E27FC236}">
                <a16:creationId xmlns:a16="http://schemas.microsoft.com/office/drawing/2014/main" id="{8A474DA5-3DC1-5C1A-9ADF-40C347BF9E2C}"/>
              </a:ext>
            </a:extLst>
          </p:cNvPr>
          <p:cNvSpPr>
            <a:spLocks/>
          </p:cNvSpPr>
          <p:nvPr>
            <p:custDataLst>
              <p:tags r:id="rId5"/>
            </p:custDataLst>
          </p:nvPr>
        </p:nvSpPr>
        <p:spPr>
          <a:xfrm>
            <a:off x="3843568" y="2751223"/>
            <a:ext cx="198154" cy="198000"/>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400" b="1" kern="0">
                <a:solidFill>
                  <a:schemeClr val="tx1">
                    <a:lumMod val="50000"/>
                    <a:lumOff val="50000"/>
                  </a:schemeClr>
                </a:solidFill>
                <a:latin typeface="Century Gothic"/>
              </a:rPr>
              <a:t>1</a:t>
            </a:r>
          </a:p>
        </p:txBody>
      </p:sp>
      <p:sp>
        <p:nvSpPr>
          <p:cNvPr id="44" name="Arrow: Right 43">
            <a:extLst>
              <a:ext uri="{FF2B5EF4-FFF2-40B4-BE49-F238E27FC236}">
                <a16:creationId xmlns:a16="http://schemas.microsoft.com/office/drawing/2014/main" id="{6007077F-5A2F-B957-B868-8C0E2D9DB1EA}"/>
              </a:ext>
            </a:extLst>
          </p:cNvPr>
          <p:cNvSpPr>
            <a:spLocks/>
          </p:cNvSpPr>
          <p:nvPr/>
        </p:nvSpPr>
        <p:spPr>
          <a:xfrm>
            <a:off x="1805941" y="2279385"/>
            <a:ext cx="9831323" cy="180324"/>
          </a:xfrm>
          <a:prstGeom prst="rightArrow">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400" err="1">
              <a:solidFill>
                <a:srgbClr val="000000"/>
              </a:solidFill>
            </a:endParaRPr>
          </a:p>
        </p:txBody>
      </p:sp>
      <p:sp>
        <p:nvSpPr>
          <p:cNvPr id="59" name="TextBox 58">
            <a:extLst>
              <a:ext uri="{FF2B5EF4-FFF2-40B4-BE49-F238E27FC236}">
                <a16:creationId xmlns:a16="http://schemas.microsoft.com/office/drawing/2014/main" id="{12A8B4F9-9E6C-BB86-F2C7-FDB4A15DAC64}"/>
              </a:ext>
            </a:extLst>
          </p:cNvPr>
          <p:cNvSpPr txBox="1">
            <a:spLocks/>
          </p:cNvSpPr>
          <p:nvPr/>
        </p:nvSpPr>
        <p:spPr>
          <a:xfrm>
            <a:off x="554735" y="1263531"/>
            <a:ext cx="1097281" cy="1148255"/>
          </a:xfrm>
          <a:prstGeom prst="rect">
            <a:avLst/>
          </a:prstGeom>
          <a:solidFill>
            <a:schemeClr val="tx2"/>
          </a:solidFill>
          <a:effectLst/>
        </p:spPr>
        <p:txBody>
          <a:bodyPr vert="horz" wrap="square" lIns="108000" tIns="108000" rIns="108000" bIns="10800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it-IT" sz="1200" b="1">
                <a:solidFill>
                  <a:schemeClr val="bg1"/>
                </a:solidFill>
              </a:rPr>
              <a:t>Timeline dell’ operazione</a:t>
            </a:r>
            <a:endParaRPr kumimoji="0" lang="it-IT" sz="1200" b="1" i="0" u="none" strike="noStrike" kern="1200" cap="none" spc="0" normalizeH="0" baseline="0" noProof="0">
              <a:ln>
                <a:noFill/>
              </a:ln>
              <a:solidFill>
                <a:schemeClr val="bg1"/>
              </a:solidFill>
              <a:effectLst/>
              <a:uLnTx/>
              <a:uFillTx/>
              <a:latin typeface="Century Gothic"/>
              <a:ea typeface="+mn-ea"/>
              <a:cs typeface="Arial" panose="020B0604020202020204" pitchFamily="34" charset="0"/>
            </a:endParaRPr>
          </a:p>
        </p:txBody>
      </p:sp>
      <p:sp>
        <p:nvSpPr>
          <p:cNvPr id="61" name="TextBox 60">
            <a:extLst>
              <a:ext uri="{FF2B5EF4-FFF2-40B4-BE49-F238E27FC236}">
                <a16:creationId xmlns:a16="http://schemas.microsoft.com/office/drawing/2014/main" id="{9E87FBCC-BE83-5DE1-686A-9ED30630BB4B}"/>
              </a:ext>
            </a:extLst>
          </p:cNvPr>
          <p:cNvSpPr txBox="1">
            <a:spLocks/>
          </p:cNvSpPr>
          <p:nvPr/>
        </p:nvSpPr>
        <p:spPr>
          <a:xfrm>
            <a:off x="554735" y="2681951"/>
            <a:ext cx="1097281" cy="3449781"/>
          </a:xfrm>
          <a:prstGeom prst="rect">
            <a:avLst/>
          </a:prstGeom>
          <a:solidFill>
            <a:schemeClr val="tx2"/>
          </a:solidFill>
          <a:effectLst/>
        </p:spPr>
        <p:txBody>
          <a:bodyPr vert="horz" wrap="square" lIns="108000" tIns="108000" rIns="108000" bIns="10800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it-IT" sz="1200" b="1">
                <a:solidFill>
                  <a:schemeClr val="bg1"/>
                </a:solidFill>
              </a:rPr>
              <a:t>Fasi principali</a:t>
            </a:r>
            <a:endParaRPr kumimoji="0" lang="it-IT" sz="1200" b="1" i="0" u="none" strike="noStrike" kern="1200" cap="none" spc="0" normalizeH="0" baseline="0" noProof="0">
              <a:ln>
                <a:noFill/>
              </a:ln>
              <a:solidFill>
                <a:schemeClr val="bg1"/>
              </a:solidFill>
              <a:effectLst/>
              <a:uLnTx/>
              <a:uFillTx/>
              <a:latin typeface="Century Gothic"/>
              <a:ea typeface="+mn-ea"/>
              <a:cs typeface="Arial" panose="020B0604020202020204" pitchFamily="34" charset="0"/>
            </a:endParaRPr>
          </a:p>
        </p:txBody>
      </p:sp>
      <p:pic>
        <p:nvPicPr>
          <p:cNvPr id="63" name="CustomIcon">
            <a:extLst>
              <a:ext uri="{FF2B5EF4-FFF2-40B4-BE49-F238E27FC236}">
                <a16:creationId xmlns:a16="http://schemas.microsoft.com/office/drawing/2014/main" id="{576BE76F-6C5D-5A9F-44AA-A8F8D6066F14}"/>
              </a:ext>
            </a:extLst>
          </p:cNvPr>
          <p:cNvPicPr>
            <a:picLocks noChangeAspect="1"/>
          </p:cNvPicPr>
          <p:nvPr>
            <p:custDataLst>
              <p:tags r:id="rId6"/>
            </p:custDataLst>
          </p:nvPr>
        </p:nvPicPr>
        <p:blipFill>
          <a:blip>
            <a:extLst>
              <a:ext uri="{96DAC541-7B7A-43D3-8B79-37D633B846F1}">
                <asvg:svgBlip xmlns:asvg="http://schemas.microsoft.com/office/drawing/2016/SVG/main" r:embed="rId15"/>
              </a:ext>
            </a:extLst>
          </a:blip>
          <a:stretch>
            <a:fillRect/>
          </a:stretch>
        </p:blipFill>
        <p:spPr>
          <a:xfrm>
            <a:off x="1258364" y="2078262"/>
            <a:ext cx="284384" cy="284384"/>
          </a:xfrm>
          <a:prstGeom prst="rect">
            <a:avLst/>
          </a:prstGeom>
        </p:spPr>
      </p:pic>
      <p:pic>
        <p:nvPicPr>
          <p:cNvPr id="65" name="CustomIcon">
            <a:extLst>
              <a:ext uri="{FF2B5EF4-FFF2-40B4-BE49-F238E27FC236}">
                <a16:creationId xmlns:a16="http://schemas.microsoft.com/office/drawing/2014/main" id="{757AAE11-6800-DEB4-A87B-B1F87C5FF654}"/>
              </a:ext>
            </a:extLst>
          </p:cNvPr>
          <p:cNvPicPr>
            <a:picLocks noChangeAspect="1"/>
          </p:cNvPicPr>
          <p:nvPr>
            <p:custDataLst>
              <p:tags r:id="rId7"/>
            </p:custDataLst>
          </p:nvPr>
        </p:nvPicPr>
        <p:blipFill>
          <a:blip>
            <a:extLst>
              <a:ext uri="{96DAC541-7B7A-43D3-8B79-37D633B846F1}">
                <asvg:svgBlip xmlns:asvg="http://schemas.microsoft.com/office/drawing/2016/SVG/main" r:embed="rId16"/>
              </a:ext>
            </a:extLst>
          </a:blip>
          <a:stretch>
            <a:fillRect/>
          </a:stretch>
        </p:blipFill>
        <p:spPr>
          <a:xfrm>
            <a:off x="1258364" y="5758096"/>
            <a:ext cx="284384" cy="284384"/>
          </a:xfrm>
          <a:prstGeom prst="rect">
            <a:avLst/>
          </a:prstGeom>
        </p:spPr>
      </p:pic>
      <p:sp>
        <p:nvSpPr>
          <p:cNvPr id="81" name="Rectangle 80">
            <a:extLst>
              <a:ext uri="{FF2B5EF4-FFF2-40B4-BE49-F238E27FC236}">
                <a16:creationId xmlns:a16="http://schemas.microsoft.com/office/drawing/2014/main" id="{17921CC3-0B3A-6F64-E59D-5AEB15276AA7}"/>
              </a:ext>
            </a:extLst>
          </p:cNvPr>
          <p:cNvSpPr>
            <a:spLocks/>
          </p:cNvSpPr>
          <p:nvPr/>
        </p:nvSpPr>
        <p:spPr>
          <a:xfrm>
            <a:off x="3751738" y="1555370"/>
            <a:ext cx="1085885" cy="241980"/>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err="1">
                <a:ln>
                  <a:noFill/>
                </a:ln>
                <a:effectLst/>
                <a:uLnTx/>
                <a:uFillTx/>
                <a:latin typeface="+mj-lt"/>
                <a:ea typeface="Open Sans" panose="020B0606030504020204" pitchFamily="34" charset="0"/>
                <a:cs typeface="Calibri" panose="020F0502020204030204" pitchFamily="34" charset="0"/>
              </a:rPr>
              <a:t>Settlement</a:t>
            </a: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 </a:t>
            </a:r>
          </a:p>
        </p:txBody>
      </p:sp>
      <p:sp>
        <p:nvSpPr>
          <p:cNvPr id="85" name="Rectangle 84">
            <a:extLst>
              <a:ext uri="{FF2B5EF4-FFF2-40B4-BE49-F238E27FC236}">
                <a16:creationId xmlns:a16="http://schemas.microsoft.com/office/drawing/2014/main" id="{3DD6FC73-012D-4B05-6E9A-EE32913B605C}"/>
              </a:ext>
            </a:extLst>
          </p:cNvPr>
          <p:cNvSpPr>
            <a:spLocks/>
          </p:cNvSpPr>
          <p:nvPr/>
        </p:nvSpPr>
        <p:spPr>
          <a:xfrm>
            <a:off x="6803769" y="1555370"/>
            <a:ext cx="1923711" cy="411257"/>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Carve-out e cessione entità giuridica bancaria a Unipol</a:t>
            </a:r>
          </a:p>
        </p:txBody>
      </p:sp>
      <p:sp>
        <p:nvSpPr>
          <p:cNvPr id="87" name="Rectangle 86">
            <a:extLst>
              <a:ext uri="{FF2B5EF4-FFF2-40B4-BE49-F238E27FC236}">
                <a16:creationId xmlns:a16="http://schemas.microsoft.com/office/drawing/2014/main" id="{7DFD8F15-0430-05DE-90F7-8937E16F1304}"/>
              </a:ext>
            </a:extLst>
          </p:cNvPr>
          <p:cNvSpPr>
            <a:spLocks/>
          </p:cNvSpPr>
          <p:nvPr/>
        </p:nvSpPr>
        <p:spPr>
          <a:xfrm>
            <a:off x="7265410" y="1325334"/>
            <a:ext cx="1000429" cy="257369"/>
          </a:xfrm>
          <a:prstGeom prst="rect">
            <a:avLst/>
          </a:prstGeom>
          <a:noFill/>
          <a:ln>
            <a:noFill/>
          </a:ln>
        </p:spPr>
        <p:txBody>
          <a:bodyPr wrap="square" lIns="36000" tIns="36000" rIns="0" bIns="36000" rtlCol="0" anchor="ctr">
            <a:spAutoFit/>
          </a:bodyPr>
          <a:lstStyle/>
          <a:p>
            <a:pPr lvl="0" algn="ctr" defTabSz="914217">
              <a:defRPr/>
            </a:pPr>
            <a:r>
              <a:rPr lang="it-IT" sz="1200" b="1" cap="all">
                <a:solidFill>
                  <a:schemeClr val="tx2"/>
                </a:solidFill>
                <a:ea typeface="Open Sans" panose="020B0606030504020204" pitchFamily="34" charset="0"/>
                <a:cs typeface="Calibri" panose="020F0502020204030204" pitchFamily="34" charset="0"/>
              </a:rPr>
              <a:t>Q3 – Q4 ‘27</a:t>
            </a:r>
          </a:p>
        </p:txBody>
      </p:sp>
      <p:sp>
        <p:nvSpPr>
          <p:cNvPr id="88" name="Rectangle 87">
            <a:extLst>
              <a:ext uri="{FF2B5EF4-FFF2-40B4-BE49-F238E27FC236}">
                <a16:creationId xmlns:a16="http://schemas.microsoft.com/office/drawing/2014/main" id="{D7ABDC2A-90F0-0B5B-6026-0A6724C34E5E}"/>
              </a:ext>
            </a:extLst>
          </p:cNvPr>
          <p:cNvSpPr>
            <a:spLocks/>
          </p:cNvSpPr>
          <p:nvPr/>
        </p:nvSpPr>
        <p:spPr>
          <a:xfrm>
            <a:off x="10079183" y="1555370"/>
            <a:ext cx="1558081" cy="411257"/>
          </a:xfrm>
          <a:prstGeom prst="rect">
            <a:avLst/>
          </a:prstGeom>
        </p:spPr>
        <p:txBody>
          <a:bodyPr wrap="square" lIns="36000" tIns="36000" rIns="0" bIns="3600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Conclusione della integrazione</a:t>
            </a:r>
          </a:p>
        </p:txBody>
      </p:sp>
      <p:sp>
        <p:nvSpPr>
          <p:cNvPr id="89" name="Rectangle 88">
            <a:extLst>
              <a:ext uri="{FF2B5EF4-FFF2-40B4-BE49-F238E27FC236}">
                <a16:creationId xmlns:a16="http://schemas.microsoft.com/office/drawing/2014/main" id="{53C70C68-A337-0B70-97B1-145049BC4D33}"/>
              </a:ext>
            </a:extLst>
          </p:cNvPr>
          <p:cNvSpPr>
            <a:spLocks/>
          </p:cNvSpPr>
          <p:nvPr/>
        </p:nvSpPr>
        <p:spPr>
          <a:xfrm>
            <a:off x="10727784" y="1325334"/>
            <a:ext cx="909481" cy="257369"/>
          </a:xfrm>
          <a:prstGeom prst="rect">
            <a:avLst/>
          </a:prstGeom>
          <a:noFill/>
          <a:ln>
            <a:noFill/>
          </a:ln>
        </p:spPr>
        <p:txBody>
          <a:bodyPr wrap="square" lIns="36000" tIns="36000" rIns="0" bIns="36000" rtlCol="0" anchor="ctr">
            <a:spAutoFit/>
          </a:bodyPr>
          <a:lstStyle/>
          <a:p>
            <a:pPr lvl="0" algn="r" defTabSz="914217">
              <a:defRPr/>
            </a:pPr>
            <a:r>
              <a:rPr lang="it-IT" sz="1200" b="1" cap="all">
                <a:solidFill>
                  <a:schemeClr val="tx2"/>
                </a:solidFill>
                <a:ea typeface="Open Sans" panose="020B0606030504020204" pitchFamily="34" charset="0"/>
                <a:cs typeface="Calibri" panose="020F0502020204030204" pitchFamily="34" charset="0"/>
              </a:rPr>
              <a:t>TBD</a:t>
            </a:r>
          </a:p>
        </p:txBody>
      </p:sp>
      <p:cxnSp>
        <p:nvCxnSpPr>
          <p:cNvPr id="109" name="Straight Connector 108">
            <a:extLst>
              <a:ext uri="{FF2B5EF4-FFF2-40B4-BE49-F238E27FC236}">
                <a16:creationId xmlns:a16="http://schemas.microsoft.com/office/drawing/2014/main" id="{5E4052AB-134B-D45E-FA81-10FE5BFD87C7}"/>
              </a:ext>
            </a:extLst>
          </p:cNvPr>
          <p:cNvCxnSpPr>
            <a:cxnSpLocks/>
          </p:cNvCxnSpPr>
          <p:nvPr/>
        </p:nvCxnSpPr>
        <p:spPr>
          <a:xfrm flipH="1">
            <a:off x="554736" y="2540272"/>
            <a:ext cx="11082528" cy="0"/>
          </a:xfrm>
          <a:prstGeom prst="line">
            <a:avLst/>
          </a:prstGeom>
          <a:ln w="6350">
            <a:solidFill>
              <a:srgbClr val="D0D0D0"/>
            </a:solidFill>
            <a:prstDash val="lgDash"/>
          </a:ln>
          <a:effectLst/>
        </p:spPr>
        <p:style>
          <a:lnRef idx="1">
            <a:schemeClr val="accent1"/>
          </a:lnRef>
          <a:fillRef idx="0">
            <a:schemeClr val="accent1"/>
          </a:fillRef>
          <a:effectRef idx="0">
            <a:schemeClr val="accent1"/>
          </a:effectRef>
          <a:fontRef idx="minor">
            <a:schemeClr val="tx1"/>
          </a:fontRef>
        </p:style>
      </p:cxnSp>
      <p:sp>
        <p:nvSpPr>
          <p:cNvPr id="6" name="Isosceles Triangle 5">
            <a:extLst>
              <a:ext uri="{FF2B5EF4-FFF2-40B4-BE49-F238E27FC236}">
                <a16:creationId xmlns:a16="http://schemas.microsoft.com/office/drawing/2014/main" id="{A7DF9D4A-DD27-10BA-C29A-A28666B89390}"/>
              </a:ext>
            </a:extLst>
          </p:cNvPr>
          <p:cNvSpPr/>
          <p:nvPr/>
        </p:nvSpPr>
        <p:spPr>
          <a:xfrm rot="10800000">
            <a:off x="5739346"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7" name="Rectangle 6">
            <a:extLst>
              <a:ext uri="{FF2B5EF4-FFF2-40B4-BE49-F238E27FC236}">
                <a16:creationId xmlns:a16="http://schemas.microsoft.com/office/drawing/2014/main" id="{A34B141A-F813-B89A-9B90-88336516F611}"/>
              </a:ext>
            </a:extLst>
          </p:cNvPr>
          <p:cNvSpPr>
            <a:spLocks/>
          </p:cNvSpPr>
          <p:nvPr/>
        </p:nvSpPr>
        <p:spPr>
          <a:xfrm>
            <a:off x="5070903" y="1555370"/>
            <a:ext cx="1589844" cy="411257"/>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Assemblea MPS e nomina nuovo </a:t>
            </a:r>
            <a:r>
              <a:rPr kumimoji="0" lang="it-IT" sz="1100" i="0" u="none" strike="noStrike" kern="0" cap="none" spc="0" normalizeH="0" baseline="0" noProof="0" err="1">
                <a:ln>
                  <a:noFill/>
                </a:ln>
                <a:effectLst/>
                <a:uLnTx/>
                <a:uFillTx/>
                <a:latin typeface="+mj-lt"/>
                <a:ea typeface="Open Sans" panose="020B0606030504020204" pitchFamily="34" charset="0"/>
                <a:cs typeface="Calibri" panose="020F0502020204030204" pitchFamily="34" charset="0"/>
              </a:rPr>
              <a:t>CdA</a:t>
            </a:r>
            <a:endPar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endParaRPr>
          </a:p>
        </p:txBody>
      </p:sp>
      <p:sp>
        <p:nvSpPr>
          <p:cNvPr id="11" name="Arrow: Chevron 10">
            <a:extLst>
              <a:ext uri="{FF2B5EF4-FFF2-40B4-BE49-F238E27FC236}">
                <a16:creationId xmlns:a16="http://schemas.microsoft.com/office/drawing/2014/main" id="{1C07D1B1-C7F2-DB54-2DFD-7AEE39566C88}"/>
              </a:ext>
            </a:extLst>
          </p:cNvPr>
          <p:cNvSpPr>
            <a:spLocks/>
          </p:cNvSpPr>
          <p:nvPr/>
        </p:nvSpPr>
        <p:spPr>
          <a:xfrm>
            <a:off x="5876311" y="5107995"/>
            <a:ext cx="1889231" cy="160365"/>
          </a:xfrm>
          <a:prstGeom prst="chevron">
            <a:avLst/>
          </a:prstGeom>
          <a:solidFill>
            <a:srgbClr val="7F7F7F"/>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ctr" anchorCtr="0" forceAA="0" compatLnSpc="1">
            <a:prstTxWarp prst="textNoShape">
              <a:avLst/>
            </a:prstTxWarp>
            <a:noAutofit/>
          </a:bodyPr>
          <a:lstStyle/>
          <a:p>
            <a:pPr algn="ctr"/>
            <a:r>
              <a:rPr lang="en-US" sz="1000" b="1" kern="0">
                <a:solidFill>
                  <a:srgbClr val="D0D0D0"/>
                </a:solidFill>
                <a:latin typeface="Century Gothic"/>
              </a:rPr>
              <a:t>Post-CdA</a:t>
            </a:r>
          </a:p>
        </p:txBody>
      </p:sp>
      <p:sp>
        <p:nvSpPr>
          <p:cNvPr id="10" name="Arrow: Chevron 9">
            <a:extLst>
              <a:ext uri="{FF2B5EF4-FFF2-40B4-BE49-F238E27FC236}">
                <a16:creationId xmlns:a16="http://schemas.microsoft.com/office/drawing/2014/main" id="{99728FC9-D855-917D-10BC-893A701ED887}"/>
              </a:ext>
            </a:extLst>
          </p:cNvPr>
          <p:cNvSpPr>
            <a:spLocks/>
          </p:cNvSpPr>
          <p:nvPr/>
        </p:nvSpPr>
        <p:spPr>
          <a:xfrm>
            <a:off x="4296957" y="5107995"/>
            <a:ext cx="1568870" cy="160365"/>
          </a:xfrm>
          <a:prstGeom prst="chevron">
            <a:avLst/>
          </a:prstGeom>
          <a:solidFill>
            <a:srgbClr val="7F7F7F"/>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000" b="1" i="0" u="none" strike="noStrike" kern="0" cap="none" spc="0" normalizeH="0" baseline="0" noProof="0">
                <a:ln>
                  <a:noFill/>
                </a:ln>
                <a:solidFill>
                  <a:srgbClr val="D0D0D0"/>
                </a:solidFill>
                <a:effectLst/>
                <a:uLnTx/>
                <a:uFillTx/>
                <a:latin typeface="Century Gothic"/>
                <a:ea typeface="+mn-ea"/>
                <a:cs typeface="+mn-cs"/>
              </a:rPr>
              <a:t>Pre-</a:t>
            </a:r>
            <a:r>
              <a:rPr kumimoji="0" lang="en-US" sz="1000" b="1" i="0" u="none" strike="noStrike" kern="0" cap="none" spc="0" normalizeH="0" baseline="0" noProof="0" err="1">
                <a:ln>
                  <a:noFill/>
                </a:ln>
                <a:solidFill>
                  <a:srgbClr val="D0D0D0"/>
                </a:solidFill>
                <a:effectLst/>
                <a:uLnTx/>
                <a:uFillTx/>
                <a:latin typeface="Century Gothic"/>
                <a:ea typeface="+mn-ea"/>
                <a:cs typeface="+mn-cs"/>
              </a:rPr>
              <a:t>CdA</a:t>
            </a:r>
            <a:endParaRPr kumimoji="0" lang="en-US" sz="1000" b="1" i="0" u="none" strike="noStrike" kern="0" cap="none" spc="0" normalizeH="0" baseline="0" noProof="0">
              <a:ln>
                <a:noFill/>
              </a:ln>
              <a:solidFill>
                <a:srgbClr val="D0D0D0"/>
              </a:solidFill>
              <a:effectLst/>
              <a:uLnTx/>
              <a:uFillTx/>
              <a:latin typeface="Century Gothic"/>
              <a:ea typeface="+mn-ea"/>
              <a:cs typeface="+mn-cs"/>
            </a:endParaRPr>
          </a:p>
        </p:txBody>
      </p:sp>
      <p:sp>
        <p:nvSpPr>
          <p:cNvPr id="12" name="TrackerAlphaWhite 95">
            <a:extLst>
              <a:ext uri="{FF2B5EF4-FFF2-40B4-BE49-F238E27FC236}">
                <a16:creationId xmlns:a16="http://schemas.microsoft.com/office/drawing/2014/main" id="{B26F2E5A-2681-CB69-665F-00B2C29A9258}"/>
              </a:ext>
            </a:extLst>
          </p:cNvPr>
          <p:cNvSpPr>
            <a:spLocks/>
          </p:cNvSpPr>
          <p:nvPr>
            <p:custDataLst>
              <p:tags r:id="rId8"/>
            </p:custDataLst>
          </p:nvPr>
        </p:nvSpPr>
        <p:spPr>
          <a:xfrm>
            <a:off x="4604823" y="5106360"/>
            <a:ext cx="163764" cy="163636"/>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100" b="1" kern="0">
                <a:solidFill>
                  <a:schemeClr val="tx1">
                    <a:lumMod val="50000"/>
                    <a:lumOff val="50000"/>
                  </a:schemeClr>
                </a:solidFill>
                <a:latin typeface="Century Gothic"/>
              </a:rPr>
              <a:t>A</a:t>
            </a:r>
          </a:p>
        </p:txBody>
      </p:sp>
      <p:sp>
        <p:nvSpPr>
          <p:cNvPr id="13" name="TrackerAlphaWhite 95">
            <a:extLst>
              <a:ext uri="{FF2B5EF4-FFF2-40B4-BE49-F238E27FC236}">
                <a16:creationId xmlns:a16="http://schemas.microsoft.com/office/drawing/2014/main" id="{33272018-C064-8EE3-7A7A-BC7AEEE70C0C}"/>
              </a:ext>
            </a:extLst>
          </p:cNvPr>
          <p:cNvSpPr>
            <a:spLocks/>
          </p:cNvSpPr>
          <p:nvPr>
            <p:custDataLst>
              <p:tags r:id="rId9"/>
            </p:custDataLst>
          </p:nvPr>
        </p:nvSpPr>
        <p:spPr>
          <a:xfrm>
            <a:off x="6289442" y="5106360"/>
            <a:ext cx="163764" cy="163636"/>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100" b="1" kern="0">
                <a:solidFill>
                  <a:schemeClr val="tx1">
                    <a:lumMod val="50000"/>
                    <a:lumOff val="50000"/>
                  </a:schemeClr>
                </a:solidFill>
                <a:latin typeface="Century Gothic"/>
              </a:rPr>
              <a:t>B</a:t>
            </a:r>
          </a:p>
        </p:txBody>
      </p:sp>
      <p:sp>
        <p:nvSpPr>
          <p:cNvPr id="15" name="Arrow: Pentagon 14">
            <a:extLst>
              <a:ext uri="{FF2B5EF4-FFF2-40B4-BE49-F238E27FC236}">
                <a16:creationId xmlns:a16="http://schemas.microsoft.com/office/drawing/2014/main" id="{CA29A207-6555-A680-5567-83AD51BA6070}"/>
              </a:ext>
            </a:extLst>
          </p:cNvPr>
          <p:cNvSpPr>
            <a:spLocks/>
          </p:cNvSpPr>
          <p:nvPr/>
        </p:nvSpPr>
        <p:spPr>
          <a:xfrm>
            <a:off x="1805940" y="3568932"/>
            <a:ext cx="2488741" cy="788836"/>
          </a:xfrm>
          <a:prstGeom prst="homePlate">
            <a:avLst/>
          </a:prstGeom>
          <a:solidFill>
            <a:srgbClr val="406B9B"/>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ctr"/>
            <a:r>
              <a:rPr lang="en-US" sz="1400" b="1" kern="0">
                <a:solidFill>
                  <a:schemeClr val="bg1"/>
                </a:solidFill>
                <a:latin typeface="Century Gothic"/>
              </a:rPr>
              <a:t>Pre-Take Control</a:t>
            </a:r>
          </a:p>
          <a:p>
            <a:pPr algn="ctr"/>
            <a:r>
              <a:rPr lang="it-IT" sz="1000" kern="0" err="1">
                <a:solidFill>
                  <a:schemeClr val="bg1"/>
                </a:solidFill>
                <a:latin typeface="Century Gothic"/>
              </a:rPr>
              <a:t>Execution</a:t>
            </a:r>
            <a:r>
              <a:rPr lang="it-IT" sz="1000" kern="0">
                <a:solidFill>
                  <a:schemeClr val="bg1"/>
                </a:solidFill>
                <a:latin typeface="Century Gothic"/>
              </a:rPr>
              <a:t> dell’OPAS e completamento dell’impostazione progettuale</a:t>
            </a:r>
          </a:p>
          <a:p>
            <a:pPr algn="ctr"/>
            <a:endParaRPr lang="en-US" sz="1400" b="1" kern="0">
              <a:solidFill>
                <a:schemeClr val="bg1"/>
              </a:solidFill>
              <a:latin typeface="Century Gothic"/>
            </a:endParaRPr>
          </a:p>
        </p:txBody>
      </p:sp>
      <p:grpSp>
        <p:nvGrpSpPr>
          <p:cNvPr id="18" name="Group 17">
            <a:extLst>
              <a:ext uri="{FF2B5EF4-FFF2-40B4-BE49-F238E27FC236}">
                <a16:creationId xmlns:a16="http://schemas.microsoft.com/office/drawing/2014/main" id="{DB24497E-B734-00E8-292A-821F328A9FBF}"/>
              </a:ext>
            </a:extLst>
          </p:cNvPr>
          <p:cNvGrpSpPr/>
          <p:nvPr/>
        </p:nvGrpSpPr>
        <p:grpSpPr>
          <a:xfrm>
            <a:off x="10197130" y="1033568"/>
            <a:ext cx="1440133" cy="211203"/>
            <a:chOff x="8146843" y="920098"/>
            <a:chExt cx="1440133" cy="211203"/>
          </a:xfrm>
        </p:grpSpPr>
        <p:sp>
          <p:nvSpPr>
            <p:cNvPr id="19" name="Rectangle 18">
              <a:extLst>
                <a:ext uri="{FF2B5EF4-FFF2-40B4-BE49-F238E27FC236}">
                  <a16:creationId xmlns:a16="http://schemas.microsoft.com/office/drawing/2014/main" id="{6B1C6E7A-7326-06EA-EC20-DFD0B25BFB8D}"/>
                </a:ext>
              </a:extLst>
            </p:cNvPr>
            <p:cNvSpPr>
              <a:spLocks/>
            </p:cNvSpPr>
            <p:nvPr/>
          </p:nvSpPr>
          <p:spPr>
            <a:xfrm>
              <a:off x="8146843" y="953572"/>
              <a:ext cx="236634" cy="144255"/>
            </a:xfrm>
            <a:prstGeom prst="rect">
              <a:avLst/>
            </a:prstGeom>
            <a:solidFill>
              <a:srgbClr val="406B9B"/>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ctr">
                <a:spcBef>
                  <a:spcPts val="300"/>
                </a:spcBef>
                <a:spcAft>
                  <a:spcPts val="300"/>
                </a:spcAft>
              </a:pPr>
              <a:endParaRPr lang="en-US" sz="1400" b="1" kern="0" err="1">
                <a:solidFill>
                  <a:srgbClr val="FFFFFF"/>
                </a:solidFill>
              </a:endParaRPr>
            </a:p>
          </p:txBody>
        </p:sp>
        <p:sp>
          <p:nvSpPr>
            <p:cNvPr id="20" name="Rectangle 19">
              <a:extLst>
                <a:ext uri="{FF2B5EF4-FFF2-40B4-BE49-F238E27FC236}">
                  <a16:creationId xmlns:a16="http://schemas.microsoft.com/office/drawing/2014/main" id="{1E05FED2-CF57-9379-661D-922FBDA391AB}"/>
                </a:ext>
              </a:extLst>
            </p:cNvPr>
            <p:cNvSpPr>
              <a:spLocks/>
            </p:cNvSpPr>
            <p:nvPr/>
          </p:nvSpPr>
          <p:spPr>
            <a:xfrm>
              <a:off x="8461767" y="920098"/>
              <a:ext cx="1125209" cy="211203"/>
            </a:xfrm>
            <a:prstGeom prst="rect">
              <a:avLst/>
            </a:prstGeom>
          </p:spPr>
          <p:txBody>
            <a:bodyPr lIns="36000" tIns="36000" rIns="0" bIns="36000" rtlCol="0" anchor="t">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it-IT" sz="9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Focus della sezione</a:t>
              </a:r>
            </a:p>
          </p:txBody>
        </p:sp>
      </p:grpSp>
      <p:sp>
        <p:nvSpPr>
          <p:cNvPr id="9" name="TrackerAlphaWhite 95">
            <a:extLst>
              <a:ext uri="{FF2B5EF4-FFF2-40B4-BE49-F238E27FC236}">
                <a16:creationId xmlns:a16="http://schemas.microsoft.com/office/drawing/2014/main" id="{E5C90084-7B31-C05B-7567-629477FC9297}"/>
              </a:ext>
            </a:extLst>
          </p:cNvPr>
          <p:cNvSpPr>
            <a:spLocks/>
          </p:cNvSpPr>
          <p:nvPr>
            <p:custDataLst>
              <p:tags r:id="rId10"/>
            </p:custDataLst>
          </p:nvPr>
        </p:nvSpPr>
        <p:spPr>
          <a:xfrm>
            <a:off x="1998986" y="3638204"/>
            <a:ext cx="198154" cy="198000"/>
          </a:xfrm>
          <a:prstGeom prst="ellipse">
            <a:avLst/>
          </a:prstGeom>
          <a:solidFill>
            <a:srgbClr val="FFFFFF"/>
          </a:solidFill>
          <a:ln w="6350" cap="sq" cmpd="sng" algn="ctr">
            <a:solidFill>
              <a:srgbClr val="003A79"/>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003A79"/>
                </a:solidFill>
                <a:effectLst/>
                <a:uLnTx/>
                <a:uFillTx/>
                <a:latin typeface="Century Gothic"/>
                <a:ea typeface="+mn-ea"/>
                <a:cs typeface="+mn-cs"/>
              </a:rPr>
              <a:t>2</a:t>
            </a:r>
          </a:p>
        </p:txBody>
      </p:sp>
      <p:sp>
        <p:nvSpPr>
          <p:cNvPr id="21" name="Arrow: Chevron 20">
            <a:extLst>
              <a:ext uri="{FF2B5EF4-FFF2-40B4-BE49-F238E27FC236}">
                <a16:creationId xmlns:a16="http://schemas.microsoft.com/office/drawing/2014/main" id="{87370844-38BC-7FFB-59C2-14BA39AE95DF}"/>
              </a:ext>
            </a:extLst>
          </p:cNvPr>
          <p:cNvSpPr>
            <a:spLocks/>
          </p:cNvSpPr>
          <p:nvPr/>
        </p:nvSpPr>
        <p:spPr>
          <a:xfrm>
            <a:off x="5863552" y="5342896"/>
            <a:ext cx="5469466" cy="788836"/>
          </a:xfrm>
          <a:prstGeom prst="chevron">
            <a:avLst/>
          </a:prstGeom>
          <a:solidFill>
            <a:srgbClr val="B3B3B3"/>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400" b="1" i="0" u="none" strike="noStrike" kern="0" cap="none" spc="0" normalizeH="0" baseline="0" noProof="0" err="1">
                <a:ln>
                  <a:noFill/>
                </a:ln>
                <a:solidFill>
                  <a:srgbClr val="D0D0D0"/>
                </a:solidFill>
                <a:effectLst/>
                <a:uLnTx/>
                <a:uFillTx/>
                <a:latin typeface="Century Gothic"/>
                <a:ea typeface="+mn-ea"/>
                <a:cs typeface="+mn-cs"/>
              </a:rPr>
              <a:t>Percorso</a:t>
            </a:r>
            <a:r>
              <a:rPr kumimoji="0" lang="en-US" sz="1400" b="1" i="0" u="none" strike="noStrike" kern="0" cap="none" spc="0" normalizeH="0" baseline="0" noProof="0">
                <a:ln>
                  <a:noFill/>
                </a:ln>
                <a:solidFill>
                  <a:srgbClr val="D0D0D0"/>
                </a:solidFill>
                <a:effectLst/>
                <a:uLnTx/>
                <a:uFillTx/>
                <a:latin typeface="Century Gothic"/>
                <a:ea typeface="+mn-ea"/>
                <a:cs typeface="+mn-cs"/>
              </a:rPr>
              <a:t> di </a:t>
            </a:r>
            <a:r>
              <a:rPr kumimoji="0" lang="en-US" sz="1400" b="1" i="0" u="none" strike="noStrike" kern="0" cap="none" spc="0" normalizeH="0" baseline="0" noProof="0" err="1">
                <a:ln>
                  <a:noFill/>
                </a:ln>
                <a:solidFill>
                  <a:srgbClr val="D0D0D0"/>
                </a:solidFill>
                <a:effectLst/>
                <a:uLnTx/>
                <a:uFillTx/>
                <a:latin typeface="Century Gothic"/>
                <a:ea typeface="+mn-ea"/>
                <a:cs typeface="+mn-cs"/>
              </a:rPr>
              <a:t>integrazione</a:t>
            </a:r>
            <a:r>
              <a:rPr kumimoji="0" lang="en-US" sz="1400" b="1" i="0" u="none" strike="noStrike" kern="0" cap="none" spc="0" normalizeH="0" baseline="0" noProof="0">
                <a:ln>
                  <a:noFill/>
                </a:ln>
                <a:solidFill>
                  <a:srgbClr val="D0D0D0"/>
                </a:solidFill>
                <a:effectLst/>
                <a:uLnTx/>
                <a:uFillTx/>
                <a:latin typeface="Century Gothic"/>
                <a:ea typeface="+mn-ea"/>
                <a:cs typeface="+mn-cs"/>
              </a:rPr>
              <a:t> </a:t>
            </a: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D0D0D0"/>
                </a:solidFill>
                <a:effectLst/>
                <a:uLnTx/>
                <a:uFillTx/>
                <a:latin typeface="Century Gothic"/>
                <a:ea typeface="+mn-ea"/>
                <a:cs typeface="+mn-cs"/>
              </a:rPr>
              <a:t>Integrazione degli asset in linea con l’asset target</a:t>
            </a:r>
          </a:p>
          <a:p>
            <a:pPr marL="0" marR="0" lvl="0" indent="0" algn="ctr" defTabSz="914400" eaLnBrk="1" fontAlgn="auto" latinLnBrk="0" hangingPunct="1">
              <a:lnSpc>
                <a:spcPct val="100000"/>
              </a:lnSpc>
              <a:buClrTx/>
              <a:buSzTx/>
              <a:buFontTx/>
              <a:buNone/>
              <a:tabLst/>
              <a:defRPr/>
            </a:pPr>
            <a:endParaRPr kumimoji="0" lang="en-US" sz="1400" b="1" i="0" u="none" strike="noStrike" kern="0" cap="none" spc="0" normalizeH="0" baseline="0" noProof="0">
              <a:ln>
                <a:noFill/>
              </a:ln>
              <a:solidFill>
                <a:srgbClr val="D0D0D0"/>
              </a:solidFill>
              <a:effectLst/>
              <a:uLnTx/>
              <a:uFillTx/>
              <a:latin typeface="Century Gothic"/>
              <a:ea typeface="+mn-ea"/>
              <a:cs typeface="+mn-cs"/>
            </a:endParaRPr>
          </a:p>
        </p:txBody>
      </p:sp>
      <p:sp>
        <p:nvSpPr>
          <p:cNvPr id="23" name="TrackerAlphaWhite 95">
            <a:extLst>
              <a:ext uri="{FF2B5EF4-FFF2-40B4-BE49-F238E27FC236}">
                <a16:creationId xmlns:a16="http://schemas.microsoft.com/office/drawing/2014/main" id="{31A9D2C6-08D5-FFA3-694E-93046FE43876}"/>
              </a:ext>
            </a:extLst>
          </p:cNvPr>
          <p:cNvSpPr>
            <a:spLocks/>
          </p:cNvSpPr>
          <p:nvPr>
            <p:custDataLst>
              <p:tags r:id="rId11"/>
            </p:custDataLst>
          </p:nvPr>
        </p:nvSpPr>
        <p:spPr>
          <a:xfrm>
            <a:off x="7310493" y="5412168"/>
            <a:ext cx="198154" cy="198000"/>
          </a:xfrm>
          <a:prstGeom prst="ellipse">
            <a:avLst/>
          </a:prstGeom>
          <a:solidFill>
            <a:schemeClr val="bg1">
              <a:lumMod val="65000"/>
            </a:schemeClr>
          </a:solidFill>
          <a:ln w="6350" cap="sq" cmpd="sng" algn="ctr">
            <a:solidFill>
              <a:srgbClr val="D0D0D0"/>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D0D0D0"/>
                </a:solidFill>
                <a:effectLst/>
                <a:uLnTx/>
                <a:uFillTx/>
                <a:latin typeface="Century Gothic"/>
                <a:ea typeface="+mn-ea"/>
                <a:cs typeface="+mn-cs"/>
              </a:rPr>
              <a:t>4</a:t>
            </a:r>
          </a:p>
        </p:txBody>
      </p:sp>
      <p:sp>
        <p:nvSpPr>
          <p:cNvPr id="14" name="Rectangle 13">
            <a:extLst>
              <a:ext uri="{FF2B5EF4-FFF2-40B4-BE49-F238E27FC236}">
                <a16:creationId xmlns:a16="http://schemas.microsoft.com/office/drawing/2014/main" id="{7E739746-6E75-AA0F-DA96-93AE207B68CA}"/>
              </a:ext>
            </a:extLst>
          </p:cNvPr>
          <p:cNvSpPr>
            <a:spLocks/>
          </p:cNvSpPr>
          <p:nvPr/>
        </p:nvSpPr>
        <p:spPr>
          <a:xfrm>
            <a:off x="3408520" y="1325334"/>
            <a:ext cx="1772321" cy="257369"/>
          </a:xfrm>
          <a:prstGeom prst="rect">
            <a:avLst/>
          </a:prstGeom>
          <a:noFill/>
          <a:ln>
            <a:noFill/>
          </a:ln>
        </p:spPr>
        <p:txBody>
          <a:bodyPr wrap="square" lIns="36000" tIns="36000" rIns="0" bIns="36000" rtlCol="0" anchor="ctr">
            <a:spAutoFit/>
          </a:bodyPr>
          <a:lstStyle/>
          <a:p>
            <a:pPr marL="0" marR="0" lvl="0" indent="0" algn="ctr" defTabSz="914217" rtl="0" eaLnBrk="1" fontAlgn="auto" latinLnBrk="0" hangingPunct="1">
              <a:lnSpc>
                <a:spcPct val="100000"/>
              </a:lnSpc>
              <a:spcBef>
                <a:spcPts val="0"/>
              </a:spcBef>
              <a:spcAft>
                <a:spcPts val="0"/>
              </a:spcAft>
              <a:buClrTx/>
              <a:buSzTx/>
              <a:buFontTx/>
              <a:buNone/>
              <a:tabLst/>
              <a:defRPr/>
            </a:pPr>
            <a:r>
              <a:rPr kumimoji="0" lang="it-IT" sz="1200" b="1" i="0" u="none" strike="noStrike" kern="1200" cap="all" spc="0" normalizeH="0" baseline="0" noProof="0">
                <a:ln>
                  <a:noFill/>
                </a:ln>
                <a:solidFill>
                  <a:schemeClr val="tx2"/>
                </a:solidFill>
                <a:effectLst/>
                <a:uLnTx/>
                <a:uFillTx/>
                <a:latin typeface="+mj-lt"/>
                <a:ea typeface="Open Sans" panose="020B0606030504020204" pitchFamily="34" charset="0"/>
                <a:cs typeface="Calibri" panose="020F0502020204030204" pitchFamily="34" charset="0"/>
              </a:rPr>
              <a:t>26 GEN ‘27</a:t>
            </a:r>
          </a:p>
        </p:txBody>
      </p:sp>
      <p:sp>
        <p:nvSpPr>
          <p:cNvPr id="17" name="Rectangle 16">
            <a:extLst>
              <a:ext uri="{FF2B5EF4-FFF2-40B4-BE49-F238E27FC236}">
                <a16:creationId xmlns:a16="http://schemas.microsoft.com/office/drawing/2014/main" id="{5D025D43-F518-44C8-39A3-F455EBA48DF9}"/>
              </a:ext>
            </a:extLst>
          </p:cNvPr>
          <p:cNvSpPr>
            <a:spLocks/>
          </p:cNvSpPr>
          <p:nvPr/>
        </p:nvSpPr>
        <p:spPr>
          <a:xfrm>
            <a:off x="5365611" y="1325334"/>
            <a:ext cx="1000429" cy="257369"/>
          </a:xfrm>
          <a:prstGeom prst="rect">
            <a:avLst/>
          </a:prstGeom>
          <a:noFill/>
          <a:ln>
            <a:noFill/>
          </a:ln>
        </p:spPr>
        <p:txBody>
          <a:bodyPr wrap="square" lIns="36000" tIns="36000" rIns="0" bIns="36000" rtlCol="0" anchor="ctr">
            <a:spAutoFit/>
          </a:bodyPr>
          <a:lstStyle/>
          <a:p>
            <a:pPr lvl="0" algn="ctr" defTabSz="914217">
              <a:defRPr/>
            </a:pPr>
            <a:r>
              <a:rPr lang="it-IT" sz="1200" b="1" cap="all">
                <a:solidFill>
                  <a:schemeClr val="tx2"/>
                </a:solidFill>
                <a:ea typeface="Open Sans" panose="020B0606030504020204" pitchFamily="34" charset="0"/>
                <a:cs typeface="Calibri" panose="020F0502020204030204" pitchFamily="34" charset="0"/>
              </a:rPr>
              <a:t>17 MAR ‘27</a:t>
            </a:r>
          </a:p>
        </p:txBody>
      </p:sp>
    </p:spTree>
    <p:extLst>
      <p:ext uri="{BB962C8B-B14F-4D97-AF65-F5344CB8AC3E}">
        <p14:creationId xmlns:p14="http://schemas.microsoft.com/office/powerpoint/2010/main" val="1008978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DC4E61C8-B097-85E3-0582-DD91ECB2680B}"/>
              </a:ext>
            </a:extLst>
          </p:cNvPr>
          <p:cNvGraphicFramePr>
            <a:graphicFrameLocks noChangeAspect="1"/>
          </p:cNvGraphicFramePr>
          <p:nvPr>
            <p:custDataLst>
              <p:tags r:id="rId1"/>
            </p:custDataLst>
            <p:extLst>
              <p:ext uri="{D42A27DB-BD31-4B8C-83A1-F6EECF244321}">
                <p14:modId xmlns:p14="http://schemas.microsoft.com/office/powerpoint/2010/main" val="30462615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5" name="Object 2" hidden="1">
                        <a:extLst>
                          <a:ext uri="{FF2B5EF4-FFF2-40B4-BE49-F238E27FC236}">
                            <a16:creationId xmlns:a16="http://schemas.microsoft.com/office/drawing/2014/main" id="{DC4E61C8-B097-85E3-0582-DD91ECB2680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6" name="2. Slide Title">
            <a:extLst>
              <a:ext uri="{FF2B5EF4-FFF2-40B4-BE49-F238E27FC236}">
                <a16:creationId xmlns:a16="http://schemas.microsoft.com/office/drawing/2014/main" id="{C5CDA714-D1A7-9976-CAF6-8306E76BA648}"/>
              </a:ext>
            </a:extLst>
          </p:cNvPr>
          <p:cNvSpPr>
            <a:spLocks noGrp="1"/>
          </p:cNvSpPr>
          <p:nvPr>
            <p:ph type="title"/>
            <p:custDataLst>
              <p:tags r:id="rId2"/>
            </p:custDataLst>
          </p:nvPr>
        </p:nvSpPr>
        <p:spPr>
          <a:xfrm>
            <a:off x="554736" y="2744369"/>
            <a:ext cx="3465576" cy="677108"/>
          </a:xfrm>
        </p:spPr>
        <p:txBody>
          <a:bodyPr vert="horz" anchor="ctr"/>
          <a:lstStyle/>
          <a:p>
            <a:r>
              <a:rPr lang="en-US" sz="2200">
                <a:solidFill>
                  <a:schemeClr val="accent2"/>
                </a:solidFill>
              </a:rPr>
              <a:t>2. </a:t>
            </a:r>
            <a:r>
              <a:rPr lang="it-IT" sz="2200">
                <a:solidFill>
                  <a:schemeClr val="accent2"/>
                </a:solidFill>
              </a:rPr>
              <a:t>Pre-Take control |</a:t>
            </a:r>
            <a:r>
              <a:rPr lang="it-IT" sz="2200"/>
              <a:t> Attività del filone</a:t>
            </a:r>
            <a:endParaRPr lang="en-US" sz="2200"/>
          </a:p>
        </p:txBody>
      </p:sp>
      <p:sp>
        <p:nvSpPr>
          <p:cNvPr id="8" name="1. On-page tracker">
            <a:extLst>
              <a:ext uri="{FF2B5EF4-FFF2-40B4-BE49-F238E27FC236}">
                <a16:creationId xmlns:a16="http://schemas.microsoft.com/office/drawing/2014/main" id="{39A8B03A-C89E-87AC-025E-7F5A64654028}"/>
              </a:ext>
            </a:extLst>
          </p:cNvPr>
          <p:cNvSpPr>
            <a:spLocks noGrp="1"/>
          </p:cNvSpPr>
          <p:nvPr>
            <p:ph type="body" sz="quarter" idx="10"/>
            <p:custDataLst>
              <p:tags r:id="rId3"/>
            </p:custDataLst>
          </p:nvPr>
        </p:nvSpPr>
        <p:spPr/>
        <p:txBody>
          <a:bodyPr/>
          <a:lstStyle/>
          <a:p>
            <a:endParaRPr lang="en-US"/>
          </a:p>
        </p:txBody>
      </p:sp>
      <p:sp>
        <p:nvSpPr>
          <p:cNvPr id="10" name="Arrow: Right 9">
            <a:extLst>
              <a:ext uri="{FF2B5EF4-FFF2-40B4-BE49-F238E27FC236}">
                <a16:creationId xmlns:a16="http://schemas.microsoft.com/office/drawing/2014/main" id="{25AA682C-88EE-7B73-94E2-3FEE1D1484EF}"/>
              </a:ext>
            </a:extLst>
          </p:cNvPr>
          <p:cNvSpPr>
            <a:spLocks/>
          </p:cNvSpPr>
          <p:nvPr/>
        </p:nvSpPr>
        <p:spPr>
          <a:xfrm rot="5400000">
            <a:off x="2138349" y="3233724"/>
            <a:ext cx="6144424" cy="227828"/>
          </a:xfrm>
          <a:prstGeom prst="rightArrow">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400" err="1">
              <a:solidFill>
                <a:srgbClr val="000000"/>
              </a:solidFill>
            </a:endParaRPr>
          </a:p>
        </p:txBody>
      </p:sp>
      <p:grpSp>
        <p:nvGrpSpPr>
          <p:cNvPr id="14" name="CheckmarkBlue 14">
            <a:extLst>
              <a:ext uri="{FF2B5EF4-FFF2-40B4-BE49-F238E27FC236}">
                <a16:creationId xmlns:a16="http://schemas.microsoft.com/office/drawing/2014/main" id="{17C41221-F0B5-EFB8-061F-833E0A03493D}"/>
              </a:ext>
            </a:extLst>
          </p:cNvPr>
          <p:cNvGrpSpPr>
            <a:grpSpLocks noChangeAspect="1"/>
          </p:cNvGrpSpPr>
          <p:nvPr>
            <p:custDataLst>
              <p:tags r:id="rId4"/>
            </p:custDataLst>
          </p:nvPr>
        </p:nvGrpSpPr>
        <p:grpSpPr>
          <a:xfrm>
            <a:off x="5018538" y="674743"/>
            <a:ext cx="396228" cy="396228"/>
            <a:chOff x="1016000" y="1016000"/>
            <a:chExt cx="396228" cy="396228"/>
          </a:xfrm>
        </p:grpSpPr>
        <p:sp>
          <p:nvSpPr>
            <p:cNvPr id="11" name="Oval 10">
              <a:extLst>
                <a:ext uri="{FF2B5EF4-FFF2-40B4-BE49-F238E27FC236}">
                  <a16:creationId xmlns:a16="http://schemas.microsoft.com/office/drawing/2014/main" id="{A249F85A-5DD5-8F62-50ED-81029908407F}"/>
                </a:ext>
              </a:extLst>
            </p:cNvPr>
            <p:cNvSpPr/>
            <p:nvPr/>
          </p:nvSpPr>
          <p:spPr>
            <a:xfrm>
              <a:off x="1016000" y="1016000"/>
              <a:ext cx="396228" cy="396228"/>
            </a:xfrm>
            <a:prstGeom prst="ellipse">
              <a:avLst/>
            </a:prstGeom>
            <a:solidFill>
              <a:schemeClr val="accent1"/>
            </a:solidFill>
            <a:ln w="571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pic>
          <p:nvPicPr>
            <p:cNvPr id="13" name="Graphic 12">
              <a:extLst>
                <a:ext uri="{FF2B5EF4-FFF2-40B4-BE49-F238E27FC236}">
                  <a16:creationId xmlns:a16="http://schemas.microsoft.com/office/drawing/2014/main" id="{15F895C5-8E91-5B9B-5329-36A3035B77F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23614" y="1023614"/>
              <a:ext cx="381000" cy="381000"/>
            </a:xfrm>
            <a:prstGeom prst="rect">
              <a:avLst/>
            </a:prstGeom>
          </p:spPr>
        </p:pic>
      </p:grpSp>
      <p:grpSp>
        <p:nvGrpSpPr>
          <p:cNvPr id="19" name="CheckmarkDashWhite 19">
            <a:extLst>
              <a:ext uri="{FF2B5EF4-FFF2-40B4-BE49-F238E27FC236}">
                <a16:creationId xmlns:a16="http://schemas.microsoft.com/office/drawing/2014/main" id="{7C92595B-8F86-DAB2-94B9-C2AFAE458CF0}"/>
              </a:ext>
            </a:extLst>
          </p:cNvPr>
          <p:cNvGrpSpPr>
            <a:grpSpLocks noChangeAspect="1"/>
          </p:cNvGrpSpPr>
          <p:nvPr>
            <p:custDataLst>
              <p:tags r:id="rId5"/>
            </p:custDataLst>
          </p:nvPr>
        </p:nvGrpSpPr>
        <p:grpSpPr>
          <a:xfrm>
            <a:off x="5010924" y="1270861"/>
            <a:ext cx="396228" cy="396228"/>
            <a:chOff x="1016000" y="1016000"/>
            <a:chExt cx="396228" cy="396228"/>
          </a:xfrm>
        </p:grpSpPr>
        <p:sp>
          <p:nvSpPr>
            <p:cNvPr id="16" name="Oval 15">
              <a:extLst>
                <a:ext uri="{FF2B5EF4-FFF2-40B4-BE49-F238E27FC236}">
                  <a16:creationId xmlns:a16="http://schemas.microsoft.com/office/drawing/2014/main" id="{8DE61066-3E8C-E116-D69A-687FE6EB815E}"/>
                </a:ext>
              </a:extLst>
            </p:cNvPr>
            <p:cNvSpPr/>
            <p:nvPr/>
          </p:nvSpPr>
          <p:spPr>
            <a:xfrm>
              <a:off x="1016000" y="1016000"/>
              <a:ext cx="396228" cy="396228"/>
            </a:xfrm>
            <a:prstGeom prst="ellipse">
              <a:avLst/>
            </a:prstGeom>
            <a:solidFill>
              <a:schemeClr val="accent1">
                <a:lumMod val="20000"/>
                <a:lumOff val="80000"/>
              </a:schemeClr>
            </a:solidFill>
            <a:ln w="57150" cap="sq">
              <a:solidFill>
                <a:schemeClr val="tx2"/>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pic>
          <p:nvPicPr>
            <p:cNvPr id="18" name="Graphic 17">
              <a:extLst>
                <a:ext uri="{FF2B5EF4-FFF2-40B4-BE49-F238E27FC236}">
                  <a16:creationId xmlns:a16="http://schemas.microsoft.com/office/drawing/2014/main" id="{DDA42A71-9D80-FC07-AE1F-B805279235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23614" y="1023614"/>
              <a:ext cx="381000" cy="381000"/>
            </a:xfrm>
            <a:prstGeom prst="rect">
              <a:avLst/>
            </a:prstGeom>
          </p:spPr>
        </p:pic>
      </p:grpSp>
      <p:sp>
        <p:nvSpPr>
          <p:cNvPr id="22" name="Oval 21">
            <a:extLst>
              <a:ext uri="{FF2B5EF4-FFF2-40B4-BE49-F238E27FC236}">
                <a16:creationId xmlns:a16="http://schemas.microsoft.com/office/drawing/2014/main" id="{B2B2721E-C483-484E-A579-68F1A030180F}"/>
              </a:ext>
            </a:extLst>
          </p:cNvPr>
          <p:cNvSpPr/>
          <p:nvPr/>
        </p:nvSpPr>
        <p:spPr>
          <a:xfrm>
            <a:off x="5010924" y="2113201"/>
            <a:ext cx="396228" cy="396228"/>
          </a:xfrm>
          <a:prstGeom prst="ellipse">
            <a:avLst/>
          </a:prstGeom>
          <a:solidFill>
            <a:schemeClr val="bg1"/>
          </a:solidFill>
          <a:ln w="57150" cap="sq">
            <a:solidFill>
              <a:schemeClr val="tx2"/>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24" name="Oval 23">
            <a:extLst>
              <a:ext uri="{FF2B5EF4-FFF2-40B4-BE49-F238E27FC236}">
                <a16:creationId xmlns:a16="http://schemas.microsoft.com/office/drawing/2014/main" id="{0BC79EFD-8882-6996-F009-12BE497C49AC}"/>
              </a:ext>
            </a:extLst>
          </p:cNvPr>
          <p:cNvSpPr/>
          <p:nvPr/>
        </p:nvSpPr>
        <p:spPr>
          <a:xfrm>
            <a:off x="5010924" y="4536543"/>
            <a:ext cx="396228" cy="396228"/>
          </a:xfrm>
          <a:prstGeom prst="ellipse">
            <a:avLst/>
          </a:prstGeom>
          <a:solidFill>
            <a:schemeClr val="bg1"/>
          </a:solidFill>
          <a:ln w="57150" cap="sq">
            <a:solidFill>
              <a:schemeClr val="tx2"/>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25" name="Oval 24">
            <a:extLst>
              <a:ext uri="{FF2B5EF4-FFF2-40B4-BE49-F238E27FC236}">
                <a16:creationId xmlns:a16="http://schemas.microsoft.com/office/drawing/2014/main" id="{393E0FE0-644C-3B0D-3322-5DB646432167}"/>
              </a:ext>
            </a:extLst>
          </p:cNvPr>
          <p:cNvSpPr/>
          <p:nvPr/>
        </p:nvSpPr>
        <p:spPr>
          <a:xfrm>
            <a:off x="5010924" y="3447983"/>
            <a:ext cx="396228" cy="396228"/>
          </a:xfrm>
          <a:prstGeom prst="ellipse">
            <a:avLst/>
          </a:prstGeom>
          <a:solidFill>
            <a:schemeClr val="bg1"/>
          </a:solidFill>
          <a:ln w="57150" cap="sq">
            <a:solidFill>
              <a:schemeClr val="tx2"/>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26" name="TextBox 25">
            <a:extLst>
              <a:ext uri="{FF2B5EF4-FFF2-40B4-BE49-F238E27FC236}">
                <a16:creationId xmlns:a16="http://schemas.microsoft.com/office/drawing/2014/main" id="{19AEAD62-BF5A-0230-25F7-CF4699155561}"/>
              </a:ext>
            </a:extLst>
          </p:cNvPr>
          <p:cNvSpPr txBox="1"/>
          <p:nvPr/>
        </p:nvSpPr>
        <p:spPr>
          <a:xfrm>
            <a:off x="6000750" y="674743"/>
            <a:ext cx="5143500" cy="246221"/>
          </a:xfrm>
          <a:prstGeom prst="rect">
            <a:avLst/>
          </a:prstGeom>
          <a:ln w="6350">
            <a:noFill/>
            <a:miter lim="800000"/>
          </a:ln>
        </p:spPr>
        <p:txBody>
          <a:bodyPr vert="horz" wrap="square" lIns="0" tIns="0" rIns="0" bIns="0" rtlCol="0">
            <a:spAutoFit/>
          </a:bodyPr>
          <a:lstStyle/>
          <a:p>
            <a:pPr algn="l">
              <a:spcBef>
                <a:spcPts val="300"/>
              </a:spcBef>
              <a:spcAft>
                <a:spcPts val="300"/>
              </a:spcAft>
              <a:buNone/>
            </a:pPr>
            <a:r>
              <a:rPr lang="it-IT" sz="1600"/>
              <a:t>Identificati i </a:t>
            </a:r>
            <a:r>
              <a:rPr lang="it-IT" sz="1600" b="1">
                <a:solidFill>
                  <a:schemeClr val="tx2"/>
                </a:solidFill>
              </a:rPr>
              <a:t>cantieri prioritari </a:t>
            </a:r>
            <a:r>
              <a:rPr lang="it-IT" sz="1600"/>
              <a:t>e i </a:t>
            </a:r>
            <a:r>
              <a:rPr lang="it-IT" sz="1600" b="1">
                <a:solidFill>
                  <a:schemeClr val="tx2"/>
                </a:solidFill>
              </a:rPr>
              <a:t>relativi responsabili</a:t>
            </a:r>
            <a:endParaRPr lang="en-US" sz="1600" b="1">
              <a:solidFill>
                <a:schemeClr val="tx2"/>
              </a:solidFill>
            </a:endParaRPr>
          </a:p>
        </p:txBody>
      </p:sp>
      <p:sp>
        <p:nvSpPr>
          <p:cNvPr id="23" name="TextBox 22">
            <a:extLst>
              <a:ext uri="{FF2B5EF4-FFF2-40B4-BE49-F238E27FC236}">
                <a16:creationId xmlns:a16="http://schemas.microsoft.com/office/drawing/2014/main" id="{C5B011CA-1CFB-64AB-2B9D-4B8DE625D06F}"/>
              </a:ext>
            </a:extLst>
          </p:cNvPr>
          <p:cNvSpPr txBox="1"/>
          <p:nvPr/>
        </p:nvSpPr>
        <p:spPr>
          <a:xfrm>
            <a:off x="6000750" y="1270861"/>
            <a:ext cx="5143500" cy="492443"/>
          </a:xfrm>
          <a:prstGeom prst="rect">
            <a:avLst/>
          </a:prstGeom>
          <a:ln w="6350">
            <a:noFill/>
            <a:miter lim="800000"/>
          </a:ln>
        </p:spPr>
        <p:txBody>
          <a:bodyPr vert="horz" wrap="square" lIns="0" tIns="0" rIns="0" bIns="0" rtlCol="0">
            <a:spAutoFit/>
          </a:bodyPr>
          <a:lstStyle/>
          <a:p>
            <a:pPr>
              <a:spcBef>
                <a:spcPts val="300"/>
              </a:spcBef>
              <a:spcAft>
                <a:spcPts val="300"/>
              </a:spcAft>
            </a:pPr>
            <a:r>
              <a:rPr lang="it-IT" sz="1600" b="1">
                <a:solidFill>
                  <a:schemeClr val="tx2"/>
                </a:solidFill>
              </a:rPr>
              <a:t>Invio ai responsabili di cantiere delle richieste </a:t>
            </a:r>
            <a:r>
              <a:rPr lang="it-IT" sz="1600"/>
              <a:t>relative alle attività propedeutiche al Take Control</a:t>
            </a:r>
          </a:p>
        </p:txBody>
      </p:sp>
      <p:sp>
        <p:nvSpPr>
          <p:cNvPr id="27" name="TextBox 26">
            <a:extLst>
              <a:ext uri="{FF2B5EF4-FFF2-40B4-BE49-F238E27FC236}">
                <a16:creationId xmlns:a16="http://schemas.microsoft.com/office/drawing/2014/main" id="{CB99CE25-4A5A-660D-B51C-53894DE1EB01}"/>
              </a:ext>
            </a:extLst>
          </p:cNvPr>
          <p:cNvSpPr txBox="1"/>
          <p:nvPr/>
        </p:nvSpPr>
        <p:spPr>
          <a:xfrm>
            <a:off x="6000750" y="2113201"/>
            <a:ext cx="5143500" cy="984885"/>
          </a:xfrm>
          <a:prstGeom prst="rect">
            <a:avLst/>
          </a:prstGeom>
          <a:ln w="6350">
            <a:noFill/>
            <a:miter lim="800000"/>
          </a:ln>
        </p:spPr>
        <p:txBody>
          <a:bodyPr vert="horz" wrap="square" lIns="0" tIns="0" rIns="0" bIns="0" rtlCol="0">
            <a:spAutoFit/>
          </a:bodyPr>
          <a:lstStyle/>
          <a:p>
            <a:pPr lvl="0"/>
            <a:r>
              <a:rPr lang="en-US" sz="1600" b="1" err="1">
                <a:solidFill>
                  <a:schemeClr val="tx2"/>
                </a:solidFill>
              </a:rPr>
              <a:t>Raccolta</a:t>
            </a:r>
            <a:r>
              <a:rPr lang="en-US" sz="1600" b="1">
                <a:solidFill>
                  <a:schemeClr val="tx2"/>
                </a:solidFill>
              </a:rPr>
              <a:t>, </a:t>
            </a:r>
            <a:r>
              <a:rPr lang="en-US" sz="1600" b="1" err="1">
                <a:solidFill>
                  <a:schemeClr val="tx2"/>
                </a:solidFill>
              </a:rPr>
              <a:t>analisi</a:t>
            </a:r>
            <a:r>
              <a:rPr lang="en-US" sz="1600" b="1">
                <a:solidFill>
                  <a:schemeClr val="tx2"/>
                </a:solidFill>
              </a:rPr>
              <a:t> e </a:t>
            </a:r>
            <a:r>
              <a:rPr lang="en-US" sz="1600" b="1" err="1">
                <a:solidFill>
                  <a:schemeClr val="tx2"/>
                </a:solidFill>
              </a:rPr>
              <a:t>affinamento</a:t>
            </a:r>
            <a:r>
              <a:rPr lang="en-US" sz="1600" b="1">
                <a:solidFill>
                  <a:schemeClr val="tx2"/>
                </a:solidFill>
              </a:rPr>
              <a:t> delle </a:t>
            </a:r>
            <a:r>
              <a:rPr lang="en-US" sz="1600" b="1" err="1">
                <a:solidFill>
                  <a:schemeClr val="tx2"/>
                </a:solidFill>
              </a:rPr>
              <a:t>risposte</a:t>
            </a:r>
            <a:r>
              <a:rPr lang="en-US" sz="1600"/>
              <a:t>, </a:t>
            </a:r>
            <a:r>
              <a:rPr lang="en-US" sz="1600" err="1"/>
              <a:t>anche</a:t>
            </a:r>
            <a:r>
              <a:rPr lang="en-US" sz="1600"/>
              <a:t> </a:t>
            </a:r>
            <a:r>
              <a:rPr lang="en-US" sz="1600" err="1"/>
              <a:t>sulla</a:t>
            </a:r>
            <a:r>
              <a:rPr lang="en-US" sz="1600"/>
              <a:t> base di best practice e </a:t>
            </a:r>
            <a:r>
              <a:rPr lang="en-US" sz="1600" err="1"/>
              <a:t>operazioni</a:t>
            </a:r>
            <a:r>
              <a:rPr lang="en-US" sz="1600"/>
              <a:t> </a:t>
            </a:r>
            <a:r>
              <a:rPr lang="en-US" sz="1600" err="1"/>
              <a:t>comparabili</a:t>
            </a:r>
            <a:r>
              <a:rPr lang="en-US" sz="1600"/>
              <a:t> (es. UBI), per </a:t>
            </a:r>
            <a:r>
              <a:rPr lang="en-US" sz="1600" err="1"/>
              <a:t>garantirne</a:t>
            </a:r>
            <a:r>
              <a:rPr lang="en-US" sz="1600"/>
              <a:t> </a:t>
            </a:r>
            <a:r>
              <a:rPr lang="en-US" sz="1600" err="1"/>
              <a:t>completezza</a:t>
            </a:r>
            <a:r>
              <a:rPr lang="en-US" sz="1600"/>
              <a:t> e </a:t>
            </a:r>
            <a:r>
              <a:rPr lang="en-US" sz="1600" err="1"/>
              <a:t>coerenza</a:t>
            </a:r>
            <a:endParaRPr lang="en-US" sz="1600"/>
          </a:p>
        </p:txBody>
      </p:sp>
      <p:sp>
        <p:nvSpPr>
          <p:cNvPr id="28" name="TextBox 27">
            <a:extLst>
              <a:ext uri="{FF2B5EF4-FFF2-40B4-BE49-F238E27FC236}">
                <a16:creationId xmlns:a16="http://schemas.microsoft.com/office/drawing/2014/main" id="{AEBD62B2-6707-7A9C-067A-CAD6187BDF50}"/>
              </a:ext>
            </a:extLst>
          </p:cNvPr>
          <p:cNvSpPr txBox="1"/>
          <p:nvPr/>
        </p:nvSpPr>
        <p:spPr>
          <a:xfrm>
            <a:off x="6000750" y="3447983"/>
            <a:ext cx="5143500" cy="738664"/>
          </a:xfrm>
          <a:prstGeom prst="rect">
            <a:avLst/>
          </a:prstGeom>
          <a:ln w="6350">
            <a:noFill/>
            <a:miter lim="800000"/>
          </a:ln>
        </p:spPr>
        <p:txBody>
          <a:bodyPr vert="horz" wrap="square" lIns="0" tIns="0" rIns="0" bIns="0" rtlCol="0">
            <a:spAutoFit/>
          </a:bodyPr>
          <a:lstStyle/>
          <a:p>
            <a:pPr lvl="0"/>
            <a:r>
              <a:rPr lang="en-US" sz="1600" b="1">
                <a:solidFill>
                  <a:schemeClr val="tx2"/>
                </a:solidFill>
              </a:rPr>
              <a:t>Piano di </a:t>
            </a:r>
            <a:r>
              <a:rPr lang="en-US" sz="1600" b="1" err="1">
                <a:solidFill>
                  <a:schemeClr val="tx2"/>
                </a:solidFill>
              </a:rPr>
              <a:t>lavoro</a:t>
            </a:r>
            <a:r>
              <a:rPr lang="en-US" sz="1600" b="1">
                <a:solidFill>
                  <a:schemeClr val="tx2"/>
                </a:solidFill>
              </a:rPr>
              <a:t> </a:t>
            </a:r>
            <a:r>
              <a:rPr lang="en-US" sz="1600" b="1" err="1">
                <a:solidFill>
                  <a:schemeClr val="tx2"/>
                </a:solidFill>
              </a:rPr>
              <a:t>attraverso</a:t>
            </a:r>
            <a:r>
              <a:rPr lang="en-US" sz="1600" b="1">
                <a:solidFill>
                  <a:schemeClr val="tx2"/>
                </a:solidFill>
              </a:rPr>
              <a:t> la </a:t>
            </a:r>
            <a:r>
              <a:rPr lang="en-US" sz="1600" b="1" err="1">
                <a:solidFill>
                  <a:schemeClr val="tx2"/>
                </a:solidFill>
              </a:rPr>
              <a:t>collocazione</a:t>
            </a:r>
            <a:r>
              <a:rPr lang="en-US" sz="1600" b="1">
                <a:solidFill>
                  <a:schemeClr val="tx2"/>
                </a:solidFill>
              </a:rPr>
              <a:t> </a:t>
            </a:r>
            <a:r>
              <a:rPr lang="en-US" sz="1600" b="1" err="1">
                <a:solidFill>
                  <a:schemeClr val="tx2"/>
                </a:solidFill>
              </a:rPr>
              <a:t>temporale</a:t>
            </a:r>
            <a:r>
              <a:rPr lang="en-US" sz="1600" b="1">
                <a:solidFill>
                  <a:schemeClr val="tx2"/>
                </a:solidFill>
              </a:rPr>
              <a:t> delle </a:t>
            </a:r>
            <a:r>
              <a:rPr lang="en-US" sz="1600" b="1" err="1">
                <a:solidFill>
                  <a:schemeClr val="tx2"/>
                </a:solidFill>
              </a:rPr>
              <a:t>attività</a:t>
            </a:r>
            <a:r>
              <a:rPr lang="en-US" sz="1600" b="1">
                <a:solidFill>
                  <a:schemeClr val="tx2"/>
                </a:solidFill>
              </a:rPr>
              <a:t> e </a:t>
            </a:r>
            <a:r>
              <a:rPr lang="en-US" sz="1600" b="1" err="1">
                <a:solidFill>
                  <a:schemeClr val="tx2"/>
                </a:solidFill>
              </a:rPr>
              <a:t>prioritizzazione</a:t>
            </a:r>
            <a:r>
              <a:rPr lang="en-US" sz="1600"/>
              <a:t>, in </a:t>
            </a:r>
            <a:r>
              <a:rPr lang="en-US" sz="1600" err="1"/>
              <a:t>funzione</a:t>
            </a:r>
            <a:r>
              <a:rPr lang="en-US" sz="1600"/>
              <a:t> delle </a:t>
            </a:r>
            <a:r>
              <a:rPr lang="en-US" sz="1600" err="1"/>
              <a:t>principali</a:t>
            </a:r>
            <a:r>
              <a:rPr lang="en-US" sz="1600"/>
              <a:t> milestone del Take Control</a:t>
            </a:r>
          </a:p>
        </p:txBody>
      </p:sp>
      <p:sp>
        <p:nvSpPr>
          <p:cNvPr id="29" name="TextBox 28">
            <a:extLst>
              <a:ext uri="{FF2B5EF4-FFF2-40B4-BE49-F238E27FC236}">
                <a16:creationId xmlns:a16="http://schemas.microsoft.com/office/drawing/2014/main" id="{F64A12D6-56F9-6F32-F00C-D50157F000E4}"/>
              </a:ext>
            </a:extLst>
          </p:cNvPr>
          <p:cNvSpPr txBox="1"/>
          <p:nvPr/>
        </p:nvSpPr>
        <p:spPr>
          <a:xfrm>
            <a:off x="6000750" y="4536543"/>
            <a:ext cx="5143500" cy="2215991"/>
          </a:xfrm>
          <a:prstGeom prst="rect">
            <a:avLst/>
          </a:prstGeom>
          <a:ln w="6350">
            <a:noFill/>
            <a:miter lim="800000"/>
          </a:ln>
        </p:spPr>
        <p:txBody>
          <a:bodyPr vert="horz" wrap="square" lIns="0" tIns="0" rIns="0" bIns="0" rtlCol="0">
            <a:spAutoFit/>
          </a:bodyPr>
          <a:lstStyle/>
          <a:p>
            <a:pPr lvl="0"/>
            <a:r>
              <a:rPr lang="en-US" sz="1600" b="1" err="1">
                <a:solidFill>
                  <a:schemeClr val="tx2"/>
                </a:solidFill>
              </a:rPr>
              <a:t>Clusterizzazione</a:t>
            </a:r>
            <a:r>
              <a:rPr lang="en-US" sz="1600" b="1">
                <a:solidFill>
                  <a:schemeClr val="tx2"/>
                </a:solidFill>
              </a:rPr>
              <a:t> delle </a:t>
            </a:r>
            <a:r>
              <a:rPr lang="en-US" sz="1600" b="1" err="1">
                <a:solidFill>
                  <a:schemeClr val="tx2"/>
                </a:solidFill>
              </a:rPr>
              <a:t>attività</a:t>
            </a:r>
            <a:r>
              <a:rPr lang="en-US" sz="1600" b="1">
                <a:solidFill>
                  <a:schemeClr val="tx2"/>
                </a:solidFill>
              </a:rPr>
              <a:t> in macro-bucket</a:t>
            </a:r>
            <a:r>
              <a:rPr lang="en-US" sz="1600"/>
              <a:t>, secondo </a:t>
            </a:r>
            <a:r>
              <a:rPr lang="en-US" sz="1600" err="1"/>
              <a:t>una</a:t>
            </a:r>
            <a:r>
              <a:rPr lang="en-US" sz="1600"/>
              <a:t> </a:t>
            </a:r>
            <a:r>
              <a:rPr lang="en-US" sz="1600" err="1"/>
              <a:t>logica</a:t>
            </a:r>
            <a:r>
              <a:rPr lang="en-US" sz="1600"/>
              <a:t> </a:t>
            </a:r>
            <a:r>
              <a:rPr lang="en-US" sz="1600" err="1"/>
              <a:t>orientata</a:t>
            </a:r>
            <a:r>
              <a:rPr lang="en-US" sz="1600"/>
              <a:t> ai </a:t>
            </a:r>
            <a:r>
              <a:rPr lang="en-US" sz="1600" err="1"/>
              <a:t>prodotti</a:t>
            </a:r>
            <a:r>
              <a:rPr lang="en-US" sz="1600"/>
              <a:t> finite. </a:t>
            </a:r>
            <a:r>
              <a:rPr lang="en-US" sz="1600" err="1"/>
              <a:t>Esempio</a:t>
            </a:r>
            <a:r>
              <a:rPr lang="en-US" sz="1600"/>
              <a:t> per le </a:t>
            </a:r>
            <a:r>
              <a:rPr lang="en-US" sz="1600" err="1"/>
              <a:t>Divisioni</a:t>
            </a:r>
            <a:r>
              <a:rPr lang="en-US" sz="1600"/>
              <a:t>: </a:t>
            </a:r>
          </a:p>
          <a:p>
            <a:pPr marL="285750" lvl="0" indent="-285750">
              <a:buFont typeface="Arial" panose="020B0604020202020204" pitchFamily="34" charset="0"/>
              <a:buChar char="•"/>
            </a:pPr>
            <a:r>
              <a:rPr lang="en-US" sz="1600" b="1">
                <a:solidFill>
                  <a:schemeClr val="tx2"/>
                </a:solidFill>
              </a:rPr>
              <a:t>Data Request</a:t>
            </a:r>
          </a:p>
          <a:p>
            <a:pPr marL="285750" lvl="0" indent="-285750">
              <a:buFont typeface="Arial" panose="020B0604020202020204" pitchFamily="34" charset="0"/>
              <a:buChar char="•"/>
            </a:pPr>
            <a:r>
              <a:rPr lang="it-IT" sz="1600" b="1">
                <a:solidFill>
                  <a:schemeClr val="tx2"/>
                </a:solidFill>
              </a:rPr>
              <a:t>Regole di gestione </a:t>
            </a:r>
            <a:r>
              <a:rPr lang="it-IT" sz="1600"/>
              <a:t>delle entity</a:t>
            </a:r>
          </a:p>
          <a:p>
            <a:pPr marL="285750" indent="-285750">
              <a:buFont typeface="Arial" panose="020B0604020202020204" pitchFamily="34" charset="0"/>
              <a:buChar char="•"/>
            </a:pPr>
            <a:r>
              <a:rPr lang="it-IT" sz="1600"/>
              <a:t>Sviluppo delle scelte di integrazione per </a:t>
            </a:r>
            <a:r>
              <a:rPr lang="it-IT" sz="1600" b="1">
                <a:solidFill>
                  <a:schemeClr val="tx2"/>
                </a:solidFill>
              </a:rPr>
              <a:t>revisione delle sinergie, budget </a:t>
            </a:r>
          </a:p>
          <a:p>
            <a:pPr marL="285750" lvl="0" indent="-285750">
              <a:buFont typeface="Arial" panose="020B0604020202020204" pitchFamily="34" charset="0"/>
              <a:buChar char="•"/>
            </a:pPr>
            <a:endParaRPr lang="en-US" sz="1600"/>
          </a:p>
          <a:p>
            <a:pPr lvl="0"/>
            <a:endParaRPr lang="en-US" sz="1600"/>
          </a:p>
        </p:txBody>
      </p:sp>
    </p:spTree>
    <p:extLst>
      <p:ext uri="{BB962C8B-B14F-4D97-AF65-F5344CB8AC3E}">
        <p14:creationId xmlns:p14="http://schemas.microsoft.com/office/powerpoint/2010/main" val="3606634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24E5C-5348-5050-BD4C-7CF63D39905A}"/>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3C53DC2E-69CA-CE93-9F7A-22ECA2CFD568}"/>
              </a:ext>
            </a:extLst>
          </p:cNvPr>
          <p:cNvGraphicFramePr>
            <a:graphicFrameLocks/>
          </p:cNvGraphicFramePr>
          <p:nvPr>
            <p:custDataLst>
              <p:tags r:id="rId1"/>
            </p:custDataLst>
            <p:extLst>
              <p:ext uri="{D42A27DB-BD31-4B8C-83A1-F6EECF244321}">
                <p14:modId xmlns:p14="http://schemas.microsoft.com/office/powerpoint/2010/main" val="18357350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18" name="think-cell data - do not delete" hidden="1">
                        <a:extLst>
                          <a:ext uri="{FF2B5EF4-FFF2-40B4-BE49-F238E27FC236}">
                            <a16:creationId xmlns:a16="http://schemas.microsoft.com/office/drawing/2014/main" id="{3C53DC2E-69CA-CE93-9F7A-22ECA2CFD56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1" name="Rectangle 50">
            <a:extLst>
              <a:ext uri="{FF2B5EF4-FFF2-40B4-BE49-F238E27FC236}">
                <a16:creationId xmlns:a16="http://schemas.microsoft.com/office/drawing/2014/main" id="{417CCBBB-67F6-F2DD-0402-25E0E567A715}"/>
              </a:ext>
            </a:extLst>
          </p:cNvPr>
          <p:cNvSpPr>
            <a:spLocks/>
          </p:cNvSpPr>
          <p:nvPr/>
        </p:nvSpPr>
        <p:spPr>
          <a:xfrm>
            <a:off x="3842796" y="1398161"/>
            <a:ext cx="1434360"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GOVERNANCE SPESA</a:t>
            </a:r>
          </a:p>
        </p:txBody>
      </p:sp>
      <p:sp>
        <p:nvSpPr>
          <p:cNvPr id="2" name="Title 1">
            <a:extLst>
              <a:ext uri="{FF2B5EF4-FFF2-40B4-BE49-F238E27FC236}">
                <a16:creationId xmlns:a16="http://schemas.microsoft.com/office/drawing/2014/main" id="{0004A382-DB91-9722-0256-E4CB1C1E3227}"/>
              </a:ext>
            </a:extLst>
          </p:cNvPr>
          <p:cNvSpPr>
            <a:spLocks noGrp="1"/>
          </p:cNvSpPr>
          <p:nvPr>
            <p:ph type="ctrTitle"/>
          </p:nvPr>
        </p:nvSpPr>
        <p:spPr>
          <a:xfrm>
            <a:off x="477151" y="178188"/>
            <a:ext cx="11835331" cy="765123"/>
          </a:xfrm>
        </p:spPr>
        <p:txBody>
          <a:bodyPr vert="horz" rIns="0"/>
          <a:lstStyle/>
          <a:p>
            <a:r>
              <a:rPr lang="it-IT">
                <a:solidFill>
                  <a:schemeClr val="accent2"/>
                </a:solidFill>
              </a:rPr>
              <a:t>2. Pre-Take control - Governance</a:t>
            </a:r>
            <a:r>
              <a:rPr lang="it-IT" b="0">
                <a:solidFill>
                  <a:schemeClr val="accent2"/>
                </a:solidFill>
              </a:rPr>
              <a:t>|</a:t>
            </a:r>
            <a:r>
              <a:rPr lang="it-IT" b="0"/>
              <a:t> Per orientare il Take-control, sono stati attivati dei tavoli di lavoro sugli ambiti prioritari con il coinvolgimento delle strutture competenti</a:t>
            </a:r>
            <a:endParaRPr lang="it-IT" noProof="0"/>
          </a:p>
        </p:txBody>
      </p:sp>
      <p:sp>
        <p:nvSpPr>
          <p:cNvPr id="38" name="Text Placeholder 4">
            <a:extLst>
              <a:ext uri="{FF2B5EF4-FFF2-40B4-BE49-F238E27FC236}">
                <a16:creationId xmlns:a16="http://schemas.microsoft.com/office/drawing/2014/main" id="{67BB1EA4-A7FA-65D2-C12F-245553120912}"/>
              </a:ext>
            </a:extLst>
          </p:cNvPr>
          <p:cNvSpPr>
            <a:spLocks noGrp="1"/>
          </p:cNvSpPr>
          <p:nvPr>
            <p:ph type="body" sz="quarter" idx="10"/>
          </p:nvPr>
        </p:nvSpPr>
        <p:spPr/>
        <p:txBody>
          <a:bodyPr>
            <a:normAutofit fontScale="92500" lnSpcReduction="10000"/>
          </a:bodyPr>
          <a:lstStyle/>
          <a:p>
            <a:r>
              <a:rPr lang="it-IT" noProof="0"/>
              <a:t>1) </a:t>
            </a:r>
            <a:r>
              <a:rPr lang="it-IT" b="1" noProof="0"/>
              <a:t>CGOTO</a:t>
            </a:r>
            <a:r>
              <a:rPr lang="it-IT" noProof="0"/>
              <a:t>: Chief Governance, Operating &amp; </a:t>
            </a:r>
            <a:r>
              <a:rPr lang="it-IT" noProof="0" err="1"/>
              <a:t>Transformation</a:t>
            </a:r>
            <a:r>
              <a:rPr lang="it-IT" noProof="0"/>
              <a:t> Officer; </a:t>
            </a:r>
            <a:r>
              <a:rPr lang="it-IT" b="1"/>
              <a:t>CTOO</a:t>
            </a:r>
            <a:r>
              <a:rPr lang="it-IT"/>
              <a:t>: Chief </a:t>
            </a:r>
            <a:r>
              <a:rPr lang="it-IT" err="1"/>
              <a:t>Transformation</a:t>
            </a:r>
            <a:r>
              <a:rPr lang="it-IT"/>
              <a:t> &amp; Organization Officer; </a:t>
            </a:r>
            <a:r>
              <a:rPr lang="it-IT" b="1"/>
              <a:t>CPCO</a:t>
            </a:r>
            <a:r>
              <a:rPr lang="it-IT"/>
              <a:t>: Chief People &amp; Organization Officer; </a:t>
            </a:r>
            <a:r>
              <a:rPr lang="it-IT" b="1"/>
              <a:t>CCMO</a:t>
            </a:r>
            <a:r>
              <a:rPr lang="it-IT"/>
              <a:t>: Chief Cost Management Officer; </a:t>
            </a:r>
            <a:r>
              <a:rPr lang="it-IT" b="1" noProof="0"/>
              <a:t>CIAECO</a:t>
            </a:r>
            <a:r>
              <a:rPr lang="it-IT" noProof="0"/>
              <a:t>: Chief </a:t>
            </a:r>
            <a:r>
              <a:rPr lang="it-IT" noProof="0" err="1"/>
              <a:t>Institutional</a:t>
            </a:r>
            <a:r>
              <a:rPr lang="it-IT" noProof="0"/>
              <a:t> Affairs and External </a:t>
            </a:r>
            <a:r>
              <a:rPr lang="it-IT" noProof="0" err="1"/>
              <a:t>Communication</a:t>
            </a:r>
            <a:r>
              <a:rPr lang="it-IT" noProof="0"/>
              <a:t> Officer; </a:t>
            </a:r>
            <a:r>
              <a:rPr lang="it-IT" b="1" noProof="0"/>
              <a:t>CFO</a:t>
            </a:r>
            <a:r>
              <a:rPr lang="it-IT" noProof="0"/>
              <a:t>: Chief Financial Officer; </a:t>
            </a:r>
            <a:r>
              <a:rPr lang="it-IT" b="1" noProof="0"/>
              <a:t>CDAITO</a:t>
            </a:r>
            <a:r>
              <a:rPr lang="it-IT" noProof="0"/>
              <a:t>: Chief Data, A.I. and Technology Officer; </a:t>
            </a:r>
            <a:r>
              <a:rPr lang="it-IT" b="1" noProof="0" err="1"/>
              <a:t>CSeO</a:t>
            </a:r>
            <a:r>
              <a:rPr lang="it-IT" noProof="0"/>
              <a:t>: Chief Security Officer; </a:t>
            </a:r>
            <a:r>
              <a:rPr lang="it-IT" b="1" noProof="0"/>
              <a:t>CRO</a:t>
            </a:r>
            <a:r>
              <a:rPr lang="it-IT" noProof="0"/>
              <a:t>: Chief Risk Officer; </a:t>
            </a:r>
            <a:r>
              <a:rPr lang="it-IT" b="1" noProof="0"/>
              <a:t>CCO</a:t>
            </a:r>
            <a:r>
              <a:rPr lang="it-IT" noProof="0"/>
              <a:t>: Chief Compliance Officer; </a:t>
            </a:r>
            <a:r>
              <a:rPr lang="it-IT" b="1" noProof="0"/>
              <a:t>CAO</a:t>
            </a:r>
            <a:r>
              <a:rPr lang="it-IT" noProof="0"/>
              <a:t>: Chief Audit Officer; </a:t>
            </a:r>
            <a:r>
              <a:rPr lang="it-IT" b="1" noProof="0"/>
              <a:t>CLO</a:t>
            </a:r>
            <a:r>
              <a:rPr lang="it-IT" noProof="0"/>
              <a:t>: Chief Lending Officer; 2) La valutazione e prioritizzazione delle richieste verrà ricondotta a un gruppo dedicato</a:t>
            </a:r>
          </a:p>
        </p:txBody>
      </p:sp>
      <p:grpSp>
        <p:nvGrpSpPr>
          <p:cNvPr id="208" name="Group 207">
            <a:extLst>
              <a:ext uri="{FF2B5EF4-FFF2-40B4-BE49-F238E27FC236}">
                <a16:creationId xmlns:a16="http://schemas.microsoft.com/office/drawing/2014/main" id="{4D0A1A7C-BFEE-639E-49B7-3C4E0FE42963}"/>
              </a:ext>
            </a:extLst>
          </p:cNvPr>
          <p:cNvGrpSpPr/>
          <p:nvPr/>
        </p:nvGrpSpPr>
        <p:grpSpPr>
          <a:xfrm>
            <a:off x="167617" y="955735"/>
            <a:ext cx="11760680" cy="515938"/>
            <a:chOff x="167617" y="955735"/>
            <a:chExt cx="10775950" cy="515938"/>
          </a:xfrm>
        </p:grpSpPr>
        <p:sp>
          <p:nvSpPr>
            <p:cNvPr id="5" name="TextBox 30">
              <a:extLst>
                <a:ext uri="{FF2B5EF4-FFF2-40B4-BE49-F238E27FC236}">
                  <a16:creationId xmlns:a16="http://schemas.microsoft.com/office/drawing/2014/main" id="{2402E760-AADE-E095-8967-A136022DFABC}"/>
                </a:ext>
              </a:extLst>
            </p:cNvPr>
            <p:cNvSpPr txBox="1">
              <a:spLocks/>
            </p:cNvSpPr>
            <p:nvPr/>
          </p:nvSpPr>
          <p:spPr bwMode="gray">
            <a:xfrm>
              <a:off x="167617" y="955735"/>
              <a:ext cx="10775950" cy="515938"/>
            </a:xfrm>
            <a:prstGeom prst="rect">
              <a:avLst/>
            </a:prstGeom>
          </p:spPr>
          <p:txBody>
            <a:bodyPr vert="horz" wrap="square" lIns="3600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defTabSz="914400" eaLnBrk="1" fontAlgn="auto" hangingPunct="1">
                <a:spcBef>
                  <a:spcPts val="0"/>
                </a:spcBef>
                <a:spcAft>
                  <a:spcPts val="0"/>
                </a:spcAft>
                <a:buNone/>
                <a:defRPr/>
              </a:pPr>
              <a:r>
                <a:rPr lang="it-IT" b="1" kern="0" noProof="0">
                  <a:solidFill>
                    <a:srgbClr val="003A79"/>
                  </a:solidFill>
                  <a:latin typeface="Century Gothic" panose="020B0502020202020204" pitchFamily="34" charset="0"/>
                  <a:sym typeface="Century Gothic" panose="020B0502020202020204" pitchFamily="34" charset="0"/>
                </a:rPr>
                <a:t>Ambiti prioritari di lavoro </a:t>
              </a:r>
              <a:r>
                <a:rPr lang="it-IT" kern="0" noProof="0">
                  <a:solidFill>
                    <a:schemeClr val="accent1"/>
                  </a:solidFill>
                  <a:latin typeface="Century Gothic" panose="020B0502020202020204" pitchFamily="34" charset="0"/>
                  <a:sym typeface="Century Gothic" panose="020B0502020202020204" pitchFamily="34" charset="0"/>
                </a:rPr>
                <a:t>(ownership</a:t>
              </a:r>
              <a:r>
                <a:rPr lang="it-IT" kern="0" baseline="30000" noProof="0">
                  <a:solidFill>
                    <a:schemeClr val="accent1"/>
                  </a:solidFill>
                  <a:latin typeface="Century Gothic" panose="020B0502020202020204" pitchFamily="34" charset="0"/>
                  <a:sym typeface="Century Gothic" panose="020B0502020202020204" pitchFamily="34" charset="0"/>
                </a:rPr>
                <a:t>1</a:t>
              </a:r>
              <a:r>
                <a:rPr lang="it-IT" kern="0" noProof="0">
                  <a:solidFill>
                    <a:schemeClr val="accent1"/>
                  </a:solidFill>
                  <a:latin typeface="Century Gothic" panose="020B0502020202020204" pitchFamily="34" charset="0"/>
                  <a:sym typeface="Century Gothic" panose="020B0502020202020204" pitchFamily="34" charset="0"/>
                </a:rPr>
                <a:t> in fase di consolidamento)</a:t>
              </a:r>
              <a:endParaRPr lang="it-IT" sz="1200" kern="0" noProof="0">
                <a:solidFill>
                  <a:schemeClr val="accent1"/>
                </a:solidFill>
                <a:latin typeface="Century Gothic" panose="020B0502020202020204" pitchFamily="34" charset="0"/>
                <a:sym typeface="Century Gothic" panose="020B0502020202020204" pitchFamily="34" charset="0"/>
              </a:endParaRPr>
            </a:p>
            <a:p>
              <a:pPr lvl="0" defTabSz="914400" eaLnBrk="1" fontAlgn="auto" hangingPunct="1">
                <a:spcBef>
                  <a:spcPts val="600"/>
                </a:spcBef>
                <a:spcAft>
                  <a:spcPts val="0"/>
                </a:spcAft>
                <a:buNone/>
                <a:defRPr/>
              </a:pPr>
              <a:r>
                <a:rPr lang="it-IT" sz="800" kern="0" noProof="0">
                  <a:solidFill>
                    <a:schemeClr val="bg1">
                      <a:lumMod val="50000"/>
                    </a:schemeClr>
                  </a:solidFill>
                  <a:latin typeface="Century Gothic" panose="020B0502020202020204" pitchFamily="34" charset="0"/>
                  <a:sym typeface="Century Gothic" panose="020B0502020202020204" pitchFamily="34" charset="0"/>
                </a:rPr>
                <a:t> </a:t>
              </a:r>
            </a:p>
          </p:txBody>
        </p:sp>
        <p:cxnSp>
          <p:nvCxnSpPr>
            <p:cNvPr id="6" name="Straight Connector 31">
              <a:extLst>
                <a:ext uri="{FF2B5EF4-FFF2-40B4-BE49-F238E27FC236}">
                  <a16:creationId xmlns:a16="http://schemas.microsoft.com/office/drawing/2014/main" id="{A551D215-25E1-2146-9288-3A7E91F26BEA}"/>
                </a:ext>
              </a:extLst>
            </p:cNvPr>
            <p:cNvCxnSpPr>
              <a:cxnSpLocks/>
            </p:cNvCxnSpPr>
            <p:nvPr/>
          </p:nvCxnSpPr>
          <p:spPr bwMode="gray">
            <a:xfrm>
              <a:off x="167617" y="1320036"/>
              <a:ext cx="10775624" cy="0"/>
            </a:xfrm>
            <a:prstGeom prst="line">
              <a:avLst/>
            </a:prstGeom>
            <a:noFill/>
            <a:ln w="12700" cap="sq" cmpd="sng" algn="ctr">
              <a:solidFill>
                <a:schemeClr val="accent1"/>
              </a:solidFill>
              <a:prstDash val="solid"/>
              <a:miter lim="800000"/>
              <a:tailEnd type="none"/>
            </a:ln>
            <a:effectLst/>
          </p:spPr>
        </p:cxnSp>
      </p:grpSp>
      <p:grpSp>
        <p:nvGrpSpPr>
          <p:cNvPr id="139" name="Group 138">
            <a:extLst>
              <a:ext uri="{FF2B5EF4-FFF2-40B4-BE49-F238E27FC236}">
                <a16:creationId xmlns:a16="http://schemas.microsoft.com/office/drawing/2014/main" id="{74DC4319-8772-4759-AF36-91BE91C02EE1}"/>
              </a:ext>
            </a:extLst>
          </p:cNvPr>
          <p:cNvGrpSpPr/>
          <p:nvPr/>
        </p:nvGrpSpPr>
        <p:grpSpPr>
          <a:xfrm>
            <a:off x="9156547" y="6102161"/>
            <a:ext cx="2806041" cy="183106"/>
            <a:chOff x="9156547" y="6102161"/>
            <a:chExt cx="2806041" cy="183106"/>
          </a:xfrm>
        </p:grpSpPr>
        <p:sp>
          <p:nvSpPr>
            <p:cNvPr id="75" name="Rectangle: Folded Corner 74">
              <a:extLst>
                <a:ext uri="{FF2B5EF4-FFF2-40B4-BE49-F238E27FC236}">
                  <a16:creationId xmlns:a16="http://schemas.microsoft.com/office/drawing/2014/main" id="{50CAA528-BADF-D3C5-20AE-5E4C5FC92B4B}"/>
                </a:ext>
              </a:extLst>
            </p:cNvPr>
            <p:cNvSpPr/>
            <p:nvPr/>
          </p:nvSpPr>
          <p:spPr bwMode="gray">
            <a:xfrm>
              <a:off x="9156547" y="6103260"/>
              <a:ext cx="488160" cy="180909"/>
            </a:xfrm>
            <a:prstGeom prst="foldedCorner">
              <a:avLst/>
            </a:prstGeom>
            <a:solidFill>
              <a:srgbClr val="FFFFED"/>
            </a:solidFill>
            <a:ln w="3175" cap="flat" cmpd="sng" algn="ctr">
              <a:solidFill>
                <a:schemeClr val="tx1"/>
              </a:solidFill>
              <a:prstDash val="solid"/>
            </a:ln>
            <a:effectLst>
              <a:outerShdw sx="1000" sy="1000" algn="tl" rotWithShape="0">
                <a:prstClr val="black"/>
              </a:outerShdw>
            </a:effectLst>
          </p:spPr>
          <p:txBody>
            <a:bodyPr lIns="0" tIns="0" rIns="0" bIns="0" rtlCol="0" anchor="ctr"/>
            <a:lstStyle/>
            <a:p>
              <a:pPr algn="ctr"/>
              <a:r>
                <a:rPr lang="it-IT" sz="1000" i="1" kern="0" noProof="0">
                  <a:latin typeface="+mj-lt"/>
                  <a:ea typeface="Roboto" panose="02000000000000000000" pitchFamily="2" charset="0"/>
                  <a:cs typeface="Roboto" panose="02000000000000000000" pitchFamily="2" charset="0"/>
                </a:rPr>
                <a:t>-</a:t>
              </a:r>
            </a:p>
          </p:txBody>
        </p:sp>
        <p:sp>
          <p:nvSpPr>
            <p:cNvPr id="76" name="Rectangle 75">
              <a:hlinkClick r:id="" action="ppaction://noaction"/>
              <a:extLst>
                <a:ext uri="{FF2B5EF4-FFF2-40B4-BE49-F238E27FC236}">
                  <a16:creationId xmlns:a16="http://schemas.microsoft.com/office/drawing/2014/main" id="{CB32B55E-ACB9-405C-7B5C-50E7F181FFC4}"/>
                </a:ext>
              </a:extLst>
            </p:cNvPr>
            <p:cNvSpPr/>
            <p:nvPr/>
          </p:nvSpPr>
          <p:spPr>
            <a:xfrm>
              <a:off x="9759316" y="6102161"/>
              <a:ext cx="2203272" cy="18310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it-IT" sz="900">
                  <a:solidFill>
                    <a:schemeClr val="tx1"/>
                  </a:solidFill>
                  <a:latin typeface="+mj-lt"/>
                </a:rPr>
                <a:t>O</a:t>
              </a:r>
              <a:r>
                <a:rPr lang="it-IT" sz="900" noProof="0">
                  <a:solidFill>
                    <a:schemeClr val="tx1"/>
                  </a:solidFill>
                  <a:latin typeface="+mj-lt"/>
                </a:rPr>
                <a:t>wner</a:t>
              </a:r>
              <a:r>
                <a:rPr lang="it-IT" sz="900">
                  <a:solidFill>
                    <a:schemeClr val="tx1"/>
                  </a:solidFill>
                  <a:latin typeface="+mj-lt"/>
                </a:rPr>
                <a:t>/ struttura </a:t>
              </a:r>
              <a:r>
                <a:rPr lang="it-IT" sz="900" noProof="0">
                  <a:solidFill>
                    <a:schemeClr val="tx1"/>
                  </a:solidFill>
                  <a:latin typeface="+mj-lt"/>
                </a:rPr>
                <a:t>da identificare</a:t>
              </a:r>
            </a:p>
          </p:txBody>
        </p:sp>
      </p:grpSp>
      <p:sp>
        <p:nvSpPr>
          <p:cNvPr id="26" name="Rectangle: Folded Corner 25">
            <a:extLst>
              <a:ext uri="{FF2B5EF4-FFF2-40B4-BE49-F238E27FC236}">
                <a16:creationId xmlns:a16="http://schemas.microsoft.com/office/drawing/2014/main" id="{5970781C-E10C-13EA-CB6E-58649CE97600}"/>
              </a:ext>
            </a:extLst>
          </p:cNvPr>
          <p:cNvSpPr/>
          <p:nvPr/>
        </p:nvSpPr>
        <p:spPr bwMode="gray">
          <a:xfrm>
            <a:off x="9156547" y="5815857"/>
            <a:ext cx="488160" cy="180909"/>
          </a:xfrm>
          <a:prstGeom prst="foldedCorner">
            <a:avLst/>
          </a:prstGeom>
          <a:solidFill>
            <a:srgbClr val="D6E1EE"/>
          </a:solidFill>
          <a:ln w="3175" cap="flat" cmpd="sng" algn="ctr">
            <a:solidFill>
              <a:schemeClr val="tx1"/>
            </a:solidFill>
            <a:prstDash val="solid"/>
          </a:ln>
          <a:effectLst>
            <a:outerShdw sx="1000" sy="1000" algn="tl" rotWithShape="0">
              <a:prstClr val="black"/>
            </a:outerShdw>
          </a:effectLst>
        </p:spPr>
        <p:txBody>
          <a:bodyPr lIns="0" tIns="0" rIns="0" bIns="0" rtlCol="0" anchor="ctr"/>
          <a:lstStyle/>
          <a:p>
            <a:pPr algn="ctr"/>
            <a:r>
              <a:rPr lang="it-IT" sz="1000" i="1" kern="0">
                <a:latin typeface="+mj-lt"/>
                <a:ea typeface="Roboto" panose="02000000000000000000" pitchFamily="2" charset="0"/>
                <a:cs typeface="Roboto" panose="02000000000000000000" pitchFamily="2" charset="0"/>
              </a:rPr>
              <a:t>-</a:t>
            </a:r>
            <a:endParaRPr lang="it-IT" sz="900" i="1" kern="0">
              <a:latin typeface="+mj-lt"/>
              <a:ea typeface="Roboto" panose="02000000000000000000" pitchFamily="2" charset="0"/>
              <a:cs typeface="Roboto" panose="02000000000000000000" pitchFamily="2" charset="0"/>
            </a:endParaRPr>
          </a:p>
        </p:txBody>
      </p:sp>
      <p:sp>
        <p:nvSpPr>
          <p:cNvPr id="28" name="Rectangle 27">
            <a:hlinkClick r:id="" action="ppaction://noaction"/>
            <a:extLst>
              <a:ext uri="{FF2B5EF4-FFF2-40B4-BE49-F238E27FC236}">
                <a16:creationId xmlns:a16="http://schemas.microsoft.com/office/drawing/2014/main" id="{618CED30-E14A-286D-F019-62444C877F3B}"/>
              </a:ext>
            </a:extLst>
          </p:cNvPr>
          <p:cNvSpPr/>
          <p:nvPr/>
        </p:nvSpPr>
        <p:spPr>
          <a:xfrm>
            <a:off x="9759316" y="5814758"/>
            <a:ext cx="2203272" cy="18310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it-IT" sz="900" noProof="0">
                <a:solidFill>
                  <a:schemeClr val="tx1"/>
                </a:solidFill>
                <a:latin typeface="+mj-lt"/>
              </a:rPr>
              <a:t>Prima ipotesi di </a:t>
            </a:r>
            <a:r>
              <a:rPr lang="it-IT" sz="900" noProof="0" err="1">
                <a:solidFill>
                  <a:schemeClr val="tx1"/>
                </a:solidFill>
                <a:latin typeface="+mj-lt"/>
              </a:rPr>
              <a:t>owner</a:t>
            </a:r>
            <a:r>
              <a:rPr lang="it-IT" sz="900" noProof="0">
                <a:solidFill>
                  <a:schemeClr val="tx1"/>
                </a:solidFill>
                <a:latin typeface="+mj-lt"/>
              </a:rPr>
              <a:t>/ struttura</a:t>
            </a:r>
          </a:p>
        </p:txBody>
      </p:sp>
      <p:cxnSp>
        <p:nvCxnSpPr>
          <p:cNvPr id="20" name="Straight Connector 19">
            <a:extLst>
              <a:ext uri="{FF2B5EF4-FFF2-40B4-BE49-F238E27FC236}">
                <a16:creationId xmlns:a16="http://schemas.microsoft.com/office/drawing/2014/main" id="{79A8DBCB-FC34-2449-5B74-CD404ECBC059}"/>
              </a:ext>
            </a:extLst>
          </p:cNvPr>
          <p:cNvCxnSpPr>
            <a:cxnSpLocks/>
          </p:cNvCxnSpPr>
          <p:nvPr/>
        </p:nvCxnSpPr>
        <p:spPr>
          <a:xfrm>
            <a:off x="167617" y="2790175"/>
            <a:ext cx="11760680" cy="1063"/>
          </a:xfrm>
          <a:prstGeom prst="line">
            <a:avLst/>
          </a:prstGeom>
          <a:noFill/>
          <a:ln w="3175" cap="flat" cmpd="sng" algn="ctr">
            <a:solidFill>
              <a:schemeClr val="bg1">
                <a:lumMod val="85000"/>
              </a:schemeClr>
            </a:solidFill>
            <a:prstDash val="dash"/>
          </a:ln>
          <a:effectLst/>
        </p:spPr>
      </p:cxnSp>
      <p:cxnSp>
        <p:nvCxnSpPr>
          <p:cNvPr id="21" name="Straight Connector 20">
            <a:extLst>
              <a:ext uri="{FF2B5EF4-FFF2-40B4-BE49-F238E27FC236}">
                <a16:creationId xmlns:a16="http://schemas.microsoft.com/office/drawing/2014/main" id="{FE5FA843-A222-B805-D34C-D12E7AB5E7EE}"/>
              </a:ext>
            </a:extLst>
          </p:cNvPr>
          <p:cNvCxnSpPr>
            <a:cxnSpLocks/>
          </p:cNvCxnSpPr>
          <p:nvPr/>
        </p:nvCxnSpPr>
        <p:spPr>
          <a:xfrm>
            <a:off x="167617" y="3505626"/>
            <a:ext cx="11760680" cy="1063"/>
          </a:xfrm>
          <a:prstGeom prst="line">
            <a:avLst/>
          </a:prstGeom>
          <a:noFill/>
          <a:ln w="3175" cap="flat" cmpd="sng" algn="ctr">
            <a:solidFill>
              <a:schemeClr val="bg1">
                <a:lumMod val="85000"/>
              </a:schemeClr>
            </a:solidFill>
            <a:prstDash val="dash"/>
          </a:ln>
          <a:effectLst/>
        </p:spPr>
      </p:cxnSp>
      <p:cxnSp>
        <p:nvCxnSpPr>
          <p:cNvPr id="22" name="Straight Connector 21">
            <a:extLst>
              <a:ext uri="{FF2B5EF4-FFF2-40B4-BE49-F238E27FC236}">
                <a16:creationId xmlns:a16="http://schemas.microsoft.com/office/drawing/2014/main" id="{D7111E00-55C3-060D-F0F9-9B94B780E8E0}"/>
              </a:ext>
            </a:extLst>
          </p:cNvPr>
          <p:cNvCxnSpPr>
            <a:cxnSpLocks/>
          </p:cNvCxnSpPr>
          <p:nvPr/>
        </p:nvCxnSpPr>
        <p:spPr>
          <a:xfrm>
            <a:off x="167617" y="4221438"/>
            <a:ext cx="11760680" cy="1063"/>
          </a:xfrm>
          <a:prstGeom prst="line">
            <a:avLst/>
          </a:prstGeom>
          <a:noFill/>
          <a:ln w="3175" cap="flat" cmpd="sng" algn="ctr">
            <a:solidFill>
              <a:schemeClr val="bg1">
                <a:lumMod val="85000"/>
              </a:schemeClr>
            </a:solidFill>
            <a:prstDash val="dash"/>
          </a:ln>
          <a:effectLst/>
        </p:spPr>
      </p:cxnSp>
      <p:cxnSp>
        <p:nvCxnSpPr>
          <p:cNvPr id="23" name="Straight Connector 22">
            <a:extLst>
              <a:ext uri="{FF2B5EF4-FFF2-40B4-BE49-F238E27FC236}">
                <a16:creationId xmlns:a16="http://schemas.microsoft.com/office/drawing/2014/main" id="{CF8C34B5-EEF2-3F0D-FA73-A0A70A1EC207}"/>
              </a:ext>
            </a:extLst>
          </p:cNvPr>
          <p:cNvCxnSpPr>
            <a:cxnSpLocks/>
          </p:cNvCxnSpPr>
          <p:nvPr/>
        </p:nvCxnSpPr>
        <p:spPr>
          <a:xfrm>
            <a:off x="167617" y="4937250"/>
            <a:ext cx="11760680" cy="1063"/>
          </a:xfrm>
          <a:prstGeom prst="line">
            <a:avLst/>
          </a:prstGeom>
          <a:noFill/>
          <a:ln w="3175" cap="flat" cmpd="sng" algn="ctr">
            <a:solidFill>
              <a:schemeClr val="bg1">
                <a:lumMod val="85000"/>
              </a:schemeClr>
            </a:solidFill>
            <a:prstDash val="dash"/>
          </a:ln>
          <a:effectLst/>
        </p:spPr>
      </p:cxnSp>
      <p:cxnSp>
        <p:nvCxnSpPr>
          <p:cNvPr id="92" name="Straight Connector 91">
            <a:extLst>
              <a:ext uri="{FF2B5EF4-FFF2-40B4-BE49-F238E27FC236}">
                <a16:creationId xmlns:a16="http://schemas.microsoft.com/office/drawing/2014/main" id="{0E2E04AC-C0CF-89D2-E516-E57DB3272F3B}"/>
              </a:ext>
            </a:extLst>
          </p:cNvPr>
          <p:cNvCxnSpPr>
            <a:cxnSpLocks/>
          </p:cNvCxnSpPr>
          <p:nvPr/>
        </p:nvCxnSpPr>
        <p:spPr>
          <a:xfrm>
            <a:off x="167617" y="5653062"/>
            <a:ext cx="11760680" cy="1063"/>
          </a:xfrm>
          <a:prstGeom prst="line">
            <a:avLst/>
          </a:prstGeom>
          <a:noFill/>
          <a:ln w="3175" cap="flat" cmpd="sng" algn="ctr">
            <a:solidFill>
              <a:schemeClr val="bg1">
                <a:lumMod val="85000"/>
              </a:schemeClr>
            </a:solidFill>
            <a:prstDash val="dash"/>
          </a:ln>
          <a:effectLst/>
        </p:spPr>
      </p:cxnSp>
      <p:sp>
        <p:nvSpPr>
          <p:cNvPr id="13" name="Rectangle 12">
            <a:extLst>
              <a:ext uri="{FF2B5EF4-FFF2-40B4-BE49-F238E27FC236}">
                <a16:creationId xmlns:a16="http://schemas.microsoft.com/office/drawing/2014/main" id="{8AD463E8-F444-BDFB-0ABA-A40A3858FFD2}"/>
              </a:ext>
            </a:extLst>
          </p:cNvPr>
          <p:cNvSpPr/>
          <p:nvPr/>
        </p:nvSpPr>
        <p:spPr bwMode="gray">
          <a:xfrm>
            <a:off x="167617" y="2822013"/>
            <a:ext cx="1458618" cy="652837"/>
          </a:xfrm>
          <a:prstGeom prst="rect">
            <a:avLst/>
          </a:prstGeom>
          <a:solidFill>
            <a:srgbClr val="003A79"/>
          </a:solidFill>
          <a:ln w="6350" algn="ctr">
            <a:noFill/>
            <a:miter lim="800000"/>
            <a:headEnd/>
            <a:tailEnd/>
          </a:ln>
          <a:effectLst/>
        </p:spPr>
        <p:txBody>
          <a:bodyPr rot="0" spcFirstLastPara="0" vertOverflow="overflow" horzOverflow="overflow" vert="horz" wrap="square" lIns="108000" tIns="36000" rIns="36000" bIns="36000" numCol="1" spcCol="0" rtlCol="0" fromWordArt="0" anchor="ctr" anchorCtr="0" forceAA="0" compatLnSpc="1">
            <a:prstTxWarp prst="textNoShape">
              <a:avLst/>
            </a:prstTxWarp>
            <a:noAutofit/>
          </a:bodyPr>
          <a:lstStyle/>
          <a:p>
            <a:r>
              <a:rPr lang="it-IT" sz="900" b="1" noProof="0">
                <a:solidFill>
                  <a:srgbClr val="FFFFFF"/>
                </a:solidFill>
                <a:cs typeface="Calibri" panose="020F0502020204030204" pitchFamily="34" charset="0"/>
              </a:rPr>
              <a:t>BUSINESS</a:t>
            </a:r>
          </a:p>
        </p:txBody>
      </p:sp>
      <p:sp>
        <p:nvSpPr>
          <p:cNvPr id="14" name="Rectangle 13">
            <a:extLst>
              <a:ext uri="{FF2B5EF4-FFF2-40B4-BE49-F238E27FC236}">
                <a16:creationId xmlns:a16="http://schemas.microsoft.com/office/drawing/2014/main" id="{EBFC9510-19A9-E565-85EE-D2261A9EF056}"/>
              </a:ext>
            </a:extLst>
          </p:cNvPr>
          <p:cNvSpPr/>
          <p:nvPr/>
        </p:nvSpPr>
        <p:spPr bwMode="gray">
          <a:xfrm>
            <a:off x="167617" y="3537464"/>
            <a:ext cx="1458618" cy="653198"/>
          </a:xfrm>
          <a:prstGeom prst="rect">
            <a:avLst/>
          </a:prstGeom>
          <a:solidFill>
            <a:srgbClr val="003A79"/>
          </a:solidFill>
          <a:ln w="6350" algn="ctr">
            <a:noFill/>
            <a:miter lim="800000"/>
            <a:headEnd/>
            <a:tailEnd/>
          </a:ln>
          <a:effectLst/>
        </p:spPr>
        <p:txBody>
          <a:bodyPr rot="0" spcFirstLastPara="0" vertOverflow="overflow" horzOverflow="overflow" vert="horz" wrap="square" lIns="108000" tIns="36000" rIns="36000" bIns="36000" numCol="1" spcCol="0" rtlCol="0" fromWordArt="0" anchor="ctr" anchorCtr="0" forceAA="0" compatLnSpc="1">
            <a:prstTxWarp prst="textNoShape">
              <a:avLst/>
            </a:prstTxWarp>
            <a:noAutofit/>
          </a:bodyPr>
          <a:lstStyle/>
          <a:p>
            <a:r>
              <a:rPr lang="it-IT" sz="900" b="1" noProof="0">
                <a:solidFill>
                  <a:srgbClr val="FFFFFF"/>
                </a:solidFill>
                <a:cs typeface="Calibri" panose="020F0502020204030204" pitchFamily="34" charset="0"/>
              </a:rPr>
              <a:t>CFO</a:t>
            </a:r>
          </a:p>
        </p:txBody>
      </p:sp>
      <p:sp>
        <p:nvSpPr>
          <p:cNvPr id="15" name="Rectangle 14">
            <a:extLst>
              <a:ext uri="{FF2B5EF4-FFF2-40B4-BE49-F238E27FC236}">
                <a16:creationId xmlns:a16="http://schemas.microsoft.com/office/drawing/2014/main" id="{5E4DF68B-B578-D328-E587-C932B8B1AE97}"/>
              </a:ext>
            </a:extLst>
          </p:cNvPr>
          <p:cNvSpPr/>
          <p:nvPr/>
        </p:nvSpPr>
        <p:spPr bwMode="gray">
          <a:xfrm>
            <a:off x="167617" y="4257867"/>
            <a:ext cx="1458618" cy="653198"/>
          </a:xfrm>
          <a:prstGeom prst="rect">
            <a:avLst/>
          </a:prstGeom>
          <a:solidFill>
            <a:srgbClr val="003A79"/>
          </a:solidFill>
          <a:ln w="6350" algn="ctr">
            <a:noFill/>
            <a:miter lim="800000"/>
            <a:headEnd/>
            <a:tailEnd/>
          </a:ln>
          <a:effectLst/>
        </p:spPr>
        <p:txBody>
          <a:bodyPr rot="0" spcFirstLastPara="0" vertOverflow="overflow" horzOverflow="overflow" vert="horz" wrap="square" lIns="108000" tIns="36000" rIns="36000" bIns="36000" numCol="1" spcCol="0" rtlCol="0" fromWordArt="0" anchor="ctr" anchorCtr="0" forceAA="0" compatLnSpc="1">
            <a:prstTxWarp prst="textNoShape">
              <a:avLst/>
            </a:prstTxWarp>
            <a:noAutofit/>
          </a:bodyPr>
          <a:lstStyle/>
          <a:p>
            <a:r>
              <a:rPr lang="it-IT" sz="900" b="1" noProof="0">
                <a:solidFill>
                  <a:srgbClr val="FFFFFF"/>
                </a:solidFill>
                <a:cs typeface="Calibri" panose="020F0502020204030204" pitchFamily="34" charset="0"/>
              </a:rPr>
              <a:t>IT, TRANSFORMATION &amp; ORGANIZATION</a:t>
            </a:r>
          </a:p>
        </p:txBody>
      </p:sp>
      <p:sp>
        <p:nvSpPr>
          <p:cNvPr id="16" name="Rectangle 15">
            <a:extLst>
              <a:ext uri="{FF2B5EF4-FFF2-40B4-BE49-F238E27FC236}">
                <a16:creationId xmlns:a16="http://schemas.microsoft.com/office/drawing/2014/main" id="{68ECF118-3535-BA0E-5DE3-499916B4DA4E}"/>
              </a:ext>
            </a:extLst>
          </p:cNvPr>
          <p:cNvSpPr/>
          <p:nvPr/>
        </p:nvSpPr>
        <p:spPr bwMode="gray">
          <a:xfrm>
            <a:off x="167617" y="4969089"/>
            <a:ext cx="1458618" cy="653198"/>
          </a:xfrm>
          <a:prstGeom prst="rect">
            <a:avLst/>
          </a:prstGeom>
          <a:solidFill>
            <a:srgbClr val="003A79"/>
          </a:solidFill>
          <a:ln w="6350" algn="ctr">
            <a:noFill/>
            <a:miter lim="800000"/>
            <a:headEnd/>
            <a:tailEnd/>
          </a:ln>
          <a:effectLst/>
        </p:spPr>
        <p:txBody>
          <a:bodyPr rot="0" spcFirstLastPara="0" vertOverflow="overflow" horzOverflow="overflow" vert="horz" wrap="square" lIns="108000" tIns="36000" rIns="36000" bIns="36000" numCol="1" spcCol="0" rtlCol="0" fromWordArt="0" anchor="ctr" anchorCtr="0" forceAA="0" compatLnSpc="1">
            <a:prstTxWarp prst="textNoShape">
              <a:avLst/>
            </a:prstTxWarp>
            <a:noAutofit/>
          </a:bodyPr>
          <a:lstStyle/>
          <a:p>
            <a:r>
              <a:rPr lang="it-IT" sz="900" b="1" noProof="0">
                <a:solidFill>
                  <a:srgbClr val="FFFFFF"/>
                </a:solidFill>
                <a:cs typeface="Calibri" panose="020F0502020204030204" pitchFamily="34" charset="0"/>
              </a:rPr>
              <a:t>FUNZIONI </a:t>
            </a:r>
            <a:br>
              <a:rPr lang="it-IT" sz="900" b="1" noProof="0">
                <a:solidFill>
                  <a:srgbClr val="FFFFFF"/>
                </a:solidFill>
                <a:cs typeface="Calibri" panose="020F0502020204030204" pitchFamily="34" charset="0"/>
              </a:rPr>
            </a:br>
            <a:r>
              <a:rPr lang="it-IT" sz="900" b="1" noProof="0">
                <a:solidFill>
                  <a:srgbClr val="FFFFFF"/>
                </a:solidFill>
                <a:cs typeface="Calibri" panose="020F0502020204030204" pitchFamily="34" charset="0"/>
              </a:rPr>
              <a:t>DI CONTROLLO</a:t>
            </a:r>
          </a:p>
        </p:txBody>
      </p:sp>
      <p:sp>
        <p:nvSpPr>
          <p:cNvPr id="173" name="Rectangle 172">
            <a:extLst>
              <a:ext uri="{FF2B5EF4-FFF2-40B4-BE49-F238E27FC236}">
                <a16:creationId xmlns:a16="http://schemas.microsoft.com/office/drawing/2014/main" id="{0F3B9C20-3542-70B1-1304-D40DA5476C97}"/>
              </a:ext>
            </a:extLst>
          </p:cNvPr>
          <p:cNvSpPr/>
          <p:nvPr/>
        </p:nvSpPr>
        <p:spPr bwMode="gray">
          <a:xfrm>
            <a:off x="167617" y="5684904"/>
            <a:ext cx="1458618" cy="653198"/>
          </a:xfrm>
          <a:prstGeom prst="rect">
            <a:avLst/>
          </a:prstGeom>
          <a:solidFill>
            <a:srgbClr val="003A79"/>
          </a:solidFill>
          <a:ln w="6350" algn="ctr">
            <a:noFill/>
            <a:miter lim="800000"/>
            <a:headEnd/>
            <a:tailEnd/>
          </a:ln>
          <a:effectLst/>
        </p:spPr>
        <p:txBody>
          <a:bodyPr rot="0" spcFirstLastPara="0" vertOverflow="overflow" horzOverflow="overflow" vert="horz" wrap="square" lIns="108000" tIns="36000" rIns="36000" bIns="36000" numCol="1" spcCol="0" rtlCol="0" fromWordArt="0" anchor="ctr" anchorCtr="0" forceAA="0" compatLnSpc="1">
            <a:prstTxWarp prst="textNoShape">
              <a:avLst/>
            </a:prstTxWarp>
            <a:noAutofit/>
          </a:bodyPr>
          <a:lstStyle/>
          <a:p>
            <a:r>
              <a:rPr lang="it-IT" sz="900" b="1" noProof="0">
                <a:solidFill>
                  <a:srgbClr val="FFFFFF"/>
                </a:solidFill>
                <a:cs typeface="Calibri" panose="020F0502020204030204" pitchFamily="34" charset="0"/>
              </a:rPr>
              <a:t>LENDING</a:t>
            </a:r>
          </a:p>
        </p:txBody>
      </p:sp>
      <p:cxnSp>
        <p:nvCxnSpPr>
          <p:cNvPr id="107" name="Straight Connector 106">
            <a:extLst>
              <a:ext uri="{FF2B5EF4-FFF2-40B4-BE49-F238E27FC236}">
                <a16:creationId xmlns:a16="http://schemas.microsoft.com/office/drawing/2014/main" id="{2DF0C7BD-1C9A-597F-00F9-478DE56A5C61}"/>
              </a:ext>
            </a:extLst>
          </p:cNvPr>
          <p:cNvCxnSpPr>
            <a:cxnSpLocks/>
          </p:cNvCxnSpPr>
          <p:nvPr/>
        </p:nvCxnSpPr>
        <p:spPr>
          <a:xfrm>
            <a:off x="3589476" y="2822013"/>
            <a:ext cx="1588" cy="652837"/>
          </a:xfrm>
          <a:prstGeom prst="line">
            <a:avLst/>
          </a:prstGeom>
          <a:ln w="3175">
            <a:solidFill>
              <a:srgbClr val="003A79"/>
            </a:solidFill>
          </a:ln>
        </p:spPr>
        <p:style>
          <a:lnRef idx="1">
            <a:schemeClr val="accent1"/>
          </a:lnRef>
          <a:fillRef idx="0">
            <a:schemeClr val="accent1"/>
          </a:fillRef>
          <a:effectRef idx="0">
            <a:schemeClr val="accent1"/>
          </a:effectRef>
          <a:fontRef idx="minor">
            <a:schemeClr val="tx1"/>
          </a:fontRef>
        </p:style>
      </p:cxnSp>
      <p:sp>
        <p:nvSpPr>
          <p:cNvPr id="108" name="Arrow: Chevron 107">
            <a:extLst>
              <a:ext uri="{FF2B5EF4-FFF2-40B4-BE49-F238E27FC236}">
                <a16:creationId xmlns:a16="http://schemas.microsoft.com/office/drawing/2014/main" id="{A6F4DA65-7BAC-AD28-753E-65954F430510}"/>
              </a:ext>
            </a:extLst>
          </p:cNvPr>
          <p:cNvSpPr/>
          <p:nvPr/>
        </p:nvSpPr>
        <p:spPr>
          <a:xfrm>
            <a:off x="3530207" y="3044227"/>
            <a:ext cx="116749" cy="208411"/>
          </a:xfrm>
          <a:prstGeom prst="chevron">
            <a:avLst/>
          </a:prstGeom>
          <a:solidFill>
            <a:srgbClr val="003A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noProof="0">
              <a:solidFill>
                <a:schemeClr val="tx1"/>
              </a:solidFill>
              <a:latin typeface="+mj-lt"/>
            </a:endParaRPr>
          </a:p>
        </p:txBody>
      </p:sp>
      <p:cxnSp>
        <p:nvCxnSpPr>
          <p:cNvPr id="111" name="Straight Connector 110">
            <a:extLst>
              <a:ext uri="{FF2B5EF4-FFF2-40B4-BE49-F238E27FC236}">
                <a16:creationId xmlns:a16="http://schemas.microsoft.com/office/drawing/2014/main" id="{78D4DA30-7720-1A82-3836-D060AB324001}"/>
              </a:ext>
            </a:extLst>
          </p:cNvPr>
          <p:cNvCxnSpPr>
            <a:cxnSpLocks/>
          </p:cNvCxnSpPr>
          <p:nvPr/>
        </p:nvCxnSpPr>
        <p:spPr>
          <a:xfrm>
            <a:off x="3589476" y="3537464"/>
            <a:ext cx="1588" cy="653198"/>
          </a:xfrm>
          <a:prstGeom prst="line">
            <a:avLst/>
          </a:prstGeom>
          <a:ln w="3175">
            <a:solidFill>
              <a:srgbClr val="003A79"/>
            </a:solidFill>
          </a:ln>
        </p:spPr>
        <p:style>
          <a:lnRef idx="1">
            <a:schemeClr val="accent1"/>
          </a:lnRef>
          <a:fillRef idx="0">
            <a:schemeClr val="accent1"/>
          </a:fillRef>
          <a:effectRef idx="0">
            <a:schemeClr val="accent1"/>
          </a:effectRef>
          <a:fontRef idx="minor">
            <a:schemeClr val="tx1"/>
          </a:fontRef>
        </p:style>
      </p:cxnSp>
      <p:sp>
        <p:nvSpPr>
          <p:cNvPr id="112" name="Arrow: Chevron 111">
            <a:extLst>
              <a:ext uri="{FF2B5EF4-FFF2-40B4-BE49-F238E27FC236}">
                <a16:creationId xmlns:a16="http://schemas.microsoft.com/office/drawing/2014/main" id="{43028D50-2F8A-E676-ADBC-72DDF0A2BB9D}"/>
              </a:ext>
            </a:extLst>
          </p:cNvPr>
          <p:cNvSpPr/>
          <p:nvPr/>
        </p:nvSpPr>
        <p:spPr>
          <a:xfrm>
            <a:off x="3530207" y="3759857"/>
            <a:ext cx="116749" cy="208411"/>
          </a:xfrm>
          <a:prstGeom prst="chevron">
            <a:avLst/>
          </a:prstGeom>
          <a:solidFill>
            <a:srgbClr val="003A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noProof="0">
              <a:solidFill>
                <a:schemeClr val="tx1"/>
              </a:solidFill>
              <a:latin typeface="+mj-lt"/>
            </a:endParaRPr>
          </a:p>
        </p:txBody>
      </p:sp>
      <p:cxnSp>
        <p:nvCxnSpPr>
          <p:cNvPr id="114" name="Straight Connector 113">
            <a:extLst>
              <a:ext uri="{FF2B5EF4-FFF2-40B4-BE49-F238E27FC236}">
                <a16:creationId xmlns:a16="http://schemas.microsoft.com/office/drawing/2014/main" id="{3F50CF76-24EE-DD61-22A9-07F881DF5F23}"/>
              </a:ext>
            </a:extLst>
          </p:cNvPr>
          <p:cNvCxnSpPr>
            <a:cxnSpLocks/>
          </p:cNvCxnSpPr>
          <p:nvPr/>
        </p:nvCxnSpPr>
        <p:spPr>
          <a:xfrm>
            <a:off x="3589476" y="4253276"/>
            <a:ext cx="1588" cy="653198"/>
          </a:xfrm>
          <a:prstGeom prst="line">
            <a:avLst/>
          </a:prstGeom>
          <a:ln w="3175">
            <a:solidFill>
              <a:srgbClr val="003A79"/>
            </a:solidFill>
          </a:ln>
        </p:spPr>
        <p:style>
          <a:lnRef idx="1">
            <a:schemeClr val="accent1"/>
          </a:lnRef>
          <a:fillRef idx="0">
            <a:schemeClr val="accent1"/>
          </a:fillRef>
          <a:effectRef idx="0">
            <a:schemeClr val="accent1"/>
          </a:effectRef>
          <a:fontRef idx="minor">
            <a:schemeClr val="tx1"/>
          </a:fontRef>
        </p:style>
      </p:cxnSp>
      <p:sp>
        <p:nvSpPr>
          <p:cNvPr id="115" name="Arrow: Chevron 114">
            <a:extLst>
              <a:ext uri="{FF2B5EF4-FFF2-40B4-BE49-F238E27FC236}">
                <a16:creationId xmlns:a16="http://schemas.microsoft.com/office/drawing/2014/main" id="{CCBB4FCA-76D9-27ED-74F5-417E416B9B5D}"/>
              </a:ext>
            </a:extLst>
          </p:cNvPr>
          <p:cNvSpPr/>
          <p:nvPr/>
        </p:nvSpPr>
        <p:spPr>
          <a:xfrm>
            <a:off x="3530207" y="4475671"/>
            <a:ext cx="116749" cy="208411"/>
          </a:xfrm>
          <a:prstGeom prst="chevron">
            <a:avLst/>
          </a:prstGeom>
          <a:solidFill>
            <a:srgbClr val="003A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noProof="0">
              <a:solidFill>
                <a:schemeClr val="tx1"/>
              </a:solidFill>
              <a:latin typeface="+mj-lt"/>
            </a:endParaRPr>
          </a:p>
        </p:txBody>
      </p:sp>
      <p:cxnSp>
        <p:nvCxnSpPr>
          <p:cNvPr id="117" name="Straight Connector 116">
            <a:extLst>
              <a:ext uri="{FF2B5EF4-FFF2-40B4-BE49-F238E27FC236}">
                <a16:creationId xmlns:a16="http://schemas.microsoft.com/office/drawing/2014/main" id="{766F09FC-80D4-1024-1BF9-9131B996DE8C}"/>
              </a:ext>
            </a:extLst>
          </p:cNvPr>
          <p:cNvCxnSpPr>
            <a:cxnSpLocks/>
          </p:cNvCxnSpPr>
          <p:nvPr/>
        </p:nvCxnSpPr>
        <p:spPr>
          <a:xfrm>
            <a:off x="3589476" y="4969089"/>
            <a:ext cx="1588" cy="653198"/>
          </a:xfrm>
          <a:prstGeom prst="line">
            <a:avLst/>
          </a:prstGeom>
          <a:ln w="3175">
            <a:solidFill>
              <a:srgbClr val="003A79"/>
            </a:solidFill>
          </a:ln>
        </p:spPr>
        <p:style>
          <a:lnRef idx="1">
            <a:schemeClr val="accent1"/>
          </a:lnRef>
          <a:fillRef idx="0">
            <a:schemeClr val="accent1"/>
          </a:fillRef>
          <a:effectRef idx="0">
            <a:schemeClr val="accent1"/>
          </a:effectRef>
          <a:fontRef idx="minor">
            <a:schemeClr val="tx1"/>
          </a:fontRef>
        </p:style>
      </p:cxnSp>
      <p:sp>
        <p:nvSpPr>
          <p:cNvPr id="118" name="Arrow: Chevron 117">
            <a:extLst>
              <a:ext uri="{FF2B5EF4-FFF2-40B4-BE49-F238E27FC236}">
                <a16:creationId xmlns:a16="http://schemas.microsoft.com/office/drawing/2014/main" id="{3449A374-DEA5-DC9B-C037-7D219F48E393}"/>
              </a:ext>
            </a:extLst>
          </p:cNvPr>
          <p:cNvSpPr/>
          <p:nvPr/>
        </p:nvSpPr>
        <p:spPr>
          <a:xfrm>
            <a:off x="3530207" y="5191482"/>
            <a:ext cx="116749" cy="208411"/>
          </a:xfrm>
          <a:prstGeom prst="chevron">
            <a:avLst/>
          </a:prstGeom>
          <a:solidFill>
            <a:srgbClr val="003A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noProof="0">
              <a:solidFill>
                <a:schemeClr val="tx1"/>
              </a:solidFill>
              <a:latin typeface="+mj-lt"/>
            </a:endParaRPr>
          </a:p>
        </p:txBody>
      </p:sp>
      <p:cxnSp>
        <p:nvCxnSpPr>
          <p:cNvPr id="101" name="Straight Connector 100">
            <a:extLst>
              <a:ext uri="{FF2B5EF4-FFF2-40B4-BE49-F238E27FC236}">
                <a16:creationId xmlns:a16="http://schemas.microsoft.com/office/drawing/2014/main" id="{68FD6AC1-78A1-AECC-7FA8-BA627D240C94}"/>
              </a:ext>
            </a:extLst>
          </p:cNvPr>
          <p:cNvCxnSpPr>
            <a:cxnSpLocks/>
          </p:cNvCxnSpPr>
          <p:nvPr/>
        </p:nvCxnSpPr>
        <p:spPr>
          <a:xfrm>
            <a:off x="3589476" y="5684904"/>
            <a:ext cx="1588" cy="653198"/>
          </a:xfrm>
          <a:prstGeom prst="line">
            <a:avLst/>
          </a:prstGeom>
          <a:ln w="3175">
            <a:solidFill>
              <a:srgbClr val="003A79"/>
            </a:solidFill>
          </a:ln>
        </p:spPr>
        <p:style>
          <a:lnRef idx="1">
            <a:schemeClr val="accent1"/>
          </a:lnRef>
          <a:fillRef idx="0">
            <a:schemeClr val="accent1"/>
          </a:fillRef>
          <a:effectRef idx="0">
            <a:schemeClr val="accent1"/>
          </a:effectRef>
          <a:fontRef idx="minor">
            <a:schemeClr val="tx1"/>
          </a:fontRef>
        </p:style>
      </p:cxnSp>
      <p:sp>
        <p:nvSpPr>
          <p:cNvPr id="102" name="Arrow: Chevron 101">
            <a:extLst>
              <a:ext uri="{FF2B5EF4-FFF2-40B4-BE49-F238E27FC236}">
                <a16:creationId xmlns:a16="http://schemas.microsoft.com/office/drawing/2014/main" id="{BE93CBED-9D90-3FDC-E970-FF3963602810}"/>
              </a:ext>
            </a:extLst>
          </p:cNvPr>
          <p:cNvSpPr/>
          <p:nvPr/>
        </p:nvSpPr>
        <p:spPr>
          <a:xfrm>
            <a:off x="3530207" y="5907298"/>
            <a:ext cx="116749" cy="208411"/>
          </a:xfrm>
          <a:prstGeom prst="chevron">
            <a:avLst/>
          </a:prstGeom>
          <a:solidFill>
            <a:srgbClr val="003A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noProof="0">
              <a:solidFill>
                <a:schemeClr val="tx1"/>
              </a:solidFill>
              <a:latin typeface="+mj-lt"/>
            </a:endParaRPr>
          </a:p>
        </p:txBody>
      </p:sp>
      <p:sp>
        <p:nvSpPr>
          <p:cNvPr id="45" name="Rectangle 44">
            <a:hlinkClick r:id="" action="ppaction://noaction"/>
            <a:extLst>
              <a:ext uri="{FF2B5EF4-FFF2-40B4-BE49-F238E27FC236}">
                <a16:creationId xmlns:a16="http://schemas.microsoft.com/office/drawing/2014/main" id="{D6E14F5C-74E8-8757-29CF-374DBEC9EF0E}"/>
              </a:ext>
            </a:extLst>
          </p:cNvPr>
          <p:cNvSpPr/>
          <p:nvPr/>
        </p:nvSpPr>
        <p:spPr>
          <a:xfrm>
            <a:off x="1693476" y="2822013"/>
            <a:ext cx="1701124" cy="652837"/>
          </a:xfrm>
          <a:prstGeom prst="rect">
            <a:avLst/>
          </a:prstGeom>
          <a:solidFill>
            <a:srgbClr val="F0F7FB"/>
          </a:solid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it-IT" sz="1050" noProof="0">
                <a:solidFill>
                  <a:schemeClr val="tx1"/>
                </a:solidFill>
                <a:latin typeface="+mj-lt"/>
              </a:rPr>
              <a:t>Garantire </a:t>
            </a:r>
            <a:r>
              <a:rPr lang="it-IT" sz="1050" b="1" noProof="0">
                <a:solidFill>
                  <a:schemeClr val="tx1"/>
                </a:solidFill>
                <a:latin typeface="+mj-lt"/>
              </a:rPr>
              <a:t>continuità commerciale </a:t>
            </a:r>
            <a:r>
              <a:rPr lang="it-IT" sz="1050" noProof="0">
                <a:solidFill>
                  <a:schemeClr val="tx1"/>
                </a:solidFill>
                <a:latin typeface="+mj-lt"/>
              </a:rPr>
              <a:t>e gestione </a:t>
            </a:r>
            <a:r>
              <a:rPr lang="it-IT" sz="1050" b="1" noProof="0">
                <a:solidFill>
                  <a:schemeClr val="tx1"/>
                </a:solidFill>
                <a:latin typeface="+mj-lt"/>
              </a:rPr>
              <a:t>clienti</a:t>
            </a:r>
            <a:endParaRPr lang="it-IT" sz="1050" noProof="0">
              <a:solidFill>
                <a:schemeClr val="tx1"/>
              </a:solidFill>
              <a:latin typeface="+mj-lt"/>
            </a:endParaRPr>
          </a:p>
        </p:txBody>
      </p:sp>
      <p:sp>
        <p:nvSpPr>
          <p:cNvPr id="46" name="Rectangle 45">
            <a:hlinkClick r:id="" action="ppaction://noaction"/>
            <a:extLst>
              <a:ext uri="{FF2B5EF4-FFF2-40B4-BE49-F238E27FC236}">
                <a16:creationId xmlns:a16="http://schemas.microsoft.com/office/drawing/2014/main" id="{8CEDE8C1-8129-6F9B-9AAD-258AAF1FF074}"/>
              </a:ext>
            </a:extLst>
          </p:cNvPr>
          <p:cNvSpPr/>
          <p:nvPr/>
        </p:nvSpPr>
        <p:spPr>
          <a:xfrm>
            <a:off x="1693476" y="3537464"/>
            <a:ext cx="1701124" cy="653198"/>
          </a:xfrm>
          <a:prstGeom prst="rect">
            <a:avLst/>
          </a:prstGeom>
          <a:solidFill>
            <a:srgbClr val="F0F7FB"/>
          </a:solid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it-IT" sz="1050" noProof="0">
                <a:solidFill>
                  <a:schemeClr val="tx1"/>
                </a:solidFill>
                <a:latin typeface="+mj-lt"/>
              </a:rPr>
              <a:t>Presidiare </a:t>
            </a:r>
            <a:r>
              <a:rPr lang="it-IT" sz="1050" b="1" noProof="0">
                <a:solidFill>
                  <a:schemeClr val="tx1"/>
                </a:solidFill>
                <a:latin typeface="+mj-lt"/>
              </a:rPr>
              <a:t>contabilità</a:t>
            </a:r>
            <a:r>
              <a:rPr lang="it-IT" sz="1050" noProof="0">
                <a:solidFill>
                  <a:schemeClr val="tx1"/>
                </a:solidFill>
                <a:latin typeface="+mj-lt"/>
              </a:rPr>
              <a:t>, </a:t>
            </a:r>
            <a:r>
              <a:rPr lang="it-IT" sz="1050" b="1" noProof="0">
                <a:solidFill>
                  <a:schemeClr val="tx1"/>
                </a:solidFill>
                <a:latin typeface="+mj-lt"/>
              </a:rPr>
              <a:t>tesoreria</a:t>
            </a:r>
            <a:r>
              <a:rPr lang="it-IT" sz="1050" noProof="0">
                <a:solidFill>
                  <a:schemeClr val="tx1"/>
                </a:solidFill>
                <a:latin typeface="+mj-lt"/>
              </a:rPr>
              <a:t> e gestione </a:t>
            </a:r>
            <a:r>
              <a:rPr lang="it-IT" sz="1050" b="1" noProof="0">
                <a:solidFill>
                  <a:schemeClr val="tx1"/>
                </a:solidFill>
                <a:latin typeface="+mj-lt"/>
              </a:rPr>
              <a:t>rischi</a:t>
            </a:r>
            <a:r>
              <a:rPr lang="it-IT" sz="1050" noProof="0">
                <a:solidFill>
                  <a:schemeClr val="tx1"/>
                </a:solidFill>
                <a:latin typeface="+mj-lt"/>
              </a:rPr>
              <a:t> </a:t>
            </a:r>
            <a:r>
              <a:rPr lang="it-IT" sz="1050" b="1" noProof="0">
                <a:solidFill>
                  <a:schemeClr val="tx1"/>
                </a:solidFill>
                <a:latin typeface="+mj-lt"/>
              </a:rPr>
              <a:t>finanziari</a:t>
            </a:r>
          </a:p>
        </p:txBody>
      </p:sp>
      <p:sp>
        <p:nvSpPr>
          <p:cNvPr id="47" name="Rectangle 46">
            <a:hlinkClick r:id="" action="ppaction://noaction"/>
            <a:extLst>
              <a:ext uri="{FF2B5EF4-FFF2-40B4-BE49-F238E27FC236}">
                <a16:creationId xmlns:a16="http://schemas.microsoft.com/office/drawing/2014/main" id="{7C61D32C-25A8-ABFE-557A-97794729294D}"/>
              </a:ext>
            </a:extLst>
          </p:cNvPr>
          <p:cNvSpPr/>
          <p:nvPr/>
        </p:nvSpPr>
        <p:spPr>
          <a:xfrm>
            <a:off x="1693476" y="4253276"/>
            <a:ext cx="1701124" cy="653198"/>
          </a:xfrm>
          <a:prstGeom prst="rect">
            <a:avLst/>
          </a:prstGeom>
          <a:solidFill>
            <a:srgbClr val="F0F7FB"/>
          </a:solid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it-IT" sz="1050" noProof="0">
                <a:solidFill>
                  <a:schemeClr val="tx1"/>
                </a:solidFill>
                <a:latin typeface="+mj-lt"/>
              </a:rPr>
              <a:t>Gestire </a:t>
            </a:r>
            <a:r>
              <a:rPr lang="it-IT" sz="1050" b="1" noProof="0">
                <a:solidFill>
                  <a:schemeClr val="tx1"/>
                </a:solidFill>
                <a:latin typeface="+mj-lt"/>
              </a:rPr>
              <a:t>continuità</a:t>
            </a:r>
            <a:r>
              <a:rPr lang="it-IT" sz="1050" noProof="0">
                <a:solidFill>
                  <a:schemeClr val="tx1"/>
                </a:solidFill>
                <a:latin typeface="+mj-lt"/>
              </a:rPr>
              <a:t> </a:t>
            </a:r>
            <a:r>
              <a:rPr lang="it-IT" sz="1050" b="1" noProof="0">
                <a:solidFill>
                  <a:schemeClr val="tx1"/>
                </a:solidFill>
                <a:latin typeface="+mj-lt"/>
              </a:rPr>
              <a:t>operativa</a:t>
            </a:r>
            <a:r>
              <a:rPr lang="it-IT" sz="1050" noProof="0">
                <a:solidFill>
                  <a:schemeClr val="tx1"/>
                </a:solidFill>
                <a:latin typeface="+mj-lt"/>
              </a:rPr>
              <a:t>, </a:t>
            </a:r>
            <a:r>
              <a:rPr lang="it-IT" sz="1050" b="1" noProof="0">
                <a:solidFill>
                  <a:schemeClr val="tx1"/>
                </a:solidFill>
                <a:latin typeface="+mj-lt"/>
              </a:rPr>
              <a:t>fornitori, «data aggregation»</a:t>
            </a:r>
            <a:r>
              <a:rPr lang="it-IT" sz="1050" noProof="0">
                <a:solidFill>
                  <a:schemeClr val="tx1"/>
                </a:solidFill>
                <a:latin typeface="+mj-lt"/>
              </a:rPr>
              <a:t> e analisi/ transizione dei </a:t>
            </a:r>
            <a:r>
              <a:rPr lang="it-IT" sz="1050" b="1" noProof="0">
                <a:solidFill>
                  <a:schemeClr val="tx1"/>
                </a:solidFill>
                <a:latin typeface="+mj-lt"/>
              </a:rPr>
              <a:t>sistemi</a:t>
            </a:r>
          </a:p>
        </p:txBody>
      </p:sp>
      <p:sp>
        <p:nvSpPr>
          <p:cNvPr id="48" name="Rectangle 47">
            <a:hlinkClick r:id="" action="ppaction://noaction"/>
            <a:extLst>
              <a:ext uri="{FF2B5EF4-FFF2-40B4-BE49-F238E27FC236}">
                <a16:creationId xmlns:a16="http://schemas.microsoft.com/office/drawing/2014/main" id="{8855CB5D-8319-99EF-0E9C-5ACF93E96CD9}"/>
              </a:ext>
            </a:extLst>
          </p:cNvPr>
          <p:cNvSpPr/>
          <p:nvPr/>
        </p:nvSpPr>
        <p:spPr>
          <a:xfrm>
            <a:off x="1693476" y="4969089"/>
            <a:ext cx="1701124" cy="653198"/>
          </a:xfrm>
          <a:prstGeom prst="rect">
            <a:avLst/>
          </a:prstGeom>
          <a:solidFill>
            <a:srgbClr val="F0F7FB"/>
          </a:solid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it-IT" sz="1050" noProof="0">
                <a:solidFill>
                  <a:schemeClr val="tx1"/>
                </a:solidFill>
                <a:latin typeface="+mj-lt"/>
              </a:rPr>
              <a:t>Adeguare </a:t>
            </a:r>
            <a:r>
              <a:rPr lang="it-IT" sz="1050" b="1" noProof="0">
                <a:solidFill>
                  <a:schemeClr val="tx1"/>
                </a:solidFill>
                <a:latin typeface="+mj-lt"/>
              </a:rPr>
              <a:t>framework</a:t>
            </a:r>
            <a:r>
              <a:rPr lang="it-IT" sz="1050" noProof="0">
                <a:solidFill>
                  <a:schemeClr val="tx1"/>
                </a:solidFill>
                <a:latin typeface="+mj-lt"/>
              </a:rPr>
              <a:t> </a:t>
            </a:r>
            <a:r>
              <a:rPr lang="it-IT" sz="1050" b="1" noProof="0">
                <a:solidFill>
                  <a:schemeClr val="tx1"/>
                </a:solidFill>
                <a:latin typeface="+mj-lt"/>
              </a:rPr>
              <a:t>normativi </a:t>
            </a:r>
            <a:r>
              <a:rPr lang="it-IT" sz="1050" noProof="0">
                <a:solidFill>
                  <a:schemeClr val="tx1"/>
                </a:solidFill>
                <a:latin typeface="+mj-lt"/>
              </a:rPr>
              <a:t>e </a:t>
            </a:r>
            <a:r>
              <a:rPr lang="it-IT" sz="1050" b="1" noProof="0">
                <a:solidFill>
                  <a:schemeClr val="tx1"/>
                </a:solidFill>
                <a:latin typeface="+mj-lt"/>
              </a:rPr>
              <a:t>strumenti </a:t>
            </a:r>
            <a:r>
              <a:rPr lang="it-IT" sz="1050" noProof="0">
                <a:solidFill>
                  <a:schemeClr val="tx1"/>
                </a:solidFill>
                <a:latin typeface="+mj-lt"/>
              </a:rPr>
              <a:t>di </a:t>
            </a:r>
            <a:r>
              <a:rPr lang="it-IT" sz="1050" b="1" noProof="0">
                <a:solidFill>
                  <a:schemeClr val="tx1"/>
                </a:solidFill>
                <a:latin typeface="+mj-lt"/>
              </a:rPr>
              <a:t>controllo</a:t>
            </a:r>
          </a:p>
        </p:txBody>
      </p:sp>
      <p:sp>
        <p:nvSpPr>
          <p:cNvPr id="103" name="Rectangle 102">
            <a:hlinkClick r:id="" action="ppaction://noaction"/>
            <a:extLst>
              <a:ext uri="{FF2B5EF4-FFF2-40B4-BE49-F238E27FC236}">
                <a16:creationId xmlns:a16="http://schemas.microsoft.com/office/drawing/2014/main" id="{93733E0B-FE5D-BA88-9F9E-AF4D1747FDA1}"/>
              </a:ext>
            </a:extLst>
          </p:cNvPr>
          <p:cNvSpPr/>
          <p:nvPr/>
        </p:nvSpPr>
        <p:spPr>
          <a:xfrm>
            <a:off x="1693476" y="5684904"/>
            <a:ext cx="1701124" cy="653198"/>
          </a:xfrm>
          <a:prstGeom prst="rect">
            <a:avLst/>
          </a:prstGeom>
          <a:solidFill>
            <a:srgbClr val="F0F7FB"/>
          </a:solid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it-IT" sz="1050" noProof="0">
                <a:solidFill>
                  <a:schemeClr val="tx1"/>
                </a:solidFill>
                <a:latin typeface="+mj-lt"/>
              </a:rPr>
              <a:t>Garantire </a:t>
            </a:r>
            <a:r>
              <a:rPr lang="it-IT" sz="1050" b="1" noProof="0">
                <a:solidFill>
                  <a:schemeClr val="tx1"/>
                </a:solidFill>
                <a:latin typeface="+mj-lt"/>
              </a:rPr>
              <a:t>continuità </a:t>
            </a:r>
            <a:r>
              <a:rPr lang="it-IT" sz="1050" noProof="0">
                <a:solidFill>
                  <a:schemeClr val="tx1"/>
                </a:solidFill>
                <a:latin typeface="+mj-lt"/>
              </a:rPr>
              <a:t>del </a:t>
            </a:r>
            <a:r>
              <a:rPr lang="it-IT" sz="1050" b="1" noProof="0">
                <a:solidFill>
                  <a:schemeClr val="tx1"/>
                </a:solidFill>
                <a:latin typeface="+mj-lt"/>
              </a:rPr>
              <a:t>credito </a:t>
            </a:r>
            <a:r>
              <a:rPr lang="it-IT" sz="1050" noProof="0">
                <a:solidFill>
                  <a:schemeClr val="tx1"/>
                </a:solidFill>
                <a:latin typeface="+mj-lt"/>
              </a:rPr>
              <a:t>e </a:t>
            </a:r>
            <a:r>
              <a:rPr lang="it-IT" sz="1050" b="1" noProof="0">
                <a:solidFill>
                  <a:schemeClr val="tx1"/>
                </a:solidFill>
                <a:latin typeface="+mj-lt"/>
              </a:rPr>
              <a:t>gestione </a:t>
            </a:r>
            <a:r>
              <a:rPr lang="it-IT" sz="1050" noProof="0">
                <a:solidFill>
                  <a:schemeClr val="tx1"/>
                </a:solidFill>
                <a:latin typeface="+mj-lt"/>
              </a:rPr>
              <a:t>del </a:t>
            </a:r>
            <a:r>
              <a:rPr lang="it-IT" sz="1050" b="1" noProof="0">
                <a:solidFill>
                  <a:schemeClr val="tx1"/>
                </a:solidFill>
                <a:latin typeface="+mj-lt"/>
              </a:rPr>
              <a:t>portafoglio crediti</a:t>
            </a:r>
          </a:p>
        </p:txBody>
      </p:sp>
      <p:sp>
        <p:nvSpPr>
          <p:cNvPr id="124" name="Rectangle 123">
            <a:extLst>
              <a:ext uri="{FF2B5EF4-FFF2-40B4-BE49-F238E27FC236}">
                <a16:creationId xmlns:a16="http://schemas.microsoft.com/office/drawing/2014/main" id="{3E186D9F-1E5F-0B46-6E11-16EE535EDDD4}"/>
              </a:ext>
            </a:extLst>
          </p:cNvPr>
          <p:cNvSpPr/>
          <p:nvPr/>
        </p:nvSpPr>
        <p:spPr>
          <a:xfrm>
            <a:off x="7167884" y="2822013"/>
            <a:ext cx="1434360" cy="652837"/>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MODELLO DI SERVIZIO </a:t>
            </a:r>
            <a:br>
              <a:rPr lang="it-IT" sz="900" b="1" noProof="0">
                <a:solidFill>
                  <a:srgbClr val="003A79"/>
                </a:solidFill>
                <a:latin typeface="+mj-lt"/>
                <a:ea typeface="Roboto" panose="02000000000000000000" pitchFamily="2" charset="0"/>
                <a:cs typeface="Roboto" panose="02000000000000000000" pitchFamily="2" charset="0"/>
              </a:rPr>
            </a:br>
            <a:r>
              <a:rPr lang="it-IT" sz="900" b="1" noProof="0">
                <a:solidFill>
                  <a:srgbClr val="003A79"/>
                </a:solidFill>
                <a:latin typeface="+mj-lt"/>
                <a:ea typeface="Roboto" panose="02000000000000000000" pitchFamily="2" charset="0"/>
                <a:cs typeface="Roboto" panose="02000000000000000000" pitchFamily="2" charset="0"/>
              </a:rPr>
              <a:t>E DISTRIBUTIVO</a:t>
            </a:r>
            <a:endParaRPr lang="it-IT" sz="900" noProof="0">
              <a:solidFill>
                <a:srgbClr val="003A79"/>
              </a:solidFill>
              <a:latin typeface="+mj-lt"/>
              <a:ea typeface="Roboto" panose="02000000000000000000" pitchFamily="2" charset="0"/>
              <a:cs typeface="Roboto" panose="02000000000000000000" pitchFamily="2" charset="0"/>
            </a:endParaRPr>
          </a:p>
        </p:txBody>
      </p:sp>
      <p:sp>
        <p:nvSpPr>
          <p:cNvPr id="128" name="Rectangle 127">
            <a:extLst>
              <a:ext uri="{FF2B5EF4-FFF2-40B4-BE49-F238E27FC236}">
                <a16:creationId xmlns:a16="http://schemas.microsoft.com/office/drawing/2014/main" id="{676CD089-B4C9-89DC-E6D4-C11AD4729F2F}"/>
              </a:ext>
            </a:extLst>
          </p:cNvPr>
          <p:cNvSpPr/>
          <p:nvPr/>
        </p:nvSpPr>
        <p:spPr>
          <a:xfrm>
            <a:off x="7168987" y="3537464"/>
            <a:ext cx="1432156"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PLANNING </a:t>
            </a:r>
            <a:br>
              <a:rPr lang="it-IT" sz="900" b="1" noProof="0">
                <a:solidFill>
                  <a:srgbClr val="003A79"/>
                </a:solidFill>
                <a:latin typeface="+mj-lt"/>
                <a:ea typeface="Roboto" panose="02000000000000000000" pitchFamily="2" charset="0"/>
                <a:cs typeface="Roboto" panose="02000000000000000000" pitchFamily="2" charset="0"/>
              </a:rPr>
            </a:br>
            <a:r>
              <a:rPr lang="it-IT" sz="900" b="1" noProof="0">
                <a:solidFill>
                  <a:srgbClr val="003A79"/>
                </a:solidFill>
                <a:latin typeface="+mj-lt"/>
                <a:ea typeface="Roboto" panose="02000000000000000000" pitchFamily="2" charset="0"/>
                <a:cs typeface="Roboto" panose="02000000000000000000" pitchFamily="2" charset="0"/>
              </a:rPr>
              <a:t>&amp; CONTROL</a:t>
            </a:r>
          </a:p>
        </p:txBody>
      </p:sp>
      <p:sp>
        <p:nvSpPr>
          <p:cNvPr id="123" name="Rectangle 122">
            <a:extLst>
              <a:ext uri="{FF2B5EF4-FFF2-40B4-BE49-F238E27FC236}">
                <a16:creationId xmlns:a16="http://schemas.microsoft.com/office/drawing/2014/main" id="{B3F8757B-9AE9-90F2-84E0-7A4DFB37BFA5}"/>
              </a:ext>
            </a:extLst>
          </p:cNvPr>
          <p:cNvSpPr/>
          <p:nvPr/>
        </p:nvSpPr>
        <p:spPr>
          <a:xfrm>
            <a:off x="3842796" y="2822013"/>
            <a:ext cx="1434360" cy="652837"/>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spc="-40" noProof="0">
                <a:solidFill>
                  <a:srgbClr val="003A79"/>
                </a:solidFill>
                <a:latin typeface="+mj-lt"/>
                <a:ea typeface="Roboto" panose="02000000000000000000" pitchFamily="2" charset="0"/>
                <a:cs typeface="Roboto" panose="02000000000000000000" pitchFamily="2" charset="0"/>
              </a:rPr>
              <a:t>GESTIONE CLIENTI</a:t>
            </a:r>
          </a:p>
        </p:txBody>
      </p:sp>
      <p:sp>
        <p:nvSpPr>
          <p:cNvPr id="126" name="Rectangle 125">
            <a:extLst>
              <a:ext uri="{FF2B5EF4-FFF2-40B4-BE49-F238E27FC236}">
                <a16:creationId xmlns:a16="http://schemas.microsoft.com/office/drawing/2014/main" id="{6A19FC77-3C7C-8E8C-499E-5DF0A3BA8323}"/>
              </a:ext>
            </a:extLst>
          </p:cNvPr>
          <p:cNvSpPr/>
          <p:nvPr/>
        </p:nvSpPr>
        <p:spPr>
          <a:xfrm>
            <a:off x="3843557" y="3537464"/>
            <a:ext cx="1432839"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GROUP TREASURY &amp; CAPITAL MANAGEMENT</a:t>
            </a:r>
          </a:p>
        </p:txBody>
      </p:sp>
      <p:sp>
        <p:nvSpPr>
          <p:cNvPr id="132" name="Rectangle 131">
            <a:extLst>
              <a:ext uri="{FF2B5EF4-FFF2-40B4-BE49-F238E27FC236}">
                <a16:creationId xmlns:a16="http://schemas.microsoft.com/office/drawing/2014/main" id="{76636D0C-F6B8-F367-A120-DE1E3CFB0DF6}"/>
              </a:ext>
            </a:extLst>
          </p:cNvPr>
          <p:cNvSpPr/>
          <p:nvPr/>
        </p:nvSpPr>
        <p:spPr>
          <a:xfrm>
            <a:off x="3843557" y="4969089"/>
            <a:ext cx="1432839"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RISK MANAGEMENT</a:t>
            </a:r>
          </a:p>
        </p:txBody>
      </p:sp>
      <p:sp>
        <p:nvSpPr>
          <p:cNvPr id="179" name="Rectangle 178">
            <a:extLst>
              <a:ext uri="{FF2B5EF4-FFF2-40B4-BE49-F238E27FC236}">
                <a16:creationId xmlns:a16="http://schemas.microsoft.com/office/drawing/2014/main" id="{98A72753-7929-538B-60B5-598554A3495F}"/>
              </a:ext>
            </a:extLst>
          </p:cNvPr>
          <p:cNvSpPr/>
          <p:nvPr/>
        </p:nvSpPr>
        <p:spPr>
          <a:xfrm>
            <a:off x="3843557" y="5684904"/>
            <a:ext cx="1432839"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POLITICHE </a:t>
            </a:r>
            <a:br>
              <a:rPr lang="it-IT" sz="900" b="1" noProof="0">
                <a:solidFill>
                  <a:srgbClr val="003A79"/>
                </a:solidFill>
                <a:latin typeface="+mj-lt"/>
                <a:ea typeface="Roboto" panose="02000000000000000000" pitchFamily="2" charset="0"/>
                <a:cs typeface="Roboto" panose="02000000000000000000" pitchFamily="2" charset="0"/>
              </a:rPr>
            </a:br>
            <a:r>
              <a:rPr lang="it-IT" sz="900" b="1" noProof="0">
                <a:solidFill>
                  <a:srgbClr val="003A79"/>
                </a:solidFill>
                <a:latin typeface="+mj-lt"/>
                <a:ea typeface="Roboto" panose="02000000000000000000" pitchFamily="2" charset="0"/>
                <a:cs typeface="Roboto" panose="02000000000000000000" pitchFamily="2" charset="0"/>
              </a:rPr>
              <a:t>CREDITIZIE </a:t>
            </a:r>
          </a:p>
        </p:txBody>
      </p:sp>
      <p:sp>
        <p:nvSpPr>
          <p:cNvPr id="125" name="Rectangle 124">
            <a:extLst>
              <a:ext uri="{FF2B5EF4-FFF2-40B4-BE49-F238E27FC236}">
                <a16:creationId xmlns:a16="http://schemas.microsoft.com/office/drawing/2014/main" id="{C290DCE7-484D-67F9-3D56-3E5B0E36AB0C}"/>
              </a:ext>
            </a:extLst>
          </p:cNvPr>
          <p:cNvSpPr/>
          <p:nvPr/>
        </p:nvSpPr>
        <p:spPr>
          <a:xfrm>
            <a:off x="5504858" y="2822013"/>
            <a:ext cx="1434360" cy="652837"/>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VALUE PROPOSITION</a:t>
            </a:r>
          </a:p>
        </p:txBody>
      </p:sp>
      <p:sp>
        <p:nvSpPr>
          <p:cNvPr id="127" name="Rectangle 126">
            <a:extLst>
              <a:ext uri="{FF2B5EF4-FFF2-40B4-BE49-F238E27FC236}">
                <a16:creationId xmlns:a16="http://schemas.microsoft.com/office/drawing/2014/main" id="{B9F1320D-09E2-4342-7E87-13B21010CF3C}"/>
              </a:ext>
            </a:extLst>
          </p:cNvPr>
          <p:cNvSpPr/>
          <p:nvPr/>
        </p:nvSpPr>
        <p:spPr>
          <a:xfrm>
            <a:off x="5505618" y="3537464"/>
            <a:ext cx="1432840"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a:cs typeface="Roboto"/>
              </a:rPr>
              <a:t>ADMINISTRATION, REGULATORY REPORTING &amp; TAX AFFAIRS</a:t>
            </a:r>
          </a:p>
          <a:p>
            <a:pPr marL="122727" indent="-122727" defTabSz="914103">
              <a:lnSpc>
                <a:spcPct val="90000"/>
              </a:lnSpc>
              <a:spcAft>
                <a:spcPts val="300"/>
              </a:spcAft>
              <a:buFont typeface="Wingdings" panose="05000000000000000000" pitchFamily="2" charset="2"/>
              <a:buChar char="§"/>
            </a:pPr>
            <a:endParaRPr lang="it-IT" sz="700" b="1" noProof="0">
              <a:latin typeface="+mj-lt"/>
              <a:ea typeface="Roboto" panose="02000000000000000000" pitchFamily="2" charset="0"/>
              <a:cs typeface="Roboto" panose="02000000000000000000" pitchFamily="2" charset="0"/>
            </a:endParaRPr>
          </a:p>
        </p:txBody>
      </p:sp>
      <p:sp>
        <p:nvSpPr>
          <p:cNvPr id="133" name="Rectangle 132">
            <a:extLst>
              <a:ext uri="{FF2B5EF4-FFF2-40B4-BE49-F238E27FC236}">
                <a16:creationId xmlns:a16="http://schemas.microsoft.com/office/drawing/2014/main" id="{CD6491E3-1C95-3B85-8E90-23D3038BFA58}"/>
              </a:ext>
            </a:extLst>
          </p:cNvPr>
          <p:cNvSpPr/>
          <p:nvPr/>
        </p:nvSpPr>
        <p:spPr>
          <a:xfrm>
            <a:off x="5505960" y="4969089"/>
            <a:ext cx="1432156"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COMPLIANCE, </a:t>
            </a:r>
            <a:br>
              <a:rPr lang="it-IT" sz="900" b="1" noProof="0">
                <a:solidFill>
                  <a:srgbClr val="003A79"/>
                </a:solidFill>
                <a:latin typeface="+mj-lt"/>
                <a:ea typeface="Roboto" panose="02000000000000000000" pitchFamily="2" charset="0"/>
                <a:cs typeface="Roboto" panose="02000000000000000000" pitchFamily="2" charset="0"/>
              </a:rPr>
            </a:br>
            <a:r>
              <a:rPr lang="it-IT" sz="900" b="1" noProof="0">
                <a:solidFill>
                  <a:srgbClr val="003A79"/>
                </a:solidFill>
                <a:latin typeface="+mj-lt"/>
                <a:ea typeface="Roboto" panose="02000000000000000000" pitchFamily="2" charset="0"/>
                <a:cs typeface="Roboto" panose="02000000000000000000" pitchFamily="2" charset="0"/>
              </a:rPr>
              <a:t>PRIVACY, AML</a:t>
            </a:r>
          </a:p>
          <a:p>
            <a:pPr defTabSz="914103">
              <a:lnSpc>
                <a:spcPct val="90000"/>
              </a:lnSpc>
              <a:spcAft>
                <a:spcPts val="300"/>
              </a:spcAft>
            </a:pPr>
            <a:endParaRPr lang="it-IT" sz="700" noProof="0">
              <a:latin typeface="+mj-lt"/>
              <a:ea typeface="Roboto" panose="02000000000000000000" pitchFamily="2" charset="0"/>
              <a:cs typeface="Roboto" panose="02000000000000000000" pitchFamily="2" charset="0"/>
            </a:endParaRPr>
          </a:p>
        </p:txBody>
      </p:sp>
      <p:sp>
        <p:nvSpPr>
          <p:cNvPr id="180" name="Rectangle 179">
            <a:extLst>
              <a:ext uri="{FF2B5EF4-FFF2-40B4-BE49-F238E27FC236}">
                <a16:creationId xmlns:a16="http://schemas.microsoft.com/office/drawing/2014/main" id="{781A3B68-8A92-D433-0571-EA06A86B055F}"/>
              </a:ext>
            </a:extLst>
          </p:cNvPr>
          <p:cNvSpPr/>
          <p:nvPr/>
        </p:nvSpPr>
        <p:spPr>
          <a:xfrm>
            <a:off x="5505960" y="5684904"/>
            <a:ext cx="1432156"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PROCESSI DEL CREDITO </a:t>
            </a:r>
            <a:endParaRPr lang="it-IT" sz="700" noProof="0">
              <a:latin typeface="+mj-lt"/>
              <a:ea typeface="Roboto" panose="02000000000000000000" pitchFamily="2" charset="0"/>
              <a:cs typeface="Roboto" panose="02000000000000000000" pitchFamily="2" charset="0"/>
            </a:endParaRPr>
          </a:p>
        </p:txBody>
      </p:sp>
      <p:sp>
        <p:nvSpPr>
          <p:cNvPr id="166" name="Rectangle: Folded Corner 165">
            <a:extLst>
              <a:ext uri="{FF2B5EF4-FFF2-40B4-BE49-F238E27FC236}">
                <a16:creationId xmlns:a16="http://schemas.microsoft.com/office/drawing/2014/main" id="{746DA963-9DC4-2FB7-2C31-98D09FC63381}"/>
              </a:ext>
            </a:extLst>
          </p:cNvPr>
          <p:cNvSpPr/>
          <p:nvPr/>
        </p:nvSpPr>
        <p:spPr bwMode="gray">
          <a:xfrm>
            <a:off x="3968612" y="3247667"/>
            <a:ext cx="1180800" cy="226068"/>
          </a:xfrm>
          <a:prstGeom prst="foldedCorner">
            <a:avLst/>
          </a:prstGeom>
          <a:solidFill>
            <a:srgbClr val="FFFFED"/>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ea typeface="Roboto" panose="02000000000000000000" pitchFamily="2" charset="0"/>
                <a:cs typeface="Roboto" panose="02000000000000000000" pitchFamily="2" charset="0"/>
              </a:rPr>
              <a:t>CHIEF DI BUSINESS </a:t>
            </a:r>
          </a:p>
          <a:p>
            <a:pPr algn="ctr"/>
            <a:r>
              <a:rPr lang="it-IT" sz="700" i="1" kern="0">
                <a:ea typeface="Roboto" panose="02000000000000000000" pitchFamily="2" charset="0"/>
                <a:cs typeface="Roboto" panose="02000000000000000000" pitchFamily="2" charset="0"/>
              </a:rPr>
              <a:t>(Barrese, Micillo, Corcos)</a:t>
            </a:r>
          </a:p>
        </p:txBody>
      </p:sp>
      <p:sp>
        <p:nvSpPr>
          <p:cNvPr id="170" name="Rectangle: Folded Corner 169">
            <a:extLst>
              <a:ext uri="{FF2B5EF4-FFF2-40B4-BE49-F238E27FC236}">
                <a16:creationId xmlns:a16="http://schemas.microsoft.com/office/drawing/2014/main" id="{D6D5F2F0-7DCA-3728-53AE-6EA6DAE586EC}"/>
              </a:ext>
            </a:extLst>
          </p:cNvPr>
          <p:cNvSpPr/>
          <p:nvPr/>
        </p:nvSpPr>
        <p:spPr bwMode="gray">
          <a:xfrm>
            <a:off x="3968612" y="3959271"/>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latin typeface="+mj-lt"/>
                <a:ea typeface="Roboto" panose="02000000000000000000" pitchFamily="2" charset="0"/>
                <a:cs typeface="Roboto" panose="02000000000000000000" pitchFamily="2" charset="0"/>
              </a:rPr>
              <a:t>CFO</a:t>
            </a:r>
          </a:p>
          <a:p>
            <a:pPr algn="ctr"/>
            <a:r>
              <a:rPr lang="it-IT" sz="700" i="1" kern="0">
                <a:latin typeface="+mj-lt"/>
                <a:ea typeface="Roboto" panose="02000000000000000000" pitchFamily="2" charset="0"/>
                <a:cs typeface="Roboto" panose="02000000000000000000" pitchFamily="2" charset="0"/>
              </a:rPr>
              <a:t>(Lolli)</a:t>
            </a:r>
          </a:p>
        </p:txBody>
      </p:sp>
      <p:sp>
        <p:nvSpPr>
          <p:cNvPr id="172" name="Rectangle: Folded Corner 171">
            <a:extLst>
              <a:ext uri="{FF2B5EF4-FFF2-40B4-BE49-F238E27FC236}">
                <a16:creationId xmlns:a16="http://schemas.microsoft.com/office/drawing/2014/main" id="{557B8A7C-45E7-26DE-BA4E-427006BB46D9}"/>
              </a:ext>
            </a:extLst>
          </p:cNvPr>
          <p:cNvSpPr/>
          <p:nvPr/>
        </p:nvSpPr>
        <p:spPr bwMode="gray">
          <a:xfrm>
            <a:off x="5631638" y="3959271"/>
            <a:ext cx="1180800" cy="226068"/>
          </a:xfrm>
          <a:prstGeom prst="foldedCorner">
            <a:avLst/>
          </a:prstGeom>
          <a:solidFill>
            <a:schemeClr val="accent1">
              <a:lumMod val="20000"/>
              <a:lumOff val="80000"/>
            </a:schemeClr>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latin typeface="+mj-lt"/>
                <a:ea typeface="Roboto" panose="02000000000000000000" pitchFamily="2" charset="0"/>
                <a:cs typeface="Roboto" panose="02000000000000000000" pitchFamily="2" charset="0"/>
              </a:rPr>
              <a:t>CFO</a:t>
            </a:r>
          </a:p>
          <a:p>
            <a:pPr algn="ctr"/>
            <a:r>
              <a:rPr lang="it-IT" sz="700" i="1" kern="0">
                <a:latin typeface="+mj-lt"/>
                <a:ea typeface="Roboto" panose="02000000000000000000" pitchFamily="2" charset="0"/>
                <a:cs typeface="Roboto" panose="02000000000000000000" pitchFamily="2" charset="0"/>
              </a:rPr>
              <a:t>(</a:t>
            </a:r>
            <a:r>
              <a:rPr lang="it-IT" sz="700" i="1" kern="0">
                <a:ea typeface="Roboto" panose="02000000000000000000" pitchFamily="2" charset="0"/>
                <a:cs typeface="Roboto" panose="02000000000000000000" pitchFamily="2" charset="0"/>
              </a:rPr>
              <a:t>Stegher</a:t>
            </a:r>
            <a:r>
              <a:rPr lang="it-IT" sz="700" i="1" kern="0">
                <a:latin typeface="+mj-lt"/>
                <a:ea typeface="Roboto" panose="02000000000000000000" pitchFamily="2" charset="0"/>
                <a:cs typeface="Roboto" panose="02000000000000000000" pitchFamily="2" charset="0"/>
              </a:rPr>
              <a:t>)</a:t>
            </a:r>
          </a:p>
        </p:txBody>
      </p:sp>
      <p:sp>
        <p:nvSpPr>
          <p:cNvPr id="187" name="Rectangle: Folded Corner 186">
            <a:extLst>
              <a:ext uri="{FF2B5EF4-FFF2-40B4-BE49-F238E27FC236}">
                <a16:creationId xmlns:a16="http://schemas.microsoft.com/office/drawing/2014/main" id="{01A504F9-D0A2-D496-BF92-20038D2F61FB}"/>
              </a:ext>
            </a:extLst>
          </p:cNvPr>
          <p:cNvSpPr/>
          <p:nvPr/>
        </p:nvSpPr>
        <p:spPr bwMode="gray">
          <a:xfrm>
            <a:off x="7294665" y="3959271"/>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latin typeface="+mj-lt"/>
                <a:ea typeface="Roboto" panose="02000000000000000000" pitchFamily="2" charset="0"/>
                <a:cs typeface="Roboto" panose="02000000000000000000" pitchFamily="2" charset="0"/>
              </a:rPr>
              <a:t>CFO</a:t>
            </a:r>
          </a:p>
          <a:p>
            <a:pPr algn="ctr"/>
            <a:r>
              <a:rPr lang="it-IT" sz="700" i="1" kern="0">
                <a:latin typeface="+mj-lt"/>
                <a:ea typeface="Roboto" panose="02000000000000000000" pitchFamily="2" charset="0"/>
                <a:cs typeface="Roboto" panose="02000000000000000000" pitchFamily="2" charset="0"/>
              </a:rPr>
              <a:t>(</a:t>
            </a:r>
            <a:r>
              <a:rPr lang="it-IT" sz="700" i="1" kern="0">
                <a:ea typeface="Roboto" panose="02000000000000000000" pitchFamily="2" charset="0"/>
                <a:cs typeface="Roboto" panose="02000000000000000000" pitchFamily="2" charset="0"/>
              </a:rPr>
              <a:t>Finazzi</a:t>
            </a:r>
            <a:r>
              <a:rPr lang="it-IT" sz="700" i="1" kern="0">
                <a:latin typeface="+mj-lt"/>
                <a:ea typeface="Roboto" panose="02000000000000000000" pitchFamily="2" charset="0"/>
                <a:cs typeface="Roboto" panose="02000000000000000000" pitchFamily="2" charset="0"/>
              </a:rPr>
              <a:t>)</a:t>
            </a:r>
          </a:p>
        </p:txBody>
      </p:sp>
      <p:sp>
        <p:nvSpPr>
          <p:cNvPr id="131" name="Rectangle 130">
            <a:extLst>
              <a:ext uri="{FF2B5EF4-FFF2-40B4-BE49-F238E27FC236}">
                <a16:creationId xmlns:a16="http://schemas.microsoft.com/office/drawing/2014/main" id="{0863655B-2D47-4559-BDF4-0E4547D2D928}"/>
              </a:ext>
            </a:extLst>
          </p:cNvPr>
          <p:cNvSpPr/>
          <p:nvPr/>
        </p:nvSpPr>
        <p:spPr>
          <a:xfrm>
            <a:off x="5508306" y="4253276"/>
            <a:ext cx="1427464" cy="653198"/>
          </a:xfrm>
          <a:prstGeom prst="rect">
            <a:avLst/>
          </a:prstGeom>
          <a:solidFill>
            <a:srgbClr val="FFFFFF"/>
          </a:solidFill>
          <a:ln w="3175" algn="ctr">
            <a:solidFill>
              <a:srgbClr val="003A79"/>
            </a:solidFill>
            <a:prstDash val="sysDot"/>
            <a:miter lim="800000"/>
            <a:headEnd/>
            <a:tailEnd/>
          </a:ln>
          <a:effectLst/>
        </p:spPr>
        <p:txBody>
          <a:bodyPr vert="horz" wrap="square" lIns="36000" tIns="36000" rIns="36000" bIns="36000" rtlCol="0" anchor="t"/>
          <a:lstStyle/>
          <a:p>
            <a:pPr algn="ctr" defTabSz="914103">
              <a:lnSpc>
                <a:spcPct val="90000"/>
              </a:lnSpc>
              <a:spcAft>
                <a:spcPts val="300"/>
              </a:spcAft>
            </a:pPr>
            <a:r>
              <a:rPr lang="it-IT" sz="900" b="1">
                <a:solidFill>
                  <a:srgbClr val="003A79"/>
                </a:solidFill>
                <a:ea typeface="Roboto" panose="02000000000000000000" pitchFamily="2" charset="0"/>
                <a:cs typeface="Roboto" panose="02000000000000000000" pitchFamily="2" charset="0"/>
              </a:rPr>
              <a:t>TRANSFORMATION &amp; ORGANIZATION</a:t>
            </a:r>
          </a:p>
        </p:txBody>
      </p:sp>
      <p:sp>
        <p:nvSpPr>
          <p:cNvPr id="188" name="Rectangle: Folded Corner 187">
            <a:extLst>
              <a:ext uri="{FF2B5EF4-FFF2-40B4-BE49-F238E27FC236}">
                <a16:creationId xmlns:a16="http://schemas.microsoft.com/office/drawing/2014/main" id="{D3B15529-6065-CAF8-117E-F1EA882CF60F}"/>
              </a:ext>
            </a:extLst>
          </p:cNvPr>
          <p:cNvSpPr/>
          <p:nvPr/>
        </p:nvSpPr>
        <p:spPr bwMode="gray">
          <a:xfrm>
            <a:off x="5628950" y="4680406"/>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vert="horz" lIns="0" tIns="0" rIns="0" bIns="0" rtlCol="0" anchor="ctr"/>
          <a:lstStyle/>
          <a:p>
            <a:pPr algn="ctr"/>
            <a:r>
              <a:rPr lang="it-IT" sz="700" b="1" i="1" kern="0">
                <a:ea typeface="Roboto" panose="02000000000000000000" pitchFamily="2" charset="0"/>
                <a:cs typeface="Roboto" panose="02000000000000000000" pitchFamily="2" charset="0"/>
              </a:rPr>
              <a:t>CTOO</a:t>
            </a:r>
          </a:p>
          <a:p>
            <a:pPr algn="ctr"/>
            <a:r>
              <a:rPr lang="it-IT" sz="700" i="1" kern="0">
                <a:ea typeface="Roboto" panose="02000000000000000000" pitchFamily="2" charset="0"/>
                <a:cs typeface="Roboto" panose="02000000000000000000" pitchFamily="2" charset="0"/>
              </a:rPr>
              <a:t>(Griselli)</a:t>
            </a:r>
          </a:p>
        </p:txBody>
      </p:sp>
      <p:sp>
        <p:nvSpPr>
          <p:cNvPr id="130" name="Rectangle 129">
            <a:extLst>
              <a:ext uri="{FF2B5EF4-FFF2-40B4-BE49-F238E27FC236}">
                <a16:creationId xmlns:a16="http://schemas.microsoft.com/office/drawing/2014/main" id="{A32DC3C1-85E7-E479-ED2E-A2584964FC04}"/>
              </a:ext>
            </a:extLst>
          </p:cNvPr>
          <p:cNvSpPr/>
          <p:nvPr/>
        </p:nvSpPr>
        <p:spPr>
          <a:xfrm>
            <a:off x="3843556" y="4253276"/>
            <a:ext cx="1432840"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ICT</a:t>
            </a:r>
            <a:endParaRPr lang="it-IT" sz="900" noProof="0">
              <a:solidFill>
                <a:srgbClr val="003A79"/>
              </a:solidFill>
              <a:latin typeface="+mj-lt"/>
              <a:ea typeface="Roboto" panose="02000000000000000000" pitchFamily="2" charset="0"/>
              <a:cs typeface="Roboto" panose="02000000000000000000" pitchFamily="2" charset="0"/>
            </a:endParaRPr>
          </a:p>
          <a:p>
            <a:pPr defTabSz="914103">
              <a:lnSpc>
                <a:spcPct val="90000"/>
              </a:lnSpc>
              <a:spcAft>
                <a:spcPts val="300"/>
              </a:spcAft>
            </a:pPr>
            <a:endParaRPr lang="it-IT" sz="700" b="1" noProof="0">
              <a:latin typeface="+mj-lt"/>
              <a:ea typeface="Roboto" panose="02000000000000000000" pitchFamily="2" charset="0"/>
              <a:cs typeface="Roboto" panose="02000000000000000000" pitchFamily="2" charset="0"/>
            </a:endParaRPr>
          </a:p>
        </p:txBody>
      </p:sp>
      <p:sp>
        <p:nvSpPr>
          <p:cNvPr id="190" name="Rectangle: Folded Corner 189">
            <a:extLst>
              <a:ext uri="{FF2B5EF4-FFF2-40B4-BE49-F238E27FC236}">
                <a16:creationId xmlns:a16="http://schemas.microsoft.com/office/drawing/2014/main" id="{FF7DA433-348A-0312-DFD5-00AB1B5550F7}"/>
              </a:ext>
            </a:extLst>
          </p:cNvPr>
          <p:cNvSpPr/>
          <p:nvPr/>
        </p:nvSpPr>
        <p:spPr bwMode="gray">
          <a:xfrm>
            <a:off x="3971301" y="4680406"/>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latin typeface="+mj-lt"/>
                <a:ea typeface="Roboto" panose="02000000000000000000" pitchFamily="2" charset="0"/>
                <a:cs typeface="Roboto" panose="02000000000000000000" pitchFamily="2" charset="0"/>
              </a:rPr>
              <a:t>CDAITO</a:t>
            </a:r>
          </a:p>
          <a:p>
            <a:pPr algn="ctr"/>
            <a:r>
              <a:rPr lang="it-IT" sz="700" i="1" kern="0">
                <a:latin typeface="+mj-lt"/>
                <a:ea typeface="Roboto" panose="02000000000000000000" pitchFamily="2" charset="0"/>
                <a:cs typeface="Roboto" panose="02000000000000000000" pitchFamily="2" charset="0"/>
              </a:rPr>
              <a:t>(</a:t>
            </a:r>
            <a:r>
              <a:rPr lang="it-IT" sz="700" i="1" kern="0">
                <a:ea typeface="Roboto" panose="02000000000000000000" pitchFamily="2" charset="0"/>
                <a:cs typeface="Roboto" panose="02000000000000000000" pitchFamily="2" charset="0"/>
              </a:rPr>
              <a:t>Alfieri, Pellizzari, Bagnasco</a:t>
            </a:r>
            <a:r>
              <a:rPr lang="it-IT" sz="700" i="1" kern="0">
                <a:latin typeface="+mj-lt"/>
                <a:ea typeface="Roboto" panose="02000000000000000000" pitchFamily="2" charset="0"/>
                <a:cs typeface="Roboto" panose="02000000000000000000" pitchFamily="2" charset="0"/>
              </a:rPr>
              <a:t>)</a:t>
            </a:r>
          </a:p>
        </p:txBody>
      </p:sp>
      <p:sp>
        <p:nvSpPr>
          <p:cNvPr id="193" name="Rectangle: Folded Corner 192">
            <a:extLst>
              <a:ext uri="{FF2B5EF4-FFF2-40B4-BE49-F238E27FC236}">
                <a16:creationId xmlns:a16="http://schemas.microsoft.com/office/drawing/2014/main" id="{1923D3E8-C718-DA9D-0AF0-132118BD6D49}"/>
              </a:ext>
            </a:extLst>
          </p:cNvPr>
          <p:cNvSpPr/>
          <p:nvPr/>
        </p:nvSpPr>
        <p:spPr bwMode="gray">
          <a:xfrm>
            <a:off x="3968612" y="5396218"/>
            <a:ext cx="1180800" cy="226068"/>
          </a:xfrm>
          <a:prstGeom prst="foldedCorner">
            <a:avLst/>
          </a:prstGeom>
          <a:solidFill>
            <a:srgbClr val="FFFFED"/>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ea typeface="Roboto" panose="02000000000000000000" pitchFamily="2" charset="0"/>
                <a:cs typeface="Roboto" panose="02000000000000000000" pitchFamily="2" charset="0"/>
              </a:rPr>
              <a:t>CRO</a:t>
            </a:r>
          </a:p>
          <a:p>
            <a:pPr algn="ctr"/>
            <a:r>
              <a:rPr lang="it-IT" sz="700" i="1" kern="0">
                <a:ea typeface="Roboto" panose="02000000000000000000" pitchFamily="2" charset="0"/>
                <a:cs typeface="Roboto" panose="02000000000000000000" pitchFamily="2" charset="0"/>
              </a:rPr>
              <a:t>(Senati)</a:t>
            </a:r>
          </a:p>
        </p:txBody>
      </p:sp>
      <p:sp>
        <p:nvSpPr>
          <p:cNvPr id="34" name="Rectangle 33">
            <a:extLst>
              <a:ext uri="{FF2B5EF4-FFF2-40B4-BE49-F238E27FC236}">
                <a16:creationId xmlns:a16="http://schemas.microsoft.com/office/drawing/2014/main" id="{1D9647C8-444A-3F8D-75C5-C25BB88A990C}"/>
              </a:ext>
            </a:extLst>
          </p:cNvPr>
          <p:cNvSpPr/>
          <p:nvPr/>
        </p:nvSpPr>
        <p:spPr>
          <a:xfrm>
            <a:off x="7168646" y="4969089"/>
            <a:ext cx="1432839"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ea typeface="Roboto" panose="02000000000000000000" pitchFamily="2" charset="0"/>
                <a:cs typeface="Roboto" panose="02000000000000000000" pitchFamily="2" charset="0"/>
              </a:rPr>
              <a:t>AUDIT</a:t>
            </a:r>
          </a:p>
        </p:txBody>
      </p:sp>
      <p:sp>
        <p:nvSpPr>
          <p:cNvPr id="194" name="Rectangle: Folded Corner 193">
            <a:extLst>
              <a:ext uri="{FF2B5EF4-FFF2-40B4-BE49-F238E27FC236}">
                <a16:creationId xmlns:a16="http://schemas.microsoft.com/office/drawing/2014/main" id="{BA5840C2-EDD9-BAE9-6AE7-24F16312747A}"/>
              </a:ext>
            </a:extLst>
          </p:cNvPr>
          <p:cNvSpPr/>
          <p:nvPr/>
        </p:nvSpPr>
        <p:spPr bwMode="gray">
          <a:xfrm>
            <a:off x="7294665" y="5396218"/>
            <a:ext cx="1180800" cy="226068"/>
          </a:xfrm>
          <a:prstGeom prst="foldedCorner">
            <a:avLst/>
          </a:prstGeom>
          <a:solidFill>
            <a:srgbClr val="FFFFED"/>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latin typeface="+mj-lt"/>
                <a:ea typeface="Roboto" panose="02000000000000000000" pitchFamily="2" charset="0"/>
                <a:cs typeface="Roboto" panose="02000000000000000000" pitchFamily="2" charset="0"/>
              </a:rPr>
              <a:t>CAO</a:t>
            </a:r>
          </a:p>
          <a:p>
            <a:pPr algn="ctr"/>
            <a:r>
              <a:rPr lang="it-IT" sz="700" i="1" kern="0">
                <a:latin typeface="+mj-lt"/>
                <a:ea typeface="Roboto" panose="02000000000000000000" pitchFamily="2" charset="0"/>
                <a:cs typeface="Roboto" panose="02000000000000000000" pitchFamily="2" charset="0"/>
              </a:rPr>
              <a:t>(Testa)</a:t>
            </a:r>
          </a:p>
        </p:txBody>
      </p:sp>
      <p:sp>
        <p:nvSpPr>
          <p:cNvPr id="195" name="Rectangle: Folded Corner 194">
            <a:extLst>
              <a:ext uri="{FF2B5EF4-FFF2-40B4-BE49-F238E27FC236}">
                <a16:creationId xmlns:a16="http://schemas.microsoft.com/office/drawing/2014/main" id="{89CEF152-CCE3-B2C8-4F04-049A7F56129A}"/>
              </a:ext>
            </a:extLst>
          </p:cNvPr>
          <p:cNvSpPr/>
          <p:nvPr/>
        </p:nvSpPr>
        <p:spPr bwMode="gray">
          <a:xfrm>
            <a:off x="5631638" y="5396218"/>
            <a:ext cx="1180800" cy="226068"/>
          </a:xfrm>
          <a:prstGeom prst="foldedCorner">
            <a:avLst/>
          </a:prstGeom>
          <a:solidFill>
            <a:srgbClr val="FFFFED"/>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latin typeface="+mj-lt"/>
                <a:ea typeface="Roboto" panose="02000000000000000000" pitchFamily="2" charset="0"/>
                <a:cs typeface="Roboto" panose="02000000000000000000" pitchFamily="2" charset="0"/>
              </a:rPr>
              <a:t>CCO - Compliance</a:t>
            </a:r>
          </a:p>
          <a:p>
            <a:pPr algn="ctr"/>
            <a:r>
              <a:rPr lang="it-IT" sz="700" i="1" kern="0">
                <a:latin typeface="+mj-lt"/>
                <a:ea typeface="Roboto" panose="02000000000000000000" pitchFamily="2" charset="0"/>
                <a:cs typeface="Roboto" panose="02000000000000000000" pitchFamily="2" charset="0"/>
              </a:rPr>
              <a:t>(Nieddu)</a:t>
            </a:r>
          </a:p>
        </p:txBody>
      </p:sp>
      <p:sp>
        <p:nvSpPr>
          <p:cNvPr id="197" name="Rectangle: Folded Corner 196">
            <a:extLst>
              <a:ext uri="{FF2B5EF4-FFF2-40B4-BE49-F238E27FC236}">
                <a16:creationId xmlns:a16="http://schemas.microsoft.com/office/drawing/2014/main" id="{961E521C-AF7F-15A1-23E3-A05042F737F5}"/>
              </a:ext>
            </a:extLst>
          </p:cNvPr>
          <p:cNvSpPr/>
          <p:nvPr/>
        </p:nvSpPr>
        <p:spPr bwMode="gray">
          <a:xfrm>
            <a:off x="3968612" y="6112034"/>
            <a:ext cx="1180800" cy="226068"/>
          </a:xfrm>
          <a:prstGeom prst="foldedCorner">
            <a:avLst/>
          </a:prstGeom>
          <a:solidFill>
            <a:srgbClr val="FFFFED"/>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ea typeface="Roboto" panose="02000000000000000000" pitchFamily="2" charset="0"/>
                <a:cs typeface="Roboto" panose="02000000000000000000" pitchFamily="2" charset="0"/>
              </a:rPr>
              <a:t>CLO</a:t>
            </a:r>
          </a:p>
          <a:p>
            <a:pPr algn="ctr"/>
            <a:r>
              <a:rPr lang="it-IT" sz="700" i="1" kern="0">
                <a:ea typeface="Roboto" panose="02000000000000000000" pitchFamily="2" charset="0"/>
                <a:cs typeface="Roboto" panose="02000000000000000000" pitchFamily="2" charset="0"/>
              </a:rPr>
              <a:t>(Ruggieri)</a:t>
            </a:r>
          </a:p>
        </p:txBody>
      </p:sp>
      <p:sp>
        <p:nvSpPr>
          <p:cNvPr id="10" name="Rectangle 9">
            <a:extLst>
              <a:ext uri="{FF2B5EF4-FFF2-40B4-BE49-F238E27FC236}">
                <a16:creationId xmlns:a16="http://schemas.microsoft.com/office/drawing/2014/main" id="{F54BF769-36AB-6DF8-0A7D-6E3B9C961AD3}"/>
              </a:ext>
            </a:extLst>
          </p:cNvPr>
          <p:cNvSpPr/>
          <p:nvPr/>
        </p:nvSpPr>
        <p:spPr bwMode="gray">
          <a:xfrm>
            <a:off x="167617" y="2106201"/>
            <a:ext cx="1458618" cy="653198"/>
          </a:xfrm>
          <a:prstGeom prst="rect">
            <a:avLst/>
          </a:prstGeom>
          <a:solidFill>
            <a:srgbClr val="003A79"/>
          </a:solidFill>
          <a:ln w="6350" algn="ctr">
            <a:noFill/>
            <a:miter lim="800000"/>
            <a:headEnd/>
            <a:tailEnd/>
          </a:ln>
          <a:effectLst/>
        </p:spPr>
        <p:txBody>
          <a:bodyPr rot="0" spcFirstLastPara="0" vertOverflow="overflow" horzOverflow="overflow" vert="horz" wrap="square" lIns="108000" tIns="36000" rIns="36000" bIns="36000" numCol="1" spcCol="0" rtlCol="0" fromWordArt="0" anchor="ctr" anchorCtr="0" forceAA="0" compatLnSpc="1">
            <a:prstTxWarp prst="textNoShape">
              <a:avLst/>
            </a:prstTxWarp>
            <a:noAutofit/>
          </a:bodyPr>
          <a:lstStyle/>
          <a:p>
            <a:r>
              <a:rPr lang="it-IT" sz="900" b="1" i="0" noProof="0">
                <a:solidFill>
                  <a:srgbClr val="FFFFFF"/>
                </a:solidFill>
                <a:effectLst/>
                <a:latin typeface="+mj-lt"/>
                <a:cs typeface="Calibri" panose="020F0502020204030204" pitchFamily="34" charset="0"/>
              </a:rPr>
              <a:t>GOVERNO</a:t>
            </a:r>
          </a:p>
        </p:txBody>
      </p:sp>
      <p:sp>
        <p:nvSpPr>
          <p:cNvPr id="198" name="Rectangle: Folded Corner 197">
            <a:extLst>
              <a:ext uri="{FF2B5EF4-FFF2-40B4-BE49-F238E27FC236}">
                <a16:creationId xmlns:a16="http://schemas.microsoft.com/office/drawing/2014/main" id="{2DABD690-5A41-960E-2872-5CD5378B52A7}"/>
              </a:ext>
            </a:extLst>
          </p:cNvPr>
          <p:cNvSpPr/>
          <p:nvPr/>
        </p:nvSpPr>
        <p:spPr bwMode="gray">
          <a:xfrm>
            <a:off x="5631638" y="6112034"/>
            <a:ext cx="1180800" cy="226068"/>
          </a:xfrm>
          <a:prstGeom prst="foldedCorner">
            <a:avLst/>
          </a:prstGeom>
          <a:solidFill>
            <a:srgbClr val="FFFFED"/>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ea typeface="Roboto" panose="02000000000000000000" pitchFamily="2" charset="0"/>
                <a:cs typeface="Roboto" panose="02000000000000000000" pitchFamily="2" charset="0"/>
              </a:rPr>
              <a:t>CLO</a:t>
            </a:r>
          </a:p>
          <a:p>
            <a:pPr algn="ctr"/>
            <a:r>
              <a:rPr lang="it-IT" sz="700" i="1" kern="0">
                <a:ea typeface="Roboto" panose="02000000000000000000" pitchFamily="2" charset="0"/>
                <a:cs typeface="Roboto" panose="02000000000000000000" pitchFamily="2" charset="0"/>
              </a:rPr>
              <a:t>(Ruggieri)</a:t>
            </a:r>
          </a:p>
        </p:txBody>
      </p:sp>
      <p:cxnSp>
        <p:nvCxnSpPr>
          <p:cNvPr id="104" name="Straight Connector 103">
            <a:extLst>
              <a:ext uri="{FF2B5EF4-FFF2-40B4-BE49-F238E27FC236}">
                <a16:creationId xmlns:a16="http://schemas.microsoft.com/office/drawing/2014/main" id="{74BC1DD9-030F-1609-A88B-001A91EB1AA3}"/>
              </a:ext>
            </a:extLst>
          </p:cNvPr>
          <p:cNvCxnSpPr>
            <a:cxnSpLocks/>
          </p:cNvCxnSpPr>
          <p:nvPr/>
        </p:nvCxnSpPr>
        <p:spPr>
          <a:xfrm>
            <a:off x="3589476" y="2106201"/>
            <a:ext cx="1588" cy="653198"/>
          </a:xfrm>
          <a:prstGeom prst="line">
            <a:avLst/>
          </a:prstGeom>
          <a:ln w="3175">
            <a:solidFill>
              <a:srgbClr val="003A79"/>
            </a:solidFill>
          </a:ln>
        </p:spPr>
        <p:style>
          <a:lnRef idx="1">
            <a:schemeClr val="accent1"/>
          </a:lnRef>
          <a:fillRef idx="0">
            <a:schemeClr val="accent1"/>
          </a:fillRef>
          <a:effectRef idx="0">
            <a:schemeClr val="accent1"/>
          </a:effectRef>
          <a:fontRef idx="minor">
            <a:schemeClr val="tx1"/>
          </a:fontRef>
        </p:style>
      </p:cxnSp>
      <p:sp>
        <p:nvSpPr>
          <p:cNvPr id="50" name="Arrow: Chevron 49">
            <a:extLst>
              <a:ext uri="{FF2B5EF4-FFF2-40B4-BE49-F238E27FC236}">
                <a16:creationId xmlns:a16="http://schemas.microsoft.com/office/drawing/2014/main" id="{FD5E5245-6F69-A9E7-F428-9C76990F596F}"/>
              </a:ext>
            </a:extLst>
          </p:cNvPr>
          <p:cNvSpPr/>
          <p:nvPr/>
        </p:nvSpPr>
        <p:spPr>
          <a:xfrm>
            <a:off x="3530207" y="2328595"/>
            <a:ext cx="116749" cy="208411"/>
          </a:xfrm>
          <a:prstGeom prst="chevron">
            <a:avLst/>
          </a:prstGeom>
          <a:solidFill>
            <a:srgbClr val="003A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noProof="0">
              <a:solidFill>
                <a:schemeClr val="tx1"/>
              </a:solidFill>
              <a:latin typeface="+mj-lt"/>
            </a:endParaRPr>
          </a:p>
        </p:txBody>
      </p:sp>
      <p:sp>
        <p:nvSpPr>
          <p:cNvPr id="44" name="Rectangle 43">
            <a:hlinkClick r:id="" action="ppaction://noaction"/>
            <a:extLst>
              <a:ext uri="{FF2B5EF4-FFF2-40B4-BE49-F238E27FC236}">
                <a16:creationId xmlns:a16="http://schemas.microsoft.com/office/drawing/2014/main" id="{72A12DA3-8F4E-336A-115D-8B3A65A93B30}"/>
              </a:ext>
            </a:extLst>
          </p:cNvPr>
          <p:cNvSpPr/>
          <p:nvPr/>
        </p:nvSpPr>
        <p:spPr>
          <a:xfrm>
            <a:off x="1693476" y="2106201"/>
            <a:ext cx="1701124" cy="653198"/>
          </a:xfrm>
          <a:prstGeom prst="rect">
            <a:avLst/>
          </a:prstGeom>
          <a:solidFill>
            <a:srgbClr val="F0F7FB"/>
          </a:solid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it-IT" sz="1050" noProof="0">
                <a:solidFill>
                  <a:schemeClr val="tx1"/>
                </a:solidFill>
                <a:latin typeface="+mj-lt"/>
              </a:rPr>
              <a:t>Assicurare il </a:t>
            </a:r>
            <a:r>
              <a:rPr lang="it-IT" sz="1050" b="1" noProof="0">
                <a:solidFill>
                  <a:schemeClr val="tx1"/>
                </a:solidFill>
                <a:latin typeface="+mj-lt"/>
              </a:rPr>
              <a:t>nuovo assetto societario </a:t>
            </a:r>
            <a:r>
              <a:rPr lang="it-IT" sz="1050" noProof="0">
                <a:solidFill>
                  <a:schemeClr val="tx1"/>
                </a:solidFill>
                <a:latin typeface="+mj-lt"/>
              </a:rPr>
              <a:t>e </a:t>
            </a:r>
            <a:r>
              <a:rPr lang="it-IT" sz="1050" b="1" noProof="0">
                <a:solidFill>
                  <a:schemeClr val="tx1"/>
                </a:solidFill>
                <a:latin typeface="+mj-lt"/>
              </a:rPr>
              <a:t>governo </a:t>
            </a:r>
            <a:r>
              <a:rPr lang="it-IT" sz="1050" noProof="0">
                <a:solidFill>
                  <a:schemeClr val="tx1"/>
                </a:solidFill>
                <a:latin typeface="+mj-lt"/>
              </a:rPr>
              <a:t>del</a:t>
            </a:r>
            <a:r>
              <a:rPr lang="it-IT" sz="1050" b="1" noProof="0">
                <a:solidFill>
                  <a:schemeClr val="tx1"/>
                </a:solidFill>
                <a:latin typeface="+mj-lt"/>
              </a:rPr>
              <a:t> transitorio</a:t>
            </a:r>
          </a:p>
        </p:txBody>
      </p:sp>
      <p:sp>
        <p:nvSpPr>
          <p:cNvPr id="135" name="Rectangle 134">
            <a:extLst>
              <a:ext uri="{FF2B5EF4-FFF2-40B4-BE49-F238E27FC236}">
                <a16:creationId xmlns:a16="http://schemas.microsoft.com/office/drawing/2014/main" id="{17A82E55-776F-F1D7-2A22-24A3ED074028}"/>
              </a:ext>
            </a:extLst>
          </p:cNvPr>
          <p:cNvSpPr>
            <a:spLocks/>
          </p:cNvSpPr>
          <p:nvPr/>
        </p:nvSpPr>
        <p:spPr>
          <a:xfrm>
            <a:off x="8820641" y="2106201"/>
            <a:ext cx="1434360" cy="653198"/>
          </a:xfrm>
          <a:prstGeom prst="rect">
            <a:avLst/>
          </a:prstGeom>
          <a:solidFill>
            <a:srgbClr val="FFFFFF"/>
          </a:solidFill>
          <a:ln w="3175" algn="ctr">
            <a:solidFill>
              <a:srgbClr val="003A79"/>
            </a:solidFill>
            <a:prstDash val="sysDot"/>
            <a:miter lim="800000"/>
            <a:headEnd/>
            <a:tailEnd/>
          </a:ln>
          <a:effectLst/>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ea typeface="Roboto" panose="02000000000000000000" pitchFamily="2" charset="0"/>
                <a:cs typeface="Roboto" panose="02000000000000000000" pitchFamily="2" charset="0"/>
              </a:rPr>
              <a:t>MECCANISMI DI INDIRIZZO E COORDINAMENTO</a:t>
            </a:r>
          </a:p>
        </p:txBody>
      </p:sp>
      <p:sp>
        <p:nvSpPr>
          <p:cNvPr id="12" name="Rectangle 11">
            <a:extLst>
              <a:ext uri="{FF2B5EF4-FFF2-40B4-BE49-F238E27FC236}">
                <a16:creationId xmlns:a16="http://schemas.microsoft.com/office/drawing/2014/main" id="{99099C5E-E97C-2320-190E-7D6B7FC46391}"/>
              </a:ext>
            </a:extLst>
          </p:cNvPr>
          <p:cNvSpPr>
            <a:spLocks/>
          </p:cNvSpPr>
          <p:nvPr/>
        </p:nvSpPr>
        <p:spPr>
          <a:xfrm>
            <a:off x="10493937" y="2106201"/>
            <a:ext cx="1434360"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a:cs typeface="Roboto"/>
              </a:rPr>
              <a:t>BRAND</a:t>
            </a:r>
          </a:p>
        </p:txBody>
      </p:sp>
      <p:sp>
        <p:nvSpPr>
          <p:cNvPr id="177" name="Rectangle 176">
            <a:extLst>
              <a:ext uri="{FF2B5EF4-FFF2-40B4-BE49-F238E27FC236}">
                <a16:creationId xmlns:a16="http://schemas.microsoft.com/office/drawing/2014/main" id="{3C8F7A27-82EC-7240-AF74-296CF3FBB3AE}"/>
              </a:ext>
            </a:extLst>
          </p:cNvPr>
          <p:cNvSpPr>
            <a:spLocks/>
          </p:cNvSpPr>
          <p:nvPr/>
        </p:nvSpPr>
        <p:spPr>
          <a:xfrm>
            <a:off x="7167884" y="2106201"/>
            <a:ext cx="1434360"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a:cs typeface="Roboto"/>
              </a:rPr>
              <a:t>ADEMPIMENTI E COMUNICAZIONI ESTERNE</a:t>
            </a:r>
          </a:p>
        </p:txBody>
      </p:sp>
      <p:sp>
        <p:nvSpPr>
          <p:cNvPr id="121" name="Rectangle 120">
            <a:extLst>
              <a:ext uri="{FF2B5EF4-FFF2-40B4-BE49-F238E27FC236}">
                <a16:creationId xmlns:a16="http://schemas.microsoft.com/office/drawing/2014/main" id="{324A9B3A-3D78-E2A7-70FD-6DAAB1490CAC}"/>
              </a:ext>
            </a:extLst>
          </p:cNvPr>
          <p:cNvSpPr>
            <a:spLocks/>
          </p:cNvSpPr>
          <p:nvPr/>
        </p:nvSpPr>
        <p:spPr>
          <a:xfrm>
            <a:off x="3842796" y="2106201"/>
            <a:ext cx="1434360"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GOVERNANCE</a:t>
            </a:r>
          </a:p>
        </p:txBody>
      </p:sp>
      <p:sp>
        <p:nvSpPr>
          <p:cNvPr id="122" name="Rectangle 121">
            <a:extLst>
              <a:ext uri="{FF2B5EF4-FFF2-40B4-BE49-F238E27FC236}">
                <a16:creationId xmlns:a16="http://schemas.microsoft.com/office/drawing/2014/main" id="{44B787BD-F1D1-D92E-3296-2ACB9BAB47C4}"/>
              </a:ext>
            </a:extLst>
          </p:cNvPr>
          <p:cNvSpPr>
            <a:spLocks/>
          </p:cNvSpPr>
          <p:nvPr/>
        </p:nvSpPr>
        <p:spPr>
          <a:xfrm>
            <a:off x="5504858" y="2106201"/>
            <a:ext cx="1434360"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a:cs typeface="Roboto"/>
              </a:rPr>
              <a:t>COMUNICAZIONI INTERNE E AZIONI SUI DIPENDENTI</a:t>
            </a:r>
          </a:p>
        </p:txBody>
      </p:sp>
      <p:sp>
        <p:nvSpPr>
          <p:cNvPr id="160" name="Rectangle: Folded Corner 159">
            <a:extLst>
              <a:ext uri="{FF2B5EF4-FFF2-40B4-BE49-F238E27FC236}">
                <a16:creationId xmlns:a16="http://schemas.microsoft.com/office/drawing/2014/main" id="{94ECF2FA-B652-F0F5-4A8E-730A51EA8D1D}"/>
              </a:ext>
            </a:extLst>
          </p:cNvPr>
          <p:cNvSpPr/>
          <p:nvPr/>
        </p:nvSpPr>
        <p:spPr bwMode="gray">
          <a:xfrm>
            <a:off x="3968612" y="2530908"/>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noProof="0">
                <a:latin typeface="+mj-lt"/>
                <a:ea typeface="Roboto" panose="02000000000000000000" pitchFamily="2" charset="0"/>
                <a:cs typeface="Roboto" panose="02000000000000000000" pitchFamily="2" charset="0"/>
              </a:rPr>
              <a:t>CGOTO</a:t>
            </a:r>
          </a:p>
          <a:p>
            <a:pPr algn="ctr"/>
            <a:r>
              <a:rPr lang="it-IT" sz="700" i="1" kern="0" noProof="0">
                <a:latin typeface="+mj-lt"/>
                <a:ea typeface="Roboto" panose="02000000000000000000" pitchFamily="2" charset="0"/>
                <a:cs typeface="Roboto" panose="02000000000000000000" pitchFamily="2" charset="0"/>
              </a:rPr>
              <a:t>(Vismara)</a:t>
            </a:r>
          </a:p>
        </p:txBody>
      </p:sp>
      <p:sp>
        <p:nvSpPr>
          <p:cNvPr id="162" name="Rectangle: Folded Corner 161">
            <a:extLst>
              <a:ext uri="{FF2B5EF4-FFF2-40B4-BE49-F238E27FC236}">
                <a16:creationId xmlns:a16="http://schemas.microsoft.com/office/drawing/2014/main" id="{9F14E16C-069D-693F-49FF-D1A686956A82}"/>
              </a:ext>
            </a:extLst>
          </p:cNvPr>
          <p:cNvSpPr/>
          <p:nvPr/>
        </p:nvSpPr>
        <p:spPr bwMode="gray">
          <a:xfrm>
            <a:off x="8957691" y="2530908"/>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noProof="0">
                <a:ea typeface="Roboto" panose="02000000000000000000" pitchFamily="2" charset="0"/>
                <a:cs typeface="Roboto" panose="02000000000000000000" pitchFamily="2" charset="0"/>
              </a:rPr>
              <a:t>CTOO</a:t>
            </a:r>
          </a:p>
          <a:p>
            <a:pPr algn="ctr"/>
            <a:r>
              <a:rPr lang="it-IT" sz="700" i="1" kern="0" noProof="0">
                <a:ea typeface="Roboto" panose="02000000000000000000" pitchFamily="2" charset="0"/>
                <a:cs typeface="Roboto" panose="02000000000000000000" pitchFamily="2" charset="0"/>
              </a:rPr>
              <a:t>(Furst)</a:t>
            </a:r>
          </a:p>
        </p:txBody>
      </p:sp>
      <p:sp>
        <p:nvSpPr>
          <p:cNvPr id="163" name="Rectangle: Folded Corner 162">
            <a:extLst>
              <a:ext uri="{FF2B5EF4-FFF2-40B4-BE49-F238E27FC236}">
                <a16:creationId xmlns:a16="http://schemas.microsoft.com/office/drawing/2014/main" id="{5E0F8B84-1C80-BA6D-53C3-E99088ED924D}"/>
              </a:ext>
            </a:extLst>
          </p:cNvPr>
          <p:cNvSpPr/>
          <p:nvPr/>
        </p:nvSpPr>
        <p:spPr bwMode="gray">
          <a:xfrm>
            <a:off x="5631638" y="2530908"/>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noProof="0">
                <a:ea typeface="Roboto" panose="02000000000000000000" pitchFamily="2" charset="0"/>
                <a:cs typeface="Roboto" panose="02000000000000000000" pitchFamily="2" charset="0"/>
              </a:rPr>
              <a:t>CPCO</a:t>
            </a:r>
          </a:p>
          <a:p>
            <a:pPr algn="ctr"/>
            <a:r>
              <a:rPr lang="it-IT" sz="700" i="1" kern="0">
                <a:latin typeface="+mj-lt"/>
                <a:ea typeface="Roboto" panose="02000000000000000000" pitchFamily="2" charset="0"/>
                <a:cs typeface="Roboto" panose="02000000000000000000" pitchFamily="2" charset="0"/>
              </a:rPr>
              <a:t>(Acquaro)</a:t>
            </a:r>
          </a:p>
        </p:txBody>
      </p:sp>
      <p:sp>
        <p:nvSpPr>
          <p:cNvPr id="164" name="Rectangle: Folded Corner 163">
            <a:extLst>
              <a:ext uri="{FF2B5EF4-FFF2-40B4-BE49-F238E27FC236}">
                <a16:creationId xmlns:a16="http://schemas.microsoft.com/office/drawing/2014/main" id="{93A50D96-C4E3-C805-47A5-FE97A757E739}"/>
              </a:ext>
            </a:extLst>
          </p:cNvPr>
          <p:cNvSpPr/>
          <p:nvPr/>
        </p:nvSpPr>
        <p:spPr bwMode="gray">
          <a:xfrm>
            <a:off x="7294664" y="2530908"/>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noProof="0">
                <a:ea typeface="Roboto" panose="02000000000000000000" pitchFamily="2" charset="0"/>
                <a:cs typeface="Roboto" panose="02000000000000000000" pitchFamily="2" charset="0"/>
              </a:rPr>
              <a:t>CIAECO</a:t>
            </a:r>
          </a:p>
          <a:p>
            <a:pPr algn="ctr"/>
            <a:r>
              <a:rPr lang="it-IT" sz="700" i="1" kern="0" noProof="0">
                <a:ea typeface="Roboto" panose="02000000000000000000" pitchFamily="2" charset="0"/>
                <a:cs typeface="Roboto" panose="02000000000000000000" pitchFamily="2" charset="0"/>
              </a:rPr>
              <a:t>(Moscianese)</a:t>
            </a:r>
          </a:p>
        </p:txBody>
      </p:sp>
      <p:sp>
        <p:nvSpPr>
          <p:cNvPr id="17" name="Rectangle 16">
            <a:extLst>
              <a:ext uri="{FF2B5EF4-FFF2-40B4-BE49-F238E27FC236}">
                <a16:creationId xmlns:a16="http://schemas.microsoft.com/office/drawing/2014/main" id="{57689B67-2F31-DB4F-133F-98372B8C920E}"/>
              </a:ext>
            </a:extLst>
          </p:cNvPr>
          <p:cNvSpPr/>
          <p:nvPr/>
        </p:nvSpPr>
        <p:spPr>
          <a:xfrm>
            <a:off x="167617" y="2106201"/>
            <a:ext cx="216378" cy="184681"/>
          </a:xfrm>
          <a:prstGeom prst="rect">
            <a:avLst/>
          </a:prstGeom>
          <a:solidFill>
            <a:srgbClr val="FFFFFF"/>
          </a:solidFill>
          <a:ln w="3175">
            <a:solidFill>
              <a:srgbClr val="003A79"/>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103">
              <a:spcBef>
                <a:spcPts val="133"/>
              </a:spcBef>
              <a:spcAft>
                <a:spcPts val="133"/>
              </a:spcAft>
            </a:pPr>
            <a:r>
              <a:rPr lang="it-IT" sz="1050" b="1" noProof="0">
                <a:solidFill>
                  <a:srgbClr val="003A79"/>
                </a:solidFill>
                <a:latin typeface="+mj-lt"/>
                <a:ea typeface="Roboto" panose="02000000000000000000" pitchFamily="2" charset="0"/>
                <a:cs typeface="Roboto" panose="02000000000000000000" pitchFamily="2" charset="0"/>
              </a:rPr>
              <a:t>B</a:t>
            </a:r>
          </a:p>
        </p:txBody>
      </p:sp>
      <p:sp>
        <p:nvSpPr>
          <p:cNvPr id="165" name="Rectangle: Folded Corner 164">
            <a:extLst>
              <a:ext uri="{FF2B5EF4-FFF2-40B4-BE49-F238E27FC236}">
                <a16:creationId xmlns:a16="http://schemas.microsoft.com/office/drawing/2014/main" id="{7CE17786-A8FE-1822-75ED-515FB6040E3E}"/>
              </a:ext>
            </a:extLst>
          </p:cNvPr>
          <p:cNvSpPr/>
          <p:nvPr/>
        </p:nvSpPr>
        <p:spPr bwMode="gray">
          <a:xfrm>
            <a:off x="10620717" y="2530908"/>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noProof="0">
                <a:latin typeface="+mj-lt"/>
                <a:ea typeface="Roboto" panose="02000000000000000000" pitchFamily="2" charset="0"/>
                <a:cs typeface="Roboto" panose="02000000000000000000" pitchFamily="2" charset="0"/>
              </a:rPr>
              <a:t>CIAECO</a:t>
            </a:r>
            <a:r>
              <a:rPr lang="it-IT" sz="700" i="1" kern="0" noProof="0">
                <a:latin typeface="+mj-lt"/>
                <a:ea typeface="Roboto" panose="02000000000000000000" pitchFamily="2" charset="0"/>
                <a:cs typeface="Roboto" panose="02000000000000000000" pitchFamily="2" charset="0"/>
              </a:rPr>
              <a:t> – Ext. Comm</a:t>
            </a:r>
          </a:p>
          <a:p>
            <a:pPr algn="ctr"/>
            <a:r>
              <a:rPr lang="it-IT" sz="700" i="1" kern="0" noProof="0">
                <a:latin typeface="+mj-lt"/>
                <a:ea typeface="Roboto" panose="02000000000000000000" pitchFamily="2" charset="0"/>
                <a:cs typeface="Roboto" panose="02000000000000000000" pitchFamily="2" charset="0"/>
              </a:rPr>
              <a:t>(</a:t>
            </a:r>
            <a:r>
              <a:rPr lang="it-IT" sz="700" i="1" kern="0">
                <a:latin typeface="+mj-lt"/>
                <a:ea typeface="Roboto" panose="02000000000000000000" pitchFamily="2" charset="0"/>
                <a:cs typeface="Roboto" panose="02000000000000000000" pitchFamily="2" charset="0"/>
              </a:rPr>
              <a:t>Spagnuolo</a:t>
            </a:r>
            <a:r>
              <a:rPr lang="it-IT" sz="700" i="1" kern="0" noProof="0">
                <a:latin typeface="+mj-lt"/>
                <a:ea typeface="Roboto" panose="02000000000000000000" pitchFamily="2" charset="0"/>
                <a:cs typeface="Roboto" panose="02000000000000000000" pitchFamily="2" charset="0"/>
              </a:rPr>
              <a:t>)</a:t>
            </a:r>
          </a:p>
        </p:txBody>
      </p:sp>
      <p:sp>
        <p:nvSpPr>
          <p:cNvPr id="27" name="Rectangle 26">
            <a:extLst>
              <a:ext uri="{FF2B5EF4-FFF2-40B4-BE49-F238E27FC236}">
                <a16:creationId xmlns:a16="http://schemas.microsoft.com/office/drawing/2014/main" id="{C7FFFA1D-AB5B-C27B-C103-13B39C72D4F5}"/>
              </a:ext>
            </a:extLst>
          </p:cNvPr>
          <p:cNvSpPr/>
          <p:nvPr/>
        </p:nvSpPr>
        <p:spPr>
          <a:xfrm>
            <a:off x="167617" y="2822013"/>
            <a:ext cx="216378" cy="184681"/>
          </a:xfrm>
          <a:prstGeom prst="rect">
            <a:avLst/>
          </a:prstGeom>
          <a:solidFill>
            <a:srgbClr val="FFFFFF"/>
          </a:solidFill>
          <a:ln w="3175">
            <a:solidFill>
              <a:srgbClr val="003A79"/>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103">
              <a:spcBef>
                <a:spcPts val="133"/>
              </a:spcBef>
              <a:spcAft>
                <a:spcPts val="133"/>
              </a:spcAft>
            </a:pPr>
            <a:r>
              <a:rPr lang="it-IT" sz="1050" b="1" noProof="0">
                <a:solidFill>
                  <a:srgbClr val="003A79"/>
                </a:solidFill>
                <a:latin typeface="+mj-lt"/>
                <a:ea typeface="Roboto" panose="02000000000000000000" pitchFamily="2" charset="0"/>
                <a:cs typeface="Roboto" panose="02000000000000000000" pitchFamily="2" charset="0"/>
              </a:rPr>
              <a:t>C</a:t>
            </a:r>
          </a:p>
        </p:txBody>
      </p:sp>
      <p:sp>
        <p:nvSpPr>
          <p:cNvPr id="31" name="Rectangle 30">
            <a:extLst>
              <a:ext uri="{FF2B5EF4-FFF2-40B4-BE49-F238E27FC236}">
                <a16:creationId xmlns:a16="http://schemas.microsoft.com/office/drawing/2014/main" id="{268F982F-CEE1-B6A2-3749-247E0C743A2D}"/>
              </a:ext>
            </a:extLst>
          </p:cNvPr>
          <p:cNvSpPr/>
          <p:nvPr/>
        </p:nvSpPr>
        <p:spPr>
          <a:xfrm>
            <a:off x="167617" y="3537464"/>
            <a:ext cx="216378" cy="184681"/>
          </a:xfrm>
          <a:prstGeom prst="rect">
            <a:avLst/>
          </a:prstGeom>
          <a:solidFill>
            <a:srgbClr val="FFFFFF"/>
          </a:solidFill>
          <a:ln w="3175">
            <a:solidFill>
              <a:srgbClr val="003A79"/>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103">
              <a:spcBef>
                <a:spcPts val="133"/>
              </a:spcBef>
              <a:spcAft>
                <a:spcPts val="133"/>
              </a:spcAft>
            </a:pPr>
            <a:r>
              <a:rPr lang="it-IT" sz="1050" b="1" noProof="0">
                <a:solidFill>
                  <a:srgbClr val="003A79"/>
                </a:solidFill>
                <a:latin typeface="+mj-lt"/>
                <a:ea typeface="Roboto" panose="02000000000000000000" pitchFamily="2" charset="0"/>
                <a:cs typeface="Roboto" panose="02000000000000000000" pitchFamily="2" charset="0"/>
              </a:rPr>
              <a:t>D</a:t>
            </a:r>
          </a:p>
        </p:txBody>
      </p:sp>
      <p:sp>
        <p:nvSpPr>
          <p:cNvPr id="35" name="Rectangle 34">
            <a:extLst>
              <a:ext uri="{FF2B5EF4-FFF2-40B4-BE49-F238E27FC236}">
                <a16:creationId xmlns:a16="http://schemas.microsoft.com/office/drawing/2014/main" id="{E5644EAD-9BB4-47D1-0775-4520FA6A72F1}"/>
              </a:ext>
            </a:extLst>
          </p:cNvPr>
          <p:cNvSpPr/>
          <p:nvPr/>
        </p:nvSpPr>
        <p:spPr>
          <a:xfrm>
            <a:off x="167617" y="4253276"/>
            <a:ext cx="216378" cy="184681"/>
          </a:xfrm>
          <a:prstGeom prst="rect">
            <a:avLst/>
          </a:prstGeom>
          <a:solidFill>
            <a:srgbClr val="FFFFFF"/>
          </a:solidFill>
          <a:ln w="3175">
            <a:solidFill>
              <a:srgbClr val="003A79"/>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103">
              <a:spcBef>
                <a:spcPts val="133"/>
              </a:spcBef>
              <a:spcAft>
                <a:spcPts val="133"/>
              </a:spcAft>
            </a:pPr>
            <a:r>
              <a:rPr lang="it-IT" sz="1050" b="1" noProof="0">
                <a:solidFill>
                  <a:srgbClr val="003A79"/>
                </a:solidFill>
                <a:latin typeface="+mj-lt"/>
                <a:ea typeface="Roboto" panose="02000000000000000000" pitchFamily="2" charset="0"/>
                <a:cs typeface="Roboto" panose="02000000000000000000" pitchFamily="2" charset="0"/>
              </a:rPr>
              <a:t>E</a:t>
            </a:r>
          </a:p>
        </p:txBody>
      </p:sp>
      <p:sp>
        <p:nvSpPr>
          <p:cNvPr id="199" name="Rectangle 198">
            <a:extLst>
              <a:ext uri="{FF2B5EF4-FFF2-40B4-BE49-F238E27FC236}">
                <a16:creationId xmlns:a16="http://schemas.microsoft.com/office/drawing/2014/main" id="{18B17E43-46D6-02D3-CD89-28F6D43955D9}"/>
              </a:ext>
            </a:extLst>
          </p:cNvPr>
          <p:cNvSpPr/>
          <p:nvPr/>
        </p:nvSpPr>
        <p:spPr>
          <a:xfrm>
            <a:off x="167617" y="4969089"/>
            <a:ext cx="216378" cy="184681"/>
          </a:xfrm>
          <a:prstGeom prst="rect">
            <a:avLst/>
          </a:prstGeom>
          <a:solidFill>
            <a:srgbClr val="FFFFFF"/>
          </a:solidFill>
          <a:ln w="3175">
            <a:solidFill>
              <a:srgbClr val="003A79"/>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103">
              <a:spcBef>
                <a:spcPts val="133"/>
              </a:spcBef>
              <a:spcAft>
                <a:spcPts val="133"/>
              </a:spcAft>
            </a:pPr>
            <a:r>
              <a:rPr lang="it-IT" sz="1050" b="1" noProof="0">
                <a:solidFill>
                  <a:srgbClr val="003A79"/>
                </a:solidFill>
                <a:latin typeface="+mj-lt"/>
                <a:ea typeface="Roboto" panose="02000000000000000000" pitchFamily="2" charset="0"/>
                <a:cs typeface="Roboto" panose="02000000000000000000" pitchFamily="2" charset="0"/>
              </a:rPr>
              <a:t>F</a:t>
            </a:r>
          </a:p>
        </p:txBody>
      </p:sp>
      <p:sp>
        <p:nvSpPr>
          <p:cNvPr id="203" name="Rectangle 202">
            <a:extLst>
              <a:ext uri="{FF2B5EF4-FFF2-40B4-BE49-F238E27FC236}">
                <a16:creationId xmlns:a16="http://schemas.microsoft.com/office/drawing/2014/main" id="{A289FF26-44EB-C403-9671-218C8669B4D1}"/>
              </a:ext>
            </a:extLst>
          </p:cNvPr>
          <p:cNvSpPr/>
          <p:nvPr/>
        </p:nvSpPr>
        <p:spPr>
          <a:xfrm>
            <a:off x="7168987" y="4253276"/>
            <a:ext cx="1427464"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SECURITY</a:t>
            </a:r>
          </a:p>
        </p:txBody>
      </p:sp>
      <p:sp>
        <p:nvSpPr>
          <p:cNvPr id="204" name="Rectangle: Folded Corner 203">
            <a:extLst>
              <a:ext uri="{FF2B5EF4-FFF2-40B4-BE49-F238E27FC236}">
                <a16:creationId xmlns:a16="http://schemas.microsoft.com/office/drawing/2014/main" id="{F0834831-C499-C18E-305D-63322319D208}"/>
              </a:ext>
            </a:extLst>
          </p:cNvPr>
          <p:cNvSpPr/>
          <p:nvPr/>
        </p:nvSpPr>
        <p:spPr bwMode="gray">
          <a:xfrm>
            <a:off x="7299141" y="4680405"/>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latin typeface="+mj-lt"/>
                <a:ea typeface="Roboto" panose="02000000000000000000" pitchFamily="2" charset="0"/>
                <a:cs typeface="Roboto" panose="02000000000000000000" pitchFamily="2" charset="0"/>
              </a:rPr>
              <a:t>CSeO</a:t>
            </a:r>
          </a:p>
          <a:p>
            <a:pPr algn="ctr"/>
            <a:r>
              <a:rPr lang="it-IT" sz="700" i="1" kern="0">
                <a:latin typeface="+mj-lt"/>
                <a:ea typeface="Roboto" panose="02000000000000000000" pitchFamily="2" charset="0"/>
                <a:cs typeface="Roboto" panose="02000000000000000000" pitchFamily="2" charset="0"/>
              </a:rPr>
              <a:t>(Feraboli)</a:t>
            </a:r>
          </a:p>
        </p:txBody>
      </p:sp>
      <p:sp>
        <p:nvSpPr>
          <p:cNvPr id="11" name="Rectangle: Folded Corner 10">
            <a:extLst>
              <a:ext uri="{FF2B5EF4-FFF2-40B4-BE49-F238E27FC236}">
                <a16:creationId xmlns:a16="http://schemas.microsoft.com/office/drawing/2014/main" id="{FDB75413-C154-39E2-3FB8-7B287B2C2DAD}"/>
              </a:ext>
            </a:extLst>
          </p:cNvPr>
          <p:cNvSpPr/>
          <p:nvPr/>
        </p:nvSpPr>
        <p:spPr bwMode="gray">
          <a:xfrm>
            <a:off x="5631638" y="3247666"/>
            <a:ext cx="1180800" cy="226068"/>
          </a:xfrm>
          <a:prstGeom prst="foldedCorner">
            <a:avLst/>
          </a:prstGeom>
          <a:solidFill>
            <a:srgbClr val="FFFFED"/>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ea typeface="Roboto" panose="02000000000000000000" pitchFamily="2" charset="0"/>
                <a:cs typeface="Roboto" panose="02000000000000000000" pitchFamily="2" charset="0"/>
              </a:rPr>
              <a:t>CHIEF DI BUSINESS </a:t>
            </a:r>
          </a:p>
          <a:p>
            <a:pPr algn="ctr"/>
            <a:r>
              <a:rPr lang="it-IT" sz="700" i="1" kern="0">
                <a:ea typeface="Roboto" panose="02000000000000000000" pitchFamily="2" charset="0"/>
                <a:cs typeface="Roboto" panose="02000000000000000000" pitchFamily="2" charset="0"/>
              </a:rPr>
              <a:t>(Barrese, Micillo, Corcos)</a:t>
            </a:r>
          </a:p>
        </p:txBody>
      </p:sp>
      <p:sp>
        <p:nvSpPr>
          <p:cNvPr id="19" name="Rectangle: Folded Corner 18">
            <a:extLst>
              <a:ext uri="{FF2B5EF4-FFF2-40B4-BE49-F238E27FC236}">
                <a16:creationId xmlns:a16="http://schemas.microsoft.com/office/drawing/2014/main" id="{EECC6029-E3DA-71C9-2598-1B5EF9558F0F}"/>
              </a:ext>
            </a:extLst>
          </p:cNvPr>
          <p:cNvSpPr/>
          <p:nvPr/>
        </p:nvSpPr>
        <p:spPr bwMode="gray">
          <a:xfrm>
            <a:off x="7294664" y="3247666"/>
            <a:ext cx="1180800" cy="226068"/>
          </a:xfrm>
          <a:prstGeom prst="foldedCorner">
            <a:avLst/>
          </a:prstGeom>
          <a:solidFill>
            <a:srgbClr val="FFFFED"/>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ea typeface="Roboto" panose="02000000000000000000" pitchFamily="2" charset="0"/>
                <a:cs typeface="Roboto" panose="02000000000000000000" pitchFamily="2" charset="0"/>
              </a:rPr>
              <a:t>CHIEF DI BUSINESS </a:t>
            </a:r>
          </a:p>
          <a:p>
            <a:pPr algn="ctr"/>
            <a:r>
              <a:rPr lang="it-IT" sz="700" i="1" kern="0">
                <a:ea typeface="Roboto" panose="02000000000000000000" pitchFamily="2" charset="0"/>
                <a:cs typeface="Roboto" panose="02000000000000000000" pitchFamily="2" charset="0"/>
              </a:rPr>
              <a:t>(Barrese, Micillo, Corcos)</a:t>
            </a:r>
          </a:p>
        </p:txBody>
      </p:sp>
      <p:sp>
        <p:nvSpPr>
          <p:cNvPr id="37" name="Rectangle 36">
            <a:extLst>
              <a:ext uri="{FF2B5EF4-FFF2-40B4-BE49-F238E27FC236}">
                <a16:creationId xmlns:a16="http://schemas.microsoft.com/office/drawing/2014/main" id="{39C6C022-B454-47D8-BDC2-108E73A6434B}"/>
              </a:ext>
            </a:extLst>
          </p:cNvPr>
          <p:cNvSpPr/>
          <p:nvPr/>
        </p:nvSpPr>
        <p:spPr bwMode="gray">
          <a:xfrm>
            <a:off x="167617" y="1398161"/>
            <a:ext cx="1458618" cy="653198"/>
          </a:xfrm>
          <a:prstGeom prst="rect">
            <a:avLst/>
          </a:prstGeom>
          <a:solidFill>
            <a:srgbClr val="003A79"/>
          </a:solidFill>
          <a:ln w="6350" algn="ctr">
            <a:noFill/>
            <a:miter lim="800000"/>
            <a:headEnd/>
            <a:tailEnd/>
          </a:ln>
          <a:effectLst/>
        </p:spPr>
        <p:txBody>
          <a:bodyPr rot="0" spcFirstLastPara="0" vertOverflow="overflow" horzOverflow="overflow" vert="horz" wrap="square" lIns="108000" tIns="36000" rIns="36000" bIns="36000" numCol="1" spcCol="0" rtlCol="0" fromWordArt="0" anchor="ctr" anchorCtr="0" forceAA="0" compatLnSpc="1">
            <a:prstTxWarp prst="textNoShape">
              <a:avLst/>
            </a:prstTxWarp>
            <a:noAutofit/>
          </a:bodyPr>
          <a:lstStyle/>
          <a:p>
            <a:r>
              <a:rPr lang="it-IT" sz="900" b="1" i="0" noProof="0">
                <a:solidFill>
                  <a:srgbClr val="FFFFFF"/>
                </a:solidFill>
                <a:effectLst/>
                <a:latin typeface="+mj-lt"/>
                <a:cs typeface="Calibri" panose="020F0502020204030204" pitchFamily="34" charset="0"/>
              </a:rPr>
              <a:t>BUDGET &amp; </a:t>
            </a:r>
            <a:br>
              <a:rPr lang="it-IT" sz="900" b="1" i="0" noProof="0">
                <a:solidFill>
                  <a:srgbClr val="FFFFFF"/>
                </a:solidFill>
                <a:effectLst/>
                <a:latin typeface="+mj-lt"/>
                <a:cs typeface="Calibri" panose="020F0502020204030204" pitchFamily="34" charset="0"/>
              </a:rPr>
            </a:br>
            <a:r>
              <a:rPr lang="it-IT" sz="900" b="1" i="0" noProof="0">
                <a:solidFill>
                  <a:srgbClr val="FFFFFF"/>
                </a:solidFill>
                <a:effectLst/>
                <a:latin typeface="+mj-lt"/>
                <a:cs typeface="Calibri" panose="020F0502020204030204" pitchFamily="34" charset="0"/>
              </a:rPr>
              <a:t>IMMOBILIARE</a:t>
            </a:r>
          </a:p>
        </p:txBody>
      </p:sp>
      <p:cxnSp>
        <p:nvCxnSpPr>
          <p:cNvPr id="39" name="Straight Connector 38">
            <a:extLst>
              <a:ext uri="{FF2B5EF4-FFF2-40B4-BE49-F238E27FC236}">
                <a16:creationId xmlns:a16="http://schemas.microsoft.com/office/drawing/2014/main" id="{F30C73E2-B774-5A15-980C-FC3E91E3F1C5}"/>
              </a:ext>
            </a:extLst>
          </p:cNvPr>
          <p:cNvCxnSpPr>
            <a:cxnSpLocks/>
          </p:cNvCxnSpPr>
          <p:nvPr/>
        </p:nvCxnSpPr>
        <p:spPr>
          <a:xfrm>
            <a:off x="3589476" y="1398161"/>
            <a:ext cx="1588" cy="653198"/>
          </a:xfrm>
          <a:prstGeom prst="line">
            <a:avLst/>
          </a:prstGeom>
          <a:ln w="3175">
            <a:solidFill>
              <a:srgbClr val="003A79"/>
            </a:solidFill>
          </a:ln>
        </p:spPr>
        <p:style>
          <a:lnRef idx="1">
            <a:schemeClr val="accent1"/>
          </a:lnRef>
          <a:fillRef idx="0">
            <a:schemeClr val="accent1"/>
          </a:fillRef>
          <a:effectRef idx="0">
            <a:schemeClr val="accent1"/>
          </a:effectRef>
          <a:fontRef idx="minor">
            <a:schemeClr val="tx1"/>
          </a:fontRef>
        </p:style>
      </p:cxnSp>
      <p:sp>
        <p:nvSpPr>
          <p:cNvPr id="40" name="Arrow: Chevron 39">
            <a:extLst>
              <a:ext uri="{FF2B5EF4-FFF2-40B4-BE49-F238E27FC236}">
                <a16:creationId xmlns:a16="http://schemas.microsoft.com/office/drawing/2014/main" id="{65D731B0-4EE9-13D5-137B-D3CAA0D9371A}"/>
              </a:ext>
            </a:extLst>
          </p:cNvPr>
          <p:cNvSpPr/>
          <p:nvPr/>
        </p:nvSpPr>
        <p:spPr>
          <a:xfrm>
            <a:off x="3530207" y="1620555"/>
            <a:ext cx="116749" cy="208411"/>
          </a:xfrm>
          <a:prstGeom prst="chevron">
            <a:avLst/>
          </a:prstGeom>
          <a:solidFill>
            <a:srgbClr val="003A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noProof="0">
              <a:solidFill>
                <a:schemeClr val="tx1"/>
              </a:solidFill>
              <a:latin typeface="+mj-lt"/>
            </a:endParaRPr>
          </a:p>
        </p:txBody>
      </p:sp>
      <p:sp>
        <p:nvSpPr>
          <p:cNvPr id="41" name="Rectangle 40">
            <a:hlinkClick r:id="" action="ppaction://noaction"/>
            <a:extLst>
              <a:ext uri="{FF2B5EF4-FFF2-40B4-BE49-F238E27FC236}">
                <a16:creationId xmlns:a16="http://schemas.microsoft.com/office/drawing/2014/main" id="{4A444D9B-607F-4E99-0D33-63F7A518F4BE}"/>
              </a:ext>
            </a:extLst>
          </p:cNvPr>
          <p:cNvSpPr/>
          <p:nvPr/>
        </p:nvSpPr>
        <p:spPr>
          <a:xfrm>
            <a:off x="1693476" y="1398161"/>
            <a:ext cx="1701124" cy="653198"/>
          </a:xfrm>
          <a:prstGeom prst="rect">
            <a:avLst/>
          </a:prstGeom>
          <a:solidFill>
            <a:srgbClr val="F0F7FB"/>
          </a:solid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it-IT" sz="1050" noProof="0">
                <a:solidFill>
                  <a:schemeClr val="tx1"/>
                </a:solidFill>
                <a:latin typeface="+mj-lt"/>
              </a:rPr>
              <a:t>Presidio della </a:t>
            </a:r>
            <a:r>
              <a:rPr lang="it-IT" sz="1050" b="1" noProof="0">
                <a:solidFill>
                  <a:schemeClr val="tx1"/>
                </a:solidFill>
                <a:latin typeface="+mj-lt"/>
              </a:rPr>
              <a:t>spesa </a:t>
            </a:r>
            <a:r>
              <a:rPr lang="it-IT" sz="1050" noProof="0">
                <a:solidFill>
                  <a:schemeClr val="tx1"/>
                </a:solidFill>
                <a:latin typeface="+mj-lt"/>
              </a:rPr>
              <a:t>e attivazione della </a:t>
            </a:r>
            <a:r>
              <a:rPr lang="it-IT" sz="1050" b="1" noProof="0">
                <a:solidFill>
                  <a:schemeClr val="tx1"/>
                </a:solidFill>
                <a:latin typeface="+mj-lt"/>
              </a:rPr>
              <a:t>GVA </a:t>
            </a:r>
            <a:r>
              <a:rPr lang="it-IT" sz="1050" noProof="0">
                <a:solidFill>
                  <a:schemeClr val="tx1"/>
                </a:solidFill>
                <a:latin typeface="+mj-lt"/>
              </a:rPr>
              <a:t>per spese di </a:t>
            </a:r>
            <a:r>
              <a:rPr lang="it-IT" sz="1050" b="1" noProof="0">
                <a:solidFill>
                  <a:schemeClr val="tx1"/>
                </a:solidFill>
                <a:latin typeface="+mj-lt"/>
              </a:rPr>
              <a:t>integraz.</a:t>
            </a:r>
          </a:p>
        </p:txBody>
      </p:sp>
      <p:sp>
        <p:nvSpPr>
          <p:cNvPr id="52" name="Rectangle 51">
            <a:extLst>
              <a:ext uri="{FF2B5EF4-FFF2-40B4-BE49-F238E27FC236}">
                <a16:creationId xmlns:a16="http://schemas.microsoft.com/office/drawing/2014/main" id="{EDFBA3DD-A195-28D4-E48E-3DB16E419DF1}"/>
              </a:ext>
            </a:extLst>
          </p:cNvPr>
          <p:cNvSpPr>
            <a:spLocks/>
          </p:cNvSpPr>
          <p:nvPr/>
        </p:nvSpPr>
        <p:spPr>
          <a:xfrm>
            <a:off x="5504858" y="1398161"/>
            <a:ext cx="1434360"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a:solidFill>
                  <a:srgbClr val="003A79"/>
                </a:solidFill>
                <a:ea typeface="Roboto" panose="02000000000000000000" pitchFamily="2" charset="0"/>
                <a:cs typeface="Roboto" panose="02000000000000000000" pitchFamily="2" charset="0"/>
              </a:rPr>
              <a:t>SET-UP GVA</a:t>
            </a:r>
            <a:r>
              <a:rPr lang="it-IT" sz="900" b="1" baseline="30000"/>
              <a:t>2</a:t>
            </a:r>
            <a:endParaRPr lang="it-IT" sz="900" b="1">
              <a:solidFill>
                <a:srgbClr val="003A79"/>
              </a:solidFill>
              <a:ea typeface="Roboto" panose="02000000000000000000" pitchFamily="2" charset="0"/>
              <a:cs typeface="Roboto" panose="02000000000000000000" pitchFamily="2" charset="0"/>
            </a:endParaRPr>
          </a:p>
          <a:p>
            <a:pPr algn="ctr" defTabSz="914103">
              <a:lnSpc>
                <a:spcPct val="90000"/>
              </a:lnSpc>
              <a:spcAft>
                <a:spcPts val="300"/>
              </a:spcAft>
            </a:pPr>
            <a:endParaRPr lang="it-IT" sz="900" b="1" noProof="0">
              <a:solidFill>
                <a:srgbClr val="003A79"/>
              </a:solidFill>
              <a:latin typeface="+mj-lt"/>
              <a:ea typeface="Roboto"/>
              <a:cs typeface="Roboto"/>
            </a:endParaRPr>
          </a:p>
        </p:txBody>
      </p:sp>
      <p:sp>
        <p:nvSpPr>
          <p:cNvPr id="53" name="Rectangle: Folded Corner 52">
            <a:extLst>
              <a:ext uri="{FF2B5EF4-FFF2-40B4-BE49-F238E27FC236}">
                <a16:creationId xmlns:a16="http://schemas.microsoft.com/office/drawing/2014/main" id="{B9B0AD04-FE48-E740-927D-4658BA90CEEB}"/>
              </a:ext>
            </a:extLst>
          </p:cNvPr>
          <p:cNvSpPr/>
          <p:nvPr/>
        </p:nvSpPr>
        <p:spPr bwMode="gray">
          <a:xfrm>
            <a:off x="3968612" y="1822868"/>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ea typeface="Roboto" panose="02000000000000000000" pitchFamily="2" charset="0"/>
                <a:cs typeface="Roboto" panose="02000000000000000000" pitchFamily="2" charset="0"/>
              </a:rPr>
              <a:t>CFO - CCMO</a:t>
            </a:r>
          </a:p>
          <a:p>
            <a:pPr algn="ctr"/>
            <a:r>
              <a:rPr lang="it-IT" sz="700" i="1" kern="0">
                <a:ea typeface="Roboto" panose="02000000000000000000" pitchFamily="2" charset="0"/>
                <a:cs typeface="Roboto" panose="02000000000000000000" pitchFamily="2" charset="0"/>
              </a:rPr>
              <a:t>(Finazzi, Cimarosti)</a:t>
            </a:r>
          </a:p>
        </p:txBody>
      </p:sp>
      <p:sp>
        <p:nvSpPr>
          <p:cNvPr id="55" name="Rectangle: Folded Corner 54">
            <a:extLst>
              <a:ext uri="{FF2B5EF4-FFF2-40B4-BE49-F238E27FC236}">
                <a16:creationId xmlns:a16="http://schemas.microsoft.com/office/drawing/2014/main" id="{E1CA3ED6-7C8D-AB1F-C66B-589CC41CBC06}"/>
              </a:ext>
            </a:extLst>
          </p:cNvPr>
          <p:cNvSpPr/>
          <p:nvPr/>
        </p:nvSpPr>
        <p:spPr bwMode="gray">
          <a:xfrm>
            <a:off x="5631638" y="1822868"/>
            <a:ext cx="1180800" cy="226068"/>
          </a:xfrm>
          <a:prstGeom prst="foldedCorner">
            <a:avLst/>
          </a:prstGeom>
          <a:solidFill>
            <a:srgbClr val="D6E1EE"/>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700" b="1" i="1" kern="0">
                <a:ea typeface="Roboto" panose="02000000000000000000" pitchFamily="2" charset="0"/>
                <a:cs typeface="Roboto" panose="02000000000000000000" pitchFamily="2" charset="0"/>
              </a:rPr>
              <a:t>CFO - CCMO</a:t>
            </a:r>
          </a:p>
          <a:p>
            <a:pPr algn="ctr"/>
            <a:r>
              <a:rPr lang="it-IT" sz="700" i="1" kern="0">
                <a:ea typeface="Roboto" panose="02000000000000000000" pitchFamily="2" charset="0"/>
                <a:cs typeface="Roboto" panose="02000000000000000000" pitchFamily="2" charset="0"/>
              </a:rPr>
              <a:t>(Finazzi, Cimarosti)</a:t>
            </a:r>
          </a:p>
        </p:txBody>
      </p:sp>
      <p:sp>
        <p:nvSpPr>
          <p:cNvPr id="7" name="Rectangle 6">
            <a:extLst>
              <a:ext uri="{FF2B5EF4-FFF2-40B4-BE49-F238E27FC236}">
                <a16:creationId xmlns:a16="http://schemas.microsoft.com/office/drawing/2014/main" id="{0454DBD6-A2E5-975F-04EA-8E2F91C1AC3F}"/>
              </a:ext>
            </a:extLst>
          </p:cNvPr>
          <p:cNvSpPr/>
          <p:nvPr/>
        </p:nvSpPr>
        <p:spPr>
          <a:xfrm>
            <a:off x="167617" y="1398059"/>
            <a:ext cx="216378" cy="184681"/>
          </a:xfrm>
          <a:prstGeom prst="rect">
            <a:avLst/>
          </a:prstGeom>
          <a:solidFill>
            <a:srgbClr val="FFFFFF"/>
          </a:solidFill>
          <a:ln w="3175">
            <a:solidFill>
              <a:srgbClr val="003A79"/>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103">
              <a:spcBef>
                <a:spcPts val="133"/>
              </a:spcBef>
              <a:spcAft>
                <a:spcPts val="133"/>
              </a:spcAft>
            </a:pPr>
            <a:r>
              <a:rPr lang="it-IT" sz="1050" b="1" noProof="0">
                <a:solidFill>
                  <a:srgbClr val="003A79"/>
                </a:solidFill>
                <a:latin typeface="+mj-lt"/>
                <a:ea typeface="Roboto" panose="02000000000000000000" pitchFamily="2" charset="0"/>
                <a:cs typeface="Roboto" panose="02000000000000000000" pitchFamily="2" charset="0"/>
              </a:rPr>
              <a:t>A</a:t>
            </a:r>
          </a:p>
        </p:txBody>
      </p:sp>
      <p:sp>
        <p:nvSpPr>
          <p:cNvPr id="58" name="Rectangle 57">
            <a:extLst>
              <a:ext uri="{FF2B5EF4-FFF2-40B4-BE49-F238E27FC236}">
                <a16:creationId xmlns:a16="http://schemas.microsoft.com/office/drawing/2014/main" id="{FE892544-0C07-9BDA-AF54-F168818C1E5D}"/>
              </a:ext>
            </a:extLst>
          </p:cNvPr>
          <p:cNvSpPr/>
          <p:nvPr/>
        </p:nvSpPr>
        <p:spPr>
          <a:xfrm>
            <a:off x="167617" y="5684904"/>
            <a:ext cx="216378" cy="184681"/>
          </a:xfrm>
          <a:prstGeom prst="rect">
            <a:avLst/>
          </a:prstGeom>
          <a:solidFill>
            <a:srgbClr val="FFFFFF"/>
          </a:solidFill>
          <a:ln w="3175">
            <a:solidFill>
              <a:srgbClr val="003A79"/>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103">
              <a:spcBef>
                <a:spcPts val="133"/>
              </a:spcBef>
              <a:spcAft>
                <a:spcPts val="133"/>
              </a:spcAft>
            </a:pPr>
            <a:r>
              <a:rPr lang="it-IT" sz="1050" b="1">
                <a:solidFill>
                  <a:srgbClr val="003A79"/>
                </a:solidFill>
                <a:latin typeface="+mj-lt"/>
                <a:ea typeface="Roboto" panose="02000000000000000000" pitchFamily="2" charset="0"/>
                <a:cs typeface="Roboto" panose="02000000000000000000" pitchFamily="2" charset="0"/>
              </a:rPr>
              <a:t>G</a:t>
            </a:r>
            <a:endParaRPr lang="it-IT" sz="1050" b="1" noProof="0">
              <a:solidFill>
                <a:srgbClr val="003A79"/>
              </a:solidFill>
              <a:latin typeface="+mj-lt"/>
              <a:ea typeface="Roboto" panose="02000000000000000000" pitchFamily="2" charset="0"/>
              <a:cs typeface="Roboto" panose="02000000000000000000" pitchFamily="2" charset="0"/>
            </a:endParaRPr>
          </a:p>
        </p:txBody>
      </p:sp>
      <p:cxnSp>
        <p:nvCxnSpPr>
          <p:cNvPr id="63" name="Straight Connector 62">
            <a:extLst>
              <a:ext uri="{FF2B5EF4-FFF2-40B4-BE49-F238E27FC236}">
                <a16:creationId xmlns:a16="http://schemas.microsoft.com/office/drawing/2014/main" id="{6E93B626-EF65-5B68-1B5D-A36933E1A610}"/>
              </a:ext>
            </a:extLst>
          </p:cNvPr>
          <p:cNvCxnSpPr>
            <a:cxnSpLocks/>
          </p:cNvCxnSpPr>
          <p:nvPr/>
        </p:nvCxnSpPr>
        <p:spPr>
          <a:xfrm>
            <a:off x="167617" y="2078360"/>
            <a:ext cx="11760680" cy="1063"/>
          </a:xfrm>
          <a:prstGeom prst="line">
            <a:avLst/>
          </a:prstGeom>
          <a:noFill/>
          <a:ln w="3175" cap="flat" cmpd="sng" algn="ctr">
            <a:solidFill>
              <a:schemeClr val="bg1">
                <a:lumMod val="85000"/>
              </a:schemeClr>
            </a:solidFill>
            <a:prstDash val="dash"/>
          </a:ln>
          <a:effectLst/>
        </p:spPr>
      </p:cxnSp>
      <p:grpSp>
        <p:nvGrpSpPr>
          <p:cNvPr id="140" name="Group 139">
            <a:extLst>
              <a:ext uri="{FF2B5EF4-FFF2-40B4-BE49-F238E27FC236}">
                <a16:creationId xmlns:a16="http://schemas.microsoft.com/office/drawing/2014/main" id="{9BBBBDB2-403A-EFF2-10E0-550B7911EDCF}"/>
              </a:ext>
            </a:extLst>
          </p:cNvPr>
          <p:cNvGrpSpPr/>
          <p:nvPr/>
        </p:nvGrpSpPr>
        <p:grpSpPr>
          <a:xfrm>
            <a:off x="7188148" y="5997843"/>
            <a:ext cx="1885509" cy="183106"/>
            <a:chOff x="7188148" y="5742865"/>
            <a:chExt cx="1885509" cy="183106"/>
          </a:xfrm>
        </p:grpSpPr>
        <p:sp>
          <p:nvSpPr>
            <p:cNvPr id="3" name="Rectangle 2">
              <a:hlinkClick r:id="" action="ppaction://noaction"/>
              <a:extLst>
                <a:ext uri="{FF2B5EF4-FFF2-40B4-BE49-F238E27FC236}">
                  <a16:creationId xmlns:a16="http://schemas.microsoft.com/office/drawing/2014/main" id="{47363519-5F07-A838-ED46-B6E11F021C47}"/>
                </a:ext>
              </a:extLst>
            </p:cNvPr>
            <p:cNvSpPr/>
            <p:nvPr/>
          </p:nvSpPr>
          <p:spPr>
            <a:xfrm>
              <a:off x="7414199" y="5742865"/>
              <a:ext cx="1659458" cy="18310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it-IT" sz="800" noProof="0">
                  <a:solidFill>
                    <a:schemeClr val="tx1"/>
                  </a:solidFill>
                  <a:latin typeface="+mj-lt"/>
                </a:rPr>
                <a:t>Ambito </a:t>
              </a:r>
              <a:r>
                <a:rPr lang="it-IT" sz="800">
                  <a:solidFill>
                    <a:schemeClr val="tx1"/>
                  </a:solidFill>
                  <a:latin typeface="+mj-lt"/>
                </a:rPr>
                <a:t>a</a:t>
              </a:r>
              <a:r>
                <a:rPr lang="it-IT" sz="800" noProof="0" err="1">
                  <a:solidFill>
                    <a:schemeClr val="tx1"/>
                  </a:solidFill>
                  <a:latin typeface="+mj-lt"/>
                </a:rPr>
                <a:t>ttivato</a:t>
              </a:r>
              <a:endParaRPr lang="it-IT" sz="800" noProof="0">
                <a:solidFill>
                  <a:schemeClr val="tx1"/>
                </a:solidFill>
                <a:latin typeface="+mj-lt"/>
              </a:endParaRPr>
            </a:p>
          </p:txBody>
        </p:sp>
        <p:grpSp>
          <p:nvGrpSpPr>
            <p:cNvPr id="9" name="Group 8">
              <a:extLst>
                <a:ext uri="{FF2B5EF4-FFF2-40B4-BE49-F238E27FC236}">
                  <a16:creationId xmlns:a16="http://schemas.microsoft.com/office/drawing/2014/main" id="{F6CFEC0C-0467-8FA5-F520-B1D7D748C5C9}"/>
                </a:ext>
              </a:extLst>
            </p:cNvPr>
            <p:cNvGrpSpPr/>
            <p:nvPr/>
          </p:nvGrpSpPr>
          <p:grpSpPr>
            <a:xfrm>
              <a:off x="7188148" y="5743931"/>
              <a:ext cx="180000" cy="180975"/>
              <a:chOff x="3320754" y="1567662"/>
              <a:chExt cx="200025" cy="180975"/>
            </a:xfrm>
          </p:grpSpPr>
          <p:sp>
            <p:nvSpPr>
              <p:cNvPr id="25" name="Oval 24">
                <a:extLst>
                  <a:ext uri="{FF2B5EF4-FFF2-40B4-BE49-F238E27FC236}">
                    <a16:creationId xmlns:a16="http://schemas.microsoft.com/office/drawing/2014/main" id="{7B60E8B3-00D2-8552-5C87-AA552703FCD6}"/>
                  </a:ext>
                </a:extLst>
              </p:cNvPr>
              <p:cNvSpPr/>
              <p:nvPr/>
            </p:nvSpPr>
            <p:spPr bwMode="gray">
              <a:xfrm>
                <a:off x="3320754" y="1567662"/>
                <a:ext cx="200025" cy="180975"/>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it-IT" sz="1200">
                  <a:solidFill>
                    <a:schemeClr val="bg1"/>
                  </a:solidFill>
                </a:endParaRPr>
              </a:p>
            </p:txBody>
          </p:sp>
          <p:pic>
            <p:nvPicPr>
              <p:cNvPr id="29" name="Graphic 28" descr="User outline">
                <a:extLst>
                  <a:ext uri="{FF2B5EF4-FFF2-40B4-BE49-F238E27FC236}">
                    <a16:creationId xmlns:a16="http://schemas.microsoft.com/office/drawing/2014/main" id="{7A02AE2A-76D2-B7A9-0FF1-A041B933E11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358984" y="1596367"/>
                <a:ext cx="123564" cy="123564"/>
              </a:xfrm>
              <a:prstGeom prst="rect">
                <a:avLst/>
              </a:prstGeom>
            </p:spPr>
          </p:pic>
        </p:grpSp>
      </p:grpSp>
      <p:grpSp>
        <p:nvGrpSpPr>
          <p:cNvPr id="134" name="Group 133">
            <a:extLst>
              <a:ext uri="{FF2B5EF4-FFF2-40B4-BE49-F238E27FC236}">
                <a16:creationId xmlns:a16="http://schemas.microsoft.com/office/drawing/2014/main" id="{B26878A8-FA12-9CE7-72BB-D35159E17034}"/>
              </a:ext>
            </a:extLst>
          </p:cNvPr>
          <p:cNvGrpSpPr/>
          <p:nvPr/>
        </p:nvGrpSpPr>
        <p:grpSpPr>
          <a:xfrm>
            <a:off x="7188133" y="6249964"/>
            <a:ext cx="1935075" cy="183106"/>
            <a:chOff x="7188133" y="6249964"/>
            <a:chExt cx="1935075" cy="183106"/>
          </a:xfrm>
        </p:grpSpPr>
        <p:sp>
          <p:nvSpPr>
            <p:cNvPr id="64" name="Rectangle 63">
              <a:hlinkClick r:id="" action="ppaction://noaction"/>
              <a:extLst>
                <a:ext uri="{FF2B5EF4-FFF2-40B4-BE49-F238E27FC236}">
                  <a16:creationId xmlns:a16="http://schemas.microsoft.com/office/drawing/2014/main" id="{83EC4291-2556-94A3-8DFC-34AF5641BC77}"/>
                </a:ext>
              </a:extLst>
            </p:cNvPr>
            <p:cNvSpPr/>
            <p:nvPr/>
          </p:nvSpPr>
          <p:spPr>
            <a:xfrm>
              <a:off x="7414199" y="6249964"/>
              <a:ext cx="1709009" cy="183106"/>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it-IT" sz="800" noProof="0">
                  <a:solidFill>
                    <a:schemeClr val="tx1"/>
                  </a:solidFill>
                  <a:latin typeface="+mj-lt"/>
                </a:rPr>
                <a:t>Ambito da attivare</a:t>
              </a:r>
            </a:p>
          </p:txBody>
        </p:sp>
        <p:grpSp>
          <p:nvGrpSpPr>
            <p:cNvPr id="49" name="Group 48">
              <a:extLst>
                <a:ext uri="{FF2B5EF4-FFF2-40B4-BE49-F238E27FC236}">
                  <a16:creationId xmlns:a16="http://schemas.microsoft.com/office/drawing/2014/main" id="{6B08F87D-DAE1-34EF-CD59-6EA077BF3902}"/>
                </a:ext>
              </a:extLst>
            </p:cNvPr>
            <p:cNvGrpSpPr/>
            <p:nvPr/>
          </p:nvGrpSpPr>
          <p:grpSpPr>
            <a:xfrm>
              <a:off x="7188133" y="6251030"/>
              <a:ext cx="180000" cy="180975"/>
              <a:chOff x="7247204" y="6232213"/>
              <a:chExt cx="200025" cy="180975"/>
            </a:xfrm>
          </p:grpSpPr>
          <p:sp>
            <p:nvSpPr>
              <p:cNvPr id="65" name="Oval 64">
                <a:extLst>
                  <a:ext uri="{FF2B5EF4-FFF2-40B4-BE49-F238E27FC236}">
                    <a16:creationId xmlns:a16="http://schemas.microsoft.com/office/drawing/2014/main" id="{A2F2B983-ED11-0F88-089F-CF369841AB6D}"/>
                  </a:ext>
                </a:extLst>
              </p:cNvPr>
              <p:cNvSpPr/>
              <p:nvPr/>
            </p:nvSpPr>
            <p:spPr bwMode="gray">
              <a:xfrm>
                <a:off x="7247204" y="6232213"/>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66" name="Graphic 65" descr="Single gear outline">
                <a:extLst>
                  <a:ext uri="{FF2B5EF4-FFF2-40B4-BE49-F238E27FC236}">
                    <a16:creationId xmlns:a16="http://schemas.microsoft.com/office/drawing/2014/main" id="{918281AD-24E4-9F32-C670-758C6375234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9289" y="6254740"/>
                <a:ext cx="135920" cy="135920"/>
              </a:xfrm>
              <a:prstGeom prst="rect">
                <a:avLst/>
              </a:prstGeom>
            </p:spPr>
          </p:pic>
        </p:grpSp>
      </p:grpSp>
      <p:grpSp>
        <p:nvGrpSpPr>
          <p:cNvPr id="106" name="Group 105">
            <a:extLst>
              <a:ext uri="{FF2B5EF4-FFF2-40B4-BE49-F238E27FC236}">
                <a16:creationId xmlns:a16="http://schemas.microsoft.com/office/drawing/2014/main" id="{BF9E1376-5084-A2A0-F2AE-5A6DB338D27A}"/>
              </a:ext>
            </a:extLst>
          </p:cNvPr>
          <p:cNvGrpSpPr/>
          <p:nvPr/>
        </p:nvGrpSpPr>
        <p:grpSpPr>
          <a:xfrm>
            <a:off x="5192272" y="3519851"/>
            <a:ext cx="180000" cy="180975"/>
            <a:chOff x="7393923" y="5914096"/>
            <a:chExt cx="200025" cy="180975"/>
          </a:xfrm>
        </p:grpSpPr>
        <p:sp>
          <p:nvSpPr>
            <p:cNvPr id="109" name="Oval 108">
              <a:extLst>
                <a:ext uri="{FF2B5EF4-FFF2-40B4-BE49-F238E27FC236}">
                  <a16:creationId xmlns:a16="http://schemas.microsoft.com/office/drawing/2014/main" id="{1FB16945-92F7-A927-00C6-6AFBF274FEA6}"/>
                </a:ext>
              </a:extLst>
            </p:cNvPr>
            <p:cNvSpPr/>
            <p:nvPr/>
          </p:nvSpPr>
          <p:spPr bwMode="gray">
            <a:xfrm>
              <a:off x="7393923" y="5914096"/>
              <a:ext cx="200025" cy="180975"/>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it-IT" sz="1200">
                <a:solidFill>
                  <a:schemeClr val="bg1"/>
                </a:solidFill>
              </a:endParaRPr>
            </a:p>
          </p:txBody>
        </p:sp>
        <p:pic>
          <p:nvPicPr>
            <p:cNvPr id="110" name="Graphic 109" descr="User outline">
              <a:extLst>
                <a:ext uri="{FF2B5EF4-FFF2-40B4-BE49-F238E27FC236}">
                  <a16:creationId xmlns:a16="http://schemas.microsoft.com/office/drawing/2014/main" id="{29D8CCFA-D094-6649-DC0B-EBB44AD7961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32153" y="5942801"/>
              <a:ext cx="123564" cy="123564"/>
            </a:xfrm>
            <a:prstGeom prst="rect">
              <a:avLst/>
            </a:prstGeom>
          </p:spPr>
        </p:pic>
      </p:grpSp>
      <p:grpSp>
        <p:nvGrpSpPr>
          <p:cNvPr id="113" name="Group 112">
            <a:extLst>
              <a:ext uri="{FF2B5EF4-FFF2-40B4-BE49-F238E27FC236}">
                <a16:creationId xmlns:a16="http://schemas.microsoft.com/office/drawing/2014/main" id="{5A942F85-5646-4733-D710-A5BF4A3532F5}"/>
              </a:ext>
            </a:extLst>
          </p:cNvPr>
          <p:cNvGrpSpPr/>
          <p:nvPr/>
        </p:nvGrpSpPr>
        <p:grpSpPr>
          <a:xfrm>
            <a:off x="6847422" y="3519851"/>
            <a:ext cx="180000" cy="180975"/>
            <a:chOff x="7393923" y="5914096"/>
            <a:chExt cx="200025" cy="180975"/>
          </a:xfrm>
        </p:grpSpPr>
        <p:sp>
          <p:nvSpPr>
            <p:cNvPr id="116" name="Oval 115">
              <a:extLst>
                <a:ext uri="{FF2B5EF4-FFF2-40B4-BE49-F238E27FC236}">
                  <a16:creationId xmlns:a16="http://schemas.microsoft.com/office/drawing/2014/main" id="{2D9CC6C3-9B49-D94E-6E84-49ED2AA52254}"/>
                </a:ext>
              </a:extLst>
            </p:cNvPr>
            <p:cNvSpPr/>
            <p:nvPr/>
          </p:nvSpPr>
          <p:spPr bwMode="gray">
            <a:xfrm>
              <a:off x="7393923" y="5914096"/>
              <a:ext cx="200025" cy="180975"/>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it-IT" sz="1200">
                <a:solidFill>
                  <a:schemeClr val="bg1"/>
                </a:solidFill>
              </a:endParaRPr>
            </a:p>
          </p:txBody>
        </p:sp>
        <p:pic>
          <p:nvPicPr>
            <p:cNvPr id="119" name="Graphic 118" descr="User outline">
              <a:extLst>
                <a:ext uri="{FF2B5EF4-FFF2-40B4-BE49-F238E27FC236}">
                  <a16:creationId xmlns:a16="http://schemas.microsoft.com/office/drawing/2014/main" id="{56946457-9823-0E97-EA08-36D70C956A2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32153" y="5942801"/>
              <a:ext cx="123564" cy="123564"/>
            </a:xfrm>
            <a:prstGeom prst="rect">
              <a:avLst/>
            </a:prstGeom>
          </p:spPr>
        </p:pic>
      </p:grpSp>
      <p:grpSp>
        <p:nvGrpSpPr>
          <p:cNvPr id="144" name="Group 143">
            <a:extLst>
              <a:ext uri="{FF2B5EF4-FFF2-40B4-BE49-F238E27FC236}">
                <a16:creationId xmlns:a16="http://schemas.microsoft.com/office/drawing/2014/main" id="{1A38C898-5619-FDF0-333B-43C8ADFB343F}"/>
              </a:ext>
            </a:extLst>
          </p:cNvPr>
          <p:cNvGrpSpPr/>
          <p:nvPr/>
        </p:nvGrpSpPr>
        <p:grpSpPr>
          <a:xfrm>
            <a:off x="6847422" y="1354138"/>
            <a:ext cx="180000" cy="180975"/>
            <a:chOff x="7393923" y="5914096"/>
            <a:chExt cx="200025" cy="180975"/>
          </a:xfrm>
        </p:grpSpPr>
        <p:sp>
          <p:nvSpPr>
            <p:cNvPr id="145" name="Oval 144">
              <a:extLst>
                <a:ext uri="{FF2B5EF4-FFF2-40B4-BE49-F238E27FC236}">
                  <a16:creationId xmlns:a16="http://schemas.microsoft.com/office/drawing/2014/main" id="{32713266-3A8E-6A93-0C40-335393629A19}"/>
                </a:ext>
              </a:extLst>
            </p:cNvPr>
            <p:cNvSpPr/>
            <p:nvPr/>
          </p:nvSpPr>
          <p:spPr bwMode="gray">
            <a:xfrm>
              <a:off x="7393923" y="5914096"/>
              <a:ext cx="200025" cy="180975"/>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it-IT" sz="1200">
                <a:solidFill>
                  <a:schemeClr val="bg1"/>
                </a:solidFill>
              </a:endParaRPr>
            </a:p>
          </p:txBody>
        </p:sp>
        <p:pic>
          <p:nvPicPr>
            <p:cNvPr id="146" name="Graphic 145" descr="User outline">
              <a:extLst>
                <a:ext uri="{FF2B5EF4-FFF2-40B4-BE49-F238E27FC236}">
                  <a16:creationId xmlns:a16="http://schemas.microsoft.com/office/drawing/2014/main" id="{E9C1C5DE-50A2-1A02-3DD8-BA3EDE13AC0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32153" y="5942801"/>
              <a:ext cx="123564" cy="123564"/>
            </a:xfrm>
            <a:prstGeom prst="rect">
              <a:avLst/>
            </a:prstGeom>
          </p:spPr>
        </p:pic>
      </p:grpSp>
      <p:grpSp>
        <p:nvGrpSpPr>
          <p:cNvPr id="147" name="Group 146">
            <a:extLst>
              <a:ext uri="{FF2B5EF4-FFF2-40B4-BE49-F238E27FC236}">
                <a16:creationId xmlns:a16="http://schemas.microsoft.com/office/drawing/2014/main" id="{C003CD96-F2AC-1178-0A84-E32A68F3424C}"/>
              </a:ext>
            </a:extLst>
          </p:cNvPr>
          <p:cNvGrpSpPr/>
          <p:nvPr/>
        </p:nvGrpSpPr>
        <p:grpSpPr>
          <a:xfrm>
            <a:off x="5192272" y="1354138"/>
            <a:ext cx="180000" cy="180975"/>
            <a:chOff x="7393923" y="5914096"/>
            <a:chExt cx="200025" cy="180975"/>
          </a:xfrm>
        </p:grpSpPr>
        <p:sp>
          <p:nvSpPr>
            <p:cNvPr id="148" name="Oval 147">
              <a:extLst>
                <a:ext uri="{FF2B5EF4-FFF2-40B4-BE49-F238E27FC236}">
                  <a16:creationId xmlns:a16="http://schemas.microsoft.com/office/drawing/2014/main" id="{ABA99284-EC7F-1925-1DC6-E1EDC9E6556A}"/>
                </a:ext>
              </a:extLst>
            </p:cNvPr>
            <p:cNvSpPr/>
            <p:nvPr/>
          </p:nvSpPr>
          <p:spPr bwMode="gray">
            <a:xfrm>
              <a:off x="7393923" y="5914096"/>
              <a:ext cx="200025" cy="180975"/>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it-IT" sz="1200">
                <a:solidFill>
                  <a:schemeClr val="bg1"/>
                </a:solidFill>
              </a:endParaRPr>
            </a:p>
          </p:txBody>
        </p:sp>
        <p:pic>
          <p:nvPicPr>
            <p:cNvPr id="149" name="Graphic 148" descr="User outline">
              <a:extLst>
                <a:ext uri="{FF2B5EF4-FFF2-40B4-BE49-F238E27FC236}">
                  <a16:creationId xmlns:a16="http://schemas.microsoft.com/office/drawing/2014/main" id="{1A9BED7F-B186-7648-E388-0DAED740DF4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32153" y="5942801"/>
              <a:ext cx="123564" cy="123564"/>
            </a:xfrm>
            <a:prstGeom prst="rect">
              <a:avLst/>
            </a:prstGeom>
          </p:spPr>
        </p:pic>
      </p:grpSp>
      <p:grpSp>
        <p:nvGrpSpPr>
          <p:cNvPr id="158" name="Group 157">
            <a:extLst>
              <a:ext uri="{FF2B5EF4-FFF2-40B4-BE49-F238E27FC236}">
                <a16:creationId xmlns:a16="http://schemas.microsoft.com/office/drawing/2014/main" id="{F70FC02F-8F56-DAF3-0F66-705D7DB599FD}"/>
              </a:ext>
            </a:extLst>
          </p:cNvPr>
          <p:cNvGrpSpPr/>
          <p:nvPr/>
        </p:nvGrpSpPr>
        <p:grpSpPr>
          <a:xfrm>
            <a:off x="8512797" y="2099547"/>
            <a:ext cx="180000" cy="180975"/>
            <a:chOff x="7241523" y="5986017"/>
            <a:chExt cx="200025" cy="180975"/>
          </a:xfrm>
        </p:grpSpPr>
        <p:sp>
          <p:nvSpPr>
            <p:cNvPr id="159" name="Oval 158">
              <a:extLst>
                <a:ext uri="{FF2B5EF4-FFF2-40B4-BE49-F238E27FC236}">
                  <a16:creationId xmlns:a16="http://schemas.microsoft.com/office/drawing/2014/main" id="{BE615AD6-7F4A-EA1A-68D8-CFBD843C1CC0}"/>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61" name="Graphic 160" descr="Single gear outline">
              <a:extLst>
                <a:ext uri="{FF2B5EF4-FFF2-40B4-BE49-F238E27FC236}">
                  <a16:creationId xmlns:a16="http://schemas.microsoft.com/office/drawing/2014/main" id="{E8B9044B-1B93-3FEC-A94C-F50A7DF8B1B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3575" y="6008544"/>
              <a:ext cx="135920" cy="135920"/>
            </a:xfrm>
            <a:prstGeom prst="rect">
              <a:avLst/>
            </a:prstGeom>
          </p:spPr>
        </p:pic>
      </p:grpSp>
      <p:grpSp>
        <p:nvGrpSpPr>
          <p:cNvPr id="167" name="Group 166">
            <a:extLst>
              <a:ext uri="{FF2B5EF4-FFF2-40B4-BE49-F238E27FC236}">
                <a16:creationId xmlns:a16="http://schemas.microsoft.com/office/drawing/2014/main" id="{AEA5304C-D3B4-41A5-1437-320DD828412C}"/>
              </a:ext>
            </a:extLst>
          </p:cNvPr>
          <p:cNvGrpSpPr/>
          <p:nvPr/>
        </p:nvGrpSpPr>
        <p:grpSpPr>
          <a:xfrm>
            <a:off x="11843516" y="2099547"/>
            <a:ext cx="180000" cy="180975"/>
            <a:chOff x="7241523" y="5986017"/>
            <a:chExt cx="200025" cy="180975"/>
          </a:xfrm>
        </p:grpSpPr>
        <p:sp>
          <p:nvSpPr>
            <p:cNvPr id="168" name="Oval 167">
              <a:extLst>
                <a:ext uri="{FF2B5EF4-FFF2-40B4-BE49-F238E27FC236}">
                  <a16:creationId xmlns:a16="http://schemas.microsoft.com/office/drawing/2014/main" id="{9BCBEB31-BBBE-E11D-C01D-37F80762DEBA}"/>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69" name="Graphic 168" descr="Single gear outline">
              <a:extLst>
                <a:ext uri="{FF2B5EF4-FFF2-40B4-BE49-F238E27FC236}">
                  <a16:creationId xmlns:a16="http://schemas.microsoft.com/office/drawing/2014/main" id="{78492633-F620-07D2-F097-7A099726AE4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3575" y="6008544"/>
              <a:ext cx="135920" cy="135920"/>
            </a:xfrm>
            <a:prstGeom prst="rect">
              <a:avLst/>
            </a:prstGeom>
          </p:spPr>
        </p:pic>
      </p:grpSp>
      <p:grpSp>
        <p:nvGrpSpPr>
          <p:cNvPr id="171" name="Group 170">
            <a:extLst>
              <a:ext uri="{FF2B5EF4-FFF2-40B4-BE49-F238E27FC236}">
                <a16:creationId xmlns:a16="http://schemas.microsoft.com/office/drawing/2014/main" id="{F0660674-7522-C92E-3133-365B3E3B7306}"/>
              </a:ext>
            </a:extLst>
          </p:cNvPr>
          <p:cNvGrpSpPr/>
          <p:nvPr/>
        </p:nvGrpSpPr>
        <p:grpSpPr>
          <a:xfrm>
            <a:off x="5192272" y="2811376"/>
            <a:ext cx="180000" cy="180975"/>
            <a:chOff x="7241523" y="5986017"/>
            <a:chExt cx="200025" cy="180975"/>
          </a:xfrm>
        </p:grpSpPr>
        <p:sp>
          <p:nvSpPr>
            <p:cNvPr id="174" name="Oval 173">
              <a:extLst>
                <a:ext uri="{FF2B5EF4-FFF2-40B4-BE49-F238E27FC236}">
                  <a16:creationId xmlns:a16="http://schemas.microsoft.com/office/drawing/2014/main" id="{387BEC17-A6DC-F329-96EF-F52B05D267B2}"/>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75" name="Graphic 174" descr="Single gear outline">
              <a:extLst>
                <a:ext uri="{FF2B5EF4-FFF2-40B4-BE49-F238E27FC236}">
                  <a16:creationId xmlns:a16="http://schemas.microsoft.com/office/drawing/2014/main" id="{64AC9DB2-D624-324F-3259-F476E112D4D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3575" y="6008544"/>
              <a:ext cx="135920" cy="135920"/>
            </a:xfrm>
            <a:prstGeom prst="rect">
              <a:avLst/>
            </a:prstGeom>
          </p:spPr>
        </p:pic>
      </p:grpSp>
      <p:grpSp>
        <p:nvGrpSpPr>
          <p:cNvPr id="176" name="Group 175">
            <a:extLst>
              <a:ext uri="{FF2B5EF4-FFF2-40B4-BE49-F238E27FC236}">
                <a16:creationId xmlns:a16="http://schemas.microsoft.com/office/drawing/2014/main" id="{98916DC4-2013-C023-EDB4-177F3AEC9584}"/>
              </a:ext>
            </a:extLst>
          </p:cNvPr>
          <p:cNvGrpSpPr/>
          <p:nvPr/>
        </p:nvGrpSpPr>
        <p:grpSpPr>
          <a:xfrm>
            <a:off x="6847422" y="2811376"/>
            <a:ext cx="180000" cy="180975"/>
            <a:chOff x="7241523" y="5986017"/>
            <a:chExt cx="200025" cy="180975"/>
          </a:xfrm>
        </p:grpSpPr>
        <p:sp>
          <p:nvSpPr>
            <p:cNvPr id="178" name="Oval 177">
              <a:extLst>
                <a:ext uri="{FF2B5EF4-FFF2-40B4-BE49-F238E27FC236}">
                  <a16:creationId xmlns:a16="http://schemas.microsoft.com/office/drawing/2014/main" id="{B3D7664C-3EBB-9CBF-4CF3-98B216F1C607}"/>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81" name="Graphic 180" descr="Single gear outline">
              <a:extLst>
                <a:ext uri="{FF2B5EF4-FFF2-40B4-BE49-F238E27FC236}">
                  <a16:creationId xmlns:a16="http://schemas.microsoft.com/office/drawing/2014/main" id="{796BA67A-44A2-D71E-6DCF-1C709D9779E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3575" y="6008544"/>
              <a:ext cx="135920" cy="135920"/>
            </a:xfrm>
            <a:prstGeom prst="rect">
              <a:avLst/>
            </a:prstGeom>
          </p:spPr>
        </p:pic>
      </p:grpSp>
      <p:grpSp>
        <p:nvGrpSpPr>
          <p:cNvPr id="182" name="Group 181">
            <a:extLst>
              <a:ext uri="{FF2B5EF4-FFF2-40B4-BE49-F238E27FC236}">
                <a16:creationId xmlns:a16="http://schemas.microsoft.com/office/drawing/2014/main" id="{7FFCA3CD-C962-61AB-B07E-026F93DB8059}"/>
              </a:ext>
            </a:extLst>
          </p:cNvPr>
          <p:cNvGrpSpPr/>
          <p:nvPr/>
        </p:nvGrpSpPr>
        <p:grpSpPr>
          <a:xfrm>
            <a:off x="8512797" y="2811376"/>
            <a:ext cx="180000" cy="180975"/>
            <a:chOff x="7241523" y="5986017"/>
            <a:chExt cx="200025" cy="180975"/>
          </a:xfrm>
        </p:grpSpPr>
        <p:sp>
          <p:nvSpPr>
            <p:cNvPr id="183" name="Oval 182">
              <a:extLst>
                <a:ext uri="{FF2B5EF4-FFF2-40B4-BE49-F238E27FC236}">
                  <a16:creationId xmlns:a16="http://schemas.microsoft.com/office/drawing/2014/main" id="{534B23F4-D35C-F433-AD0B-381784D1066F}"/>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84" name="Graphic 183" descr="Single gear outline">
              <a:extLst>
                <a:ext uri="{FF2B5EF4-FFF2-40B4-BE49-F238E27FC236}">
                  <a16:creationId xmlns:a16="http://schemas.microsoft.com/office/drawing/2014/main" id="{7A2916DA-2BF8-A17E-9DD9-54EAADF0DE4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3575" y="6008544"/>
              <a:ext cx="135920" cy="135920"/>
            </a:xfrm>
            <a:prstGeom prst="rect">
              <a:avLst/>
            </a:prstGeom>
          </p:spPr>
        </p:pic>
      </p:grpSp>
      <p:grpSp>
        <p:nvGrpSpPr>
          <p:cNvPr id="185" name="Group 184">
            <a:extLst>
              <a:ext uri="{FF2B5EF4-FFF2-40B4-BE49-F238E27FC236}">
                <a16:creationId xmlns:a16="http://schemas.microsoft.com/office/drawing/2014/main" id="{B9236342-2596-6E6A-E59F-1DEA0E4374F0}"/>
              </a:ext>
            </a:extLst>
          </p:cNvPr>
          <p:cNvGrpSpPr/>
          <p:nvPr/>
        </p:nvGrpSpPr>
        <p:grpSpPr>
          <a:xfrm>
            <a:off x="8506491" y="4233145"/>
            <a:ext cx="180000" cy="180975"/>
            <a:chOff x="7241523" y="5986017"/>
            <a:chExt cx="200025" cy="180975"/>
          </a:xfrm>
        </p:grpSpPr>
        <p:sp>
          <p:nvSpPr>
            <p:cNvPr id="186" name="Oval 185">
              <a:extLst>
                <a:ext uri="{FF2B5EF4-FFF2-40B4-BE49-F238E27FC236}">
                  <a16:creationId xmlns:a16="http://schemas.microsoft.com/office/drawing/2014/main" id="{68D34047-9766-05B0-22F2-84E19F539C44}"/>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89" name="Graphic 188" descr="Single gear outline">
              <a:extLst>
                <a:ext uri="{FF2B5EF4-FFF2-40B4-BE49-F238E27FC236}">
                  <a16:creationId xmlns:a16="http://schemas.microsoft.com/office/drawing/2014/main" id="{BBFDA4CF-A25D-4379-26FF-A85D94496B4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3575" y="6008544"/>
              <a:ext cx="135920" cy="135920"/>
            </a:xfrm>
            <a:prstGeom prst="rect">
              <a:avLst/>
            </a:prstGeom>
          </p:spPr>
        </p:pic>
      </p:grpSp>
      <p:grpSp>
        <p:nvGrpSpPr>
          <p:cNvPr id="191" name="Group 190">
            <a:extLst>
              <a:ext uri="{FF2B5EF4-FFF2-40B4-BE49-F238E27FC236}">
                <a16:creationId xmlns:a16="http://schemas.microsoft.com/office/drawing/2014/main" id="{D5460998-7897-EA42-9F0A-38E25C150623}"/>
              </a:ext>
            </a:extLst>
          </p:cNvPr>
          <p:cNvGrpSpPr/>
          <p:nvPr/>
        </p:nvGrpSpPr>
        <p:grpSpPr>
          <a:xfrm>
            <a:off x="8512797" y="4955864"/>
            <a:ext cx="180000" cy="180975"/>
            <a:chOff x="7241523" y="5986017"/>
            <a:chExt cx="200025" cy="180975"/>
          </a:xfrm>
        </p:grpSpPr>
        <p:sp>
          <p:nvSpPr>
            <p:cNvPr id="192" name="Oval 191">
              <a:extLst>
                <a:ext uri="{FF2B5EF4-FFF2-40B4-BE49-F238E27FC236}">
                  <a16:creationId xmlns:a16="http://schemas.microsoft.com/office/drawing/2014/main" id="{D88AC1AD-2C31-2576-E9E1-BC1377519BCE}"/>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96" name="Graphic 195" descr="Single gear outline">
              <a:extLst>
                <a:ext uri="{FF2B5EF4-FFF2-40B4-BE49-F238E27FC236}">
                  <a16:creationId xmlns:a16="http://schemas.microsoft.com/office/drawing/2014/main" id="{C56D0BD4-E5F7-3170-6DB6-288A89B306F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3575" y="6008544"/>
              <a:ext cx="135920" cy="135920"/>
            </a:xfrm>
            <a:prstGeom prst="rect">
              <a:avLst/>
            </a:prstGeom>
          </p:spPr>
        </p:pic>
      </p:grpSp>
      <p:grpSp>
        <p:nvGrpSpPr>
          <p:cNvPr id="200" name="Group 199">
            <a:extLst>
              <a:ext uri="{FF2B5EF4-FFF2-40B4-BE49-F238E27FC236}">
                <a16:creationId xmlns:a16="http://schemas.microsoft.com/office/drawing/2014/main" id="{77004330-2213-7719-056D-BB85D15C0817}"/>
              </a:ext>
            </a:extLst>
          </p:cNvPr>
          <p:cNvGrpSpPr/>
          <p:nvPr/>
        </p:nvGrpSpPr>
        <p:grpSpPr>
          <a:xfrm>
            <a:off x="6847422" y="4955864"/>
            <a:ext cx="180000" cy="180975"/>
            <a:chOff x="7241523" y="5986017"/>
            <a:chExt cx="200025" cy="180975"/>
          </a:xfrm>
        </p:grpSpPr>
        <p:sp>
          <p:nvSpPr>
            <p:cNvPr id="201" name="Oval 200">
              <a:extLst>
                <a:ext uri="{FF2B5EF4-FFF2-40B4-BE49-F238E27FC236}">
                  <a16:creationId xmlns:a16="http://schemas.microsoft.com/office/drawing/2014/main" id="{E8E34273-FE04-9A72-15E7-5DA48A857975}"/>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202" name="Graphic 201" descr="Single gear outline">
              <a:extLst>
                <a:ext uri="{FF2B5EF4-FFF2-40B4-BE49-F238E27FC236}">
                  <a16:creationId xmlns:a16="http://schemas.microsoft.com/office/drawing/2014/main" id="{621B214E-E33E-2D5B-135F-C3BF618A26E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3575" y="6008544"/>
              <a:ext cx="135920" cy="135920"/>
            </a:xfrm>
            <a:prstGeom prst="rect">
              <a:avLst/>
            </a:prstGeom>
          </p:spPr>
        </p:pic>
      </p:grpSp>
      <p:grpSp>
        <p:nvGrpSpPr>
          <p:cNvPr id="43" name="Group 42">
            <a:extLst>
              <a:ext uri="{FF2B5EF4-FFF2-40B4-BE49-F238E27FC236}">
                <a16:creationId xmlns:a16="http://schemas.microsoft.com/office/drawing/2014/main" id="{C852821C-E714-FB15-33B4-7A7F0222B96A}"/>
              </a:ext>
            </a:extLst>
          </p:cNvPr>
          <p:cNvGrpSpPr/>
          <p:nvPr/>
        </p:nvGrpSpPr>
        <p:grpSpPr>
          <a:xfrm>
            <a:off x="5192272" y="4955864"/>
            <a:ext cx="180000" cy="180975"/>
            <a:chOff x="5176168" y="4955864"/>
            <a:chExt cx="200025" cy="180975"/>
          </a:xfrm>
        </p:grpSpPr>
        <p:sp>
          <p:nvSpPr>
            <p:cNvPr id="206" name="Oval 205">
              <a:extLst>
                <a:ext uri="{FF2B5EF4-FFF2-40B4-BE49-F238E27FC236}">
                  <a16:creationId xmlns:a16="http://schemas.microsoft.com/office/drawing/2014/main" id="{5A5694C3-898C-DA02-9165-0CE9514047F9}"/>
                </a:ext>
              </a:extLst>
            </p:cNvPr>
            <p:cNvSpPr/>
            <p:nvPr/>
          </p:nvSpPr>
          <p:spPr bwMode="gray">
            <a:xfrm>
              <a:off x="5176168" y="4955864"/>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207" name="Graphic 206" descr="Single gear outline">
              <a:extLst>
                <a:ext uri="{FF2B5EF4-FFF2-40B4-BE49-F238E27FC236}">
                  <a16:creationId xmlns:a16="http://schemas.microsoft.com/office/drawing/2014/main" id="{1E6EA705-99C3-E660-FFB8-3322A9FA30F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208220" y="4978391"/>
              <a:ext cx="135920" cy="135920"/>
            </a:xfrm>
            <a:prstGeom prst="rect">
              <a:avLst/>
            </a:prstGeom>
          </p:spPr>
        </p:pic>
      </p:grpSp>
      <p:grpSp>
        <p:nvGrpSpPr>
          <p:cNvPr id="213" name="Group 212">
            <a:extLst>
              <a:ext uri="{FF2B5EF4-FFF2-40B4-BE49-F238E27FC236}">
                <a16:creationId xmlns:a16="http://schemas.microsoft.com/office/drawing/2014/main" id="{89492B79-0171-2A61-8E51-5448F6F8B1F4}"/>
              </a:ext>
            </a:extLst>
          </p:cNvPr>
          <p:cNvGrpSpPr/>
          <p:nvPr/>
        </p:nvGrpSpPr>
        <p:grpSpPr>
          <a:xfrm>
            <a:off x="5192272" y="5675754"/>
            <a:ext cx="180000" cy="180975"/>
            <a:chOff x="7241523" y="5986017"/>
            <a:chExt cx="200025" cy="180975"/>
          </a:xfrm>
        </p:grpSpPr>
        <p:sp>
          <p:nvSpPr>
            <p:cNvPr id="214" name="Oval 213">
              <a:extLst>
                <a:ext uri="{FF2B5EF4-FFF2-40B4-BE49-F238E27FC236}">
                  <a16:creationId xmlns:a16="http://schemas.microsoft.com/office/drawing/2014/main" id="{523B1374-E00F-DF5A-4797-77EA660060A9}"/>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215" name="Graphic 214" descr="Single gear outline">
              <a:extLst>
                <a:ext uri="{FF2B5EF4-FFF2-40B4-BE49-F238E27FC236}">
                  <a16:creationId xmlns:a16="http://schemas.microsoft.com/office/drawing/2014/main" id="{1FD5F475-F71F-7654-CCF9-4E0874D152A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3575" y="6008544"/>
              <a:ext cx="135920" cy="135920"/>
            </a:xfrm>
            <a:prstGeom prst="rect">
              <a:avLst/>
            </a:prstGeom>
          </p:spPr>
        </p:pic>
      </p:grpSp>
      <p:grpSp>
        <p:nvGrpSpPr>
          <p:cNvPr id="216" name="Group 215">
            <a:extLst>
              <a:ext uri="{FF2B5EF4-FFF2-40B4-BE49-F238E27FC236}">
                <a16:creationId xmlns:a16="http://schemas.microsoft.com/office/drawing/2014/main" id="{F08DD82C-8FF7-41AF-CDCF-95EA380E4DAC}"/>
              </a:ext>
            </a:extLst>
          </p:cNvPr>
          <p:cNvGrpSpPr/>
          <p:nvPr/>
        </p:nvGrpSpPr>
        <p:grpSpPr>
          <a:xfrm>
            <a:off x="6847422" y="5675754"/>
            <a:ext cx="180000" cy="180975"/>
            <a:chOff x="7241523" y="5986017"/>
            <a:chExt cx="200025" cy="180975"/>
          </a:xfrm>
        </p:grpSpPr>
        <p:sp>
          <p:nvSpPr>
            <p:cNvPr id="217" name="Oval 216">
              <a:extLst>
                <a:ext uri="{FF2B5EF4-FFF2-40B4-BE49-F238E27FC236}">
                  <a16:creationId xmlns:a16="http://schemas.microsoft.com/office/drawing/2014/main" id="{F48E617A-03A2-11CC-15E1-4721F047E720}"/>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218" name="Graphic 217" descr="Single gear outline">
              <a:extLst>
                <a:ext uri="{FF2B5EF4-FFF2-40B4-BE49-F238E27FC236}">
                  <a16:creationId xmlns:a16="http://schemas.microsoft.com/office/drawing/2014/main" id="{059A7EE4-0B8D-764F-8938-A1488840DF5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3575" y="6008544"/>
              <a:ext cx="135920" cy="135920"/>
            </a:xfrm>
            <a:prstGeom prst="rect">
              <a:avLst/>
            </a:prstGeom>
          </p:spPr>
        </p:pic>
      </p:grpSp>
      <p:grpSp>
        <p:nvGrpSpPr>
          <p:cNvPr id="226" name="Group 225">
            <a:extLst>
              <a:ext uri="{FF2B5EF4-FFF2-40B4-BE49-F238E27FC236}">
                <a16:creationId xmlns:a16="http://schemas.microsoft.com/office/drawing/2014/main" id="{257282B8-93DB-A46C-5CAB-7AD3FB464A0A}"/>
              </a:ext>
            </a:extLst>
          </p:cNvPr>
          <p:cNvGrpSpPr/>
          <p:nvPr/>
        </p:nvGrpSpPr>
        <p:grpSpPr>
          <a:xfrm>
            <a:off x="8512797" y="3519851"/>
            <a:ext cx="180000" cy="180975"/>
            <a:chOff x="7241523" y="6210336"/>
            <a:chExt cx="200025" cy="180975"/>
          </a:xfrm>
          <a:solidFill>
            <a:srgbClr val="00B050"/>
          </a:solidFill>
        </p:grpSpPr>
        <p:sp>
          <p:nvSpPr>
            <p:cNvPr id="227" name="Oval 226">
              <a:extLst>
                <a:ext uri="{FF2B5EF4-FFF2-40B4-BE49-F238E27FC236}">
                  <a16:creationId xmlns:a16="http://schemas.microsoft.com/office/drawing/2014/main" id="{B7B15B9C-27F0-034C-942C-5638EC4F717D}"/>
                </a:ext>
              </a:extLst>
            </p:cNvPr>
            <p:cNvSpPr/>
            <p:nvPr/>
          </p:nvSpPr>
          <p:spPr bwMode="gray">
            <a:xfrm>
              <a:off x="7241523" y="6210336"/>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228" name="Graphic 227" descr="Hourglass Finished outline">
              <a:extLst>
                <a:ext uri="{FF2B5EF4-FFF2-40B4-BE49-F238E27FC236}">
                  <a16:creationId xmlns:a16="http://schemas.microsoft.com/office/drawing/2014/main" id="{5BA8F099-0E27-4BA8-D10C-16599A83E84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279753" y="6239041"/>
              <a:ext cx="123564" cy="123564"/>
            </a:xfrm>
            <a:prstGeom prst="rect">
              <a:avLst/>
            </a:prstGeom>
          </p:spPr>
        </p:pic>
      </p:grpSp>
      <p:grpSp>
        <p:nvGrpSpPr>
          <p:cNvPr id="59" name="Group 58">
            <a:extLst>
              <a:ext uri="{FF2B5EF4-FFF2-40B4-BE49-F238E27FC236}">
                <a16:creationId xmlns:a16="http://schemas.microsoft.com/office/drawing/2014/main" id="{7505F9AF-DD38-8DD8-63C2-13C5F65AF8B5}"/>
              </a:ext>
            </a:extLst>
          </p:cNvPr>
          <p:cNvGrpSpPr/>
          <p:nvPr/>
        </p:nvGrpSpPr>
        <p:grpSpPr>
          <a:xfrm>
            <a:off x="5192272" y="4233145"/>
            <a:ext cx="180000" cy="180975"/>
            <a:chOff x="5176168" y="4955864"/>
            <a:chExt cx="200025" cy="180975"/>
          </a:xfrm>
          <a:solidFill>
            <a:srgbClr val="00B050"/>
          </a:solidFill>
        </p:grpSpPr>
        <p:sp>
          <p:nvSpPr>
            <p:cNvPr id="71" name="Oval 70">
              <a:extLst>
                <a:ext uri="{FF2B5EF4-FFF2-40B4-BE49-F238E27FC236}">
                  <a16:creationId xmlns:a16="http://schemas.microsoft.com/office/drawing/2014/main" id="{856ABA1B-F999-07DE-F7BD-76CDD7D7B9D1}"/>
                </a:ext>
              </a:extLst>
            </p:cNvPr>
            <p:cNvSpPr/>
            <p:nvPr/>
          </p:nvSpPr>
          <p:spPr bwMode="gray">
            <a:xfrm>
              <a:off x="5176168" y="4955864"/>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79" name="Graphic 78" descr="Single gear outline">
              <a:extLst>
                <a:ext uri="{FF2B5EF4-FFF2-40B4-BE49-F238E27FC236}">
                  <a16:creationId xmlns:a16="http://schemas.microsoft.com/office/drawing/2014/main" id="{3F526325-BDD5-392F-C2AC-D965BE06D2D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208220" y="4978391"/>
              <a:ext cx="135920" cy="135920"/>
            </a:xfrm>
            <a:prstGeom prst="rect">
              <a:avLst/>
            </a:prstGeom>
          </p:spPr>
        </p:pic>
      </p:grpSp>
      <p:grpSp>
        <p:nvGrpSpPr>
          <p:cNvPr id="80" name="Group 79">
            <a:extLst>
              <a:ext uri="{FF2B5EF4-FFF2-40B4-BE49-F238E27FC236}">
                <a16:creationId xmlns:a16="http://schemas.microsoft.com/office/drawing/2014/main" id="{64E71332-4337-CC0F-703B-77C8CECE41C7}"/>
              </a:ext>
            </a:extLst>
          </p:cNvPr>
          <p:cNvGrpSpPr/>
          <p:nvPr/>
        </p:nvGrpSpPr>
        <p:grpSpPr>
          <a:xfrm>
            <a:off x="6847422" y="4233145"/>
            <a:ext cx="180000" cy="180975"/>
            <a:chOff x="7393923" y="5914096"/>
            <a:chExt cx="200025" cy="180975"/>
          </a:xfrm>
        </p:grpSpPr>
        <p:sp>
          <p:nvSpPr>
            <p:cNvPr id="84" name="Oval 83">
              <a:extLst>
                <a:ext uri="{FF2B5EF4-FFF2-40B4-BE49-F238E27FC236}">
                  <a16:creationId xmlns:a16="http://schemas.microsoft.com/office/drawing/2014/main" id="{AE7FC3AC-5306-83CF-B1CB-F7E2B50815BF}"/>
                </a:ext>
              </a:extLst>
            </p:cNvPr>
            <p:cNvSpPr/>
            <p:nvPr/>
          </p:nvSpPr>
          <p:spPr bwMode="gray">
            <a:xfrm>
              <a:off x="7393923" y="5914096"/>
              <a:ext cx="200025" cy="180975"/>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it-IT" sz="1200">
                <a:solidFill>
                  <a:schemeClr val="bg1"/>
                </a:solidFill>
              </a:endParaRPr>
            </a:p>
          </p:txBody>
        </p:sp>
        <p:pic>
          <p:nvPicPr>
            <p:cNvPr id="85" name="Graphic 84" descr="User outline">
              <a:extLst>
                <a:ext uri="{FF2B5EF4-FFF2-40B4-BE49-F238E27FC236}">
                  <a16:creationId xmlns:a16="http://schemas.microsoft.com/office/drawing/2014/main" id="{0EFEE92A-B3E0-3CB5-D966-D718BE78193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32153" y="5942801"/>
              <a:ext cx="123564" cy="123564"/>
            </a:xfrm>
            <a:prstGeom prst="rect">
              <a:avLst/>
            </a:prstGeom>
          </p:spPr>
        </p:pic>
      </p:grpSp>
      <p:grpSp>
        <p:nvGrpSpPr>
          <p:cNvPr id="86" name="Group 85">
            <a:extLst>
              <a:ext uri="{FF2B5EF4-FFF2-40B4-BE49-F238E27FC236}">
                <a16:creationId xmlns:a16="http://schemas.microsoft.com/office/drawing/2014/main" id="{5AD0739B-D179-FC86-3897-9893C3D38DF9}"/>
              </a:ext>
            </a:extLst>
          </p:cNvPr>
          <p:cNvGrpSpPr/>
          <p:nvPr/>
        </p:nvGrpSpPr>
        <p:grpSpPr>
          <a:xfrm>
            <a:off x="10166126" y="2099547"/>
            <a:ext cx="180000" cy="180975"/>
            <a:chOff x="7393923" y="5914096"/>
            <a:chExt cx="200025" cy="180975"/>
          </a:xfrm>
        </p:grpSpPr>
        <p:sp>
          <p:nvSpPr>
            <p:cNvPr id="90" name="Oval 89">
              <a:extLst>
                <a:ext uri="{FF2B5EF4-FFF2-40B4-BE49-F238E27FC236}">
                  <a16:creationId xmlns:a16="http://schemas.microsoft.com/office/drawing/2014/main" id="{74E18E97-F833-0878-A06E-61A6A5EDE849}"/>
                </a:ext>
              </a:extLst>
            </p:cNvPr>
            <p:cNvSpPr/>
            <p:nvPr/>
          </p:nvSpPr>
          <p:spPr bwMode="gray">
            <a:xfrm>
              <a:off x="7393923" y="5914096"/>
              <a:ext cx="200025" cy="180975"/>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it-IT" sz="1200">
                <a:solidFill>
                  <a:schemeClr val="bg1"/>
                </a:solidFill>
              </a:endParaRPr>
            </a:p>
          </p:txBody>
        </p:sp>
        <p:pic>
          <p:nvPicPr>
            <p:cNvPr id="91" name="Graphic 90" descr="User outline">
              <a:extLst>
                <a:ext uri="{FF2B5EF4-FFF2-40B4-BE49-F238E27FC236}">
                  <a16:creationId xmlns:a16="http://schemas.microsoft.com/office/drawing/2014/main" id="{3DD16B0E-044F-8CB5-AFF0-8738608B44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32153" y="5942801"/>
              <a:ext cx="123564" cy="123564"/>
            </a:xfrm>
            <a:prstGeom prst="rect">
              <a:avLst/>
            </a:prstGeom>
          </p:spPr>
        </p:pic>
      </p:grpSp>
      <p:grpSp>
        <p:nvGrpSpPr>
          <p:cNvPr id="93" name="Group 92">
            <a:extLst>
              <a:ext uri="{FF2B5EF4-FFF2-40B4-BE49-F238E27FC236}">
                <a16:creationId xmlns:a16="http://schemas.microsoft.com/office/drawing/2014/main" id="{CDC044B7-DDE5-DBA1-A715-3302742B593D}"/>
              </a:ext>
            </a:extLst>
          </p:cNvPr>
          <p:cNvGrpSpPr/>
          <p:nvPr/>
        </p:nvGrpSpPr>
        <p:grpSpPr>
          <a:xfrm>
            <a:off x="6847422" y="2099547"/>
            <a:ext cx="180000" cy="180975"/>
            <a:chOff x="7393923" y="5914096"/>
            <a:chExt cx="200025" cy="180975"/>
          </a:xfrm>
        </p:grpSpPr>
        <p:sp>
          <p:nvSpPr>
            <p:cNvPr id="94" name="Oval 93">
              <a:extLst>
                <a:ext uri="{FF2B5EF4-FFF2-40B4-BE49-F238E27FC236}">
                  <a16:creationId xmlns:a16="http://schemas.microsoft.com/office/drawing/2014/main" id="{6CD71B64-9960-64BD-E2A4-DE5B30AFCBBD}"/>
                </a:ext>
              </a:extLst>
            </p:cNvPr>
            <p:cNvSpPr/>
            <p:nvPr/>
          </p:nvSpPr>
          <p:spPr bwMode="gray">
            <a:xfrm>
              <a:off x="7393923" y="5914096"/>
              <a:ext cx="200025" cy="180975"/>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it-IT" sz="1200">
                <a:solidFill>
                  <a:schemeClr val="bg1"/>
                </a:solidFill>
              </a:endParaRPr>
            </a:p>
          </p:txBody>
        </p:sp>
        <p:pic>
          <p:nvPicPr>
            <p:cNvPr id="95" name="Graphic 94" descr="User outline">
              <a:extLst>
                <a:ext uri="{FF2B5EF4-FFF2-40B4-BE49-F238E27FC236}">
                  <a16:creationId xmlns:a16="http://schemas.microsoft.com/office/drawing/2014/main" id="{E4B3F0E4-7295-40F2-B557-4C834E6108A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32153" y="5942801"/>
              <a:ext cx="123564" cy="123564"/>
            </a:xfrm>
            <a:prstGeom prst="rect">
              <a:avLst/>
            </a:prstGeom>
          </p:spPr>
        </p:pic>
      </p:grpSp>
      <p:grpSp>
        <p:nvGrpSpPr>
          <p:cNvPr id="105" name="Group 104">
            <a:extLst>
              <a:ext uri="{FF2B5EF4-FFF2-40B4-BE49-F238E27FC236}">
                <a16:creationId xmlns:a16="http://schemas.microsoft.com/office/drawing/2014/main" id="{A66F590B-CFF1-60EC-9C65-78CD0003A21E}"/>
              </a:ext>
            </a:extLst>
          </p:cNvPr>
          <p:cNvGrpSpPr/>
          <p:nvPr/>
        </p:nvGrpSpPr>
        <p:grpSpPr>
          <a:xfrm>
            <a:off x="5192272" y="2099547"/>
            <a:ext cx="180000" cy="180975"/>
            <a:chOff x="7241523" y="6210336"/>
            <a:chExt cx="200025" cy="180975"/>
          </a:xfrm>
          <a:solidFill>
            <a:srgbClr val="00B050"/>
          </a:solidFill>
        </p:grpSpPr>
        <p:sp>
          <p:nvSpPr>
            <p:cNvPr id="120" name="Oval 119">
              <a:extLst>
                <a:ext uri="{FF2B5EF4-FFF2-40B4-BE49-F238E27FC236}">
                  <a16:creationId xmlns:a16="http://schemas.microsoft.com/office/drawing/2014/main" id="{57CD854E-76B3-A5B3-892C-D74AC9C75F4B}"/>
                </a:ext>
              </a:extLst>
            </p:cNvPr>
            <p:cNvSpPr/>
            <p:nvPr/>
          </p:nvSpPr>
          <p:spPr bwMode="gray">
            <a:xfrm>
              <a:off x="7241523" y="6210336"/>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29" name="Graphic 128" descr="Hourglass Finished outline">
              <a:extLst>
                <a:ext uri="{FF2B5EF4-FFF2-40B4-BE49-F238E27FC236}">
                  <a16:creationId xmlns:a16="http://schemas.microsoft.com/office/drawing/2014/main" id="{F0CB504B-3CC4-0D38-3811-5708AF5D177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279753" y="6239041"/>
              <a:ext cx="123564" cy="123564"/>
            </a:xfrm>
            <a:prstGeom prst="rect">
              <a:avLst/>
            </a:prstGeom>
          </p:spPr>
        </p:pic>
      </p:grpSp>
      <p:sp>
        <p:nvSpPr>
          <p:cNvPr id="30" name="Rectangle 29">
            <a:extLst>
              <a:ext uri="{FF2B5EF4-FFF2-40B4-BE49-F238E27FC236}">
                <a16:creationId xmlns:a16="http://schemas.microsoft.com/office/drawing/2014/main" id="{ACCD39D2-F52D-B474-937A-6197E15C7BB5}"/>
              </a:ext>
            </a:extLst>
          </p:cNvPr>
          <p:cNvSpPr/>
          <p:nvPr/>
        </p:nvSpPr>
        <p:spPr bwMode="gray">
          <a:xfrm>
            <a:off x="9024000" y="-259"/>
            <a:ext cx="3168000" cy="163222"/>
          </a:xfrm>
          <a:prstGeom prst="rect">
            <a:avLst/>
          </a:prstGeom>
          <a:solidFill>
            <a:srgbClr val="003A7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it-IT" sz="1000" b="1" noProof="0">
                <a:solidFill>
                  <a:schemeClr val="bg1"/>
                </a:solidFill>
                <a:latin typeface="+mj-lt"/>
              </a:rPr>
              <a:t>DOCUMENTO PRELIMINARE AD USO INTERNO</a:t>
            </a:r>
          </a:p>
        </p:txBody>
      </p:sp>
      <p:sp>
        <p:nvSpPr>
          <p:cNvPr id="33" name="Right Triangle 32">
            <a:extLst>
              <a:ext uri="{FF2B5EF4-FFF2-40B4-BE49-F238E27FC236}">
                <a16:creationId xmlns:a16="http://schemas.microsoft.com/office/drawing/2014/main" id="{57E36C49-DFBD-0385-D067-BBE936E8CBB7}"/>
              </a:ext>
            </a:extLst>
          </p:cNvPr>
          <p:cNvSpPr/>
          <p:nvPr/>
        </p:nvSpPr>
        <p:spPr bwMode="gray">
          <a:xfrm flipH="1" flipV="1">
            <a:off x="8901772" y="1811"/>
            <a:ext cx="131345" cy="163222"/>
          </a:xfrm>
          <a:prstGeom prst="rtTriangle">
            <a:avLst/>
          </a:prstGeom>
          <a:solidFill>
            <a:srgbClr val="003A7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it-IT" sz="1600" b="1" noProof="0">
              <a:solidFill>
                <a:schemeClr val="bg1"/>
              </a:solidFill>
            </a:endParaRPr>
          </a:p>
        </p:txBody>
      </p:sp>
      <p:sp>
        <p:nvSpPr>
          <p:cNvPr id="4" name="Rectangle 3">
            <a:extLst>
              <a:ext uri="{FF2B5EF4-FFF2-40B4-BE49-F238E27FC236}">
                <a16:creationId xmlns:a16="http://schemas.microsoft.com/office/drawing/2014/main" id="{81F8614A-37B3-BF35-9B71-A8691D5B90FC}"/>
              </a:ext>
            </a:extLst>
          </p:cNvPr>
          <p:cNvSpPr/>
          <p:nvPr/>
        </p:nvSpPr>
        <p:spPr>
          <a:xfrm>
            <a:off x="7167232" y="1409089"/>
            <a:ext cx="1432839" cy="653198"/>
          </a:xfrm>
          <a:prstGeom prst="rect">
            <a:avLst/>
          </a:prstGeom>
          <a:solidFill>
            <a:schemeClr val="bg1"/>
          </a:solidFill>
          <a:ln w="3175" algn="ctr">
            <a:solidFill>
              <a:srgbClr val="003A79"/>
            </a:solidFill>
            <a:prstDash val="sysDot"/>
            <a:miter lim="800000"/>
            <a:headEnd/>
            <a:tailEnd/>
          </a:ln>
        </p:spPr>
        <p:txBody>
          <a:bodyPr vert="horz" wrap="square" lIns="36000" tIns="36000" rIns="36000" bIns="36000" rtlCol="0" anchor="t"/>
          <a:lstStyle/>
          <a:p>
            <a:pPr algn="ctr" defTabSz="914103">
              <a:lnSpc>
                <a:spcPct val="90000"/>
              </a:lnSpc>
              <a:spcAft>
                <a:spcPts val="300"/>
              </a:spcAft>
            </a:pPr>
            <a:r>
              <a:rPr lang="it-IT" sz="900" b="1" noProof="0">
                <a:solidFill>
                  <a:srgbClr val="003A79"/>
                </a:solidFill>
                <a:latin typeface="+mj-lt"/>
                <a:ea typeface="Roboto" panose="02000000000000000000" pitchFamily="2" charset="0"/>
                <a:cs typeface="Roboto" panose="02000000000000000000" pitchFamily="2" charset="0"/>
              </a:rPr>
              <a:t>IMMOBILIARE</a:t>
            </a:r>
          </a:p>
        </p:txBody>
      </p:sp>
      <p:grpSp>
        <p:nvGrpSpPr>
          <p:cNvPr id="24" name="Group 23">
            <a:extLst>
              <a:ext uri="{FF2B5EF4-FFF2-40B4-BE49-F238E27FC236}">
                <a16:creationId xmlns:a16="http://schemas.microsoft.com/office/drawing/2014/main" id="{3AC38958-6F30-3E7A-7D26-7368A92A226C}"/>
              </a:ext>
            </a:extLst>
          </p:cNvPr>
          <p:cNvGrpSpPr/>
          <p:nvPr/>
        </p:nvGrpSpPr>
        <p:grpSpPr>
          <a:xfrm>
            <a:off x="8513773" y="1399939"/>
            <a:ext cx="180000" cy="180975"/>
            <a:chOff x="7241523" y="5986017"/>
            <a:chExt cx="200025" cy="180975"/>
          </a:xfrm>
        </p:grpSpPr>
        <p:sp>
          <p:nvSpPr>
            <p:cNvPr id="32" name="Oval 31">
              <a:extLst>
                <a:ext uri="{FF2B5EF4-FFF2-40B4-BE49-F238E27FC236}">
                  <a16:creationId xmlns:a16="http://schemas.microsoft.com/office/drawing/2014/main" id="{5B0BD99D-8860-A63C-D5FC-765A42F0C6F5}"/>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36" name="Graphic 35" descr="Single gear outline">
              <a:extLst>
                <a:ext uri="{FF2B5EF4-FFF2-40B4-BE49-F238E27FC236}">
                  <a16:creationId xmlns:a16="http://schemas.microsoft.com/office/drawing/2014/main" id="{72512195-9294-B1B7-67C6-0FEE8038740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73575" y="6008544"/>
              <a:ext cx="135920" cy="135920"/>
            </a:xfrm>
            <a:prstGeom prst="rect">
              <a:avLst/>
            </a:prstGeom>
          </p:spPr>
        </p:pic>
      </p:grpSp>
      <p:sp>
        <p:nvSpPr>
          <p:cNvPr id="42" name="Rectangle: Folded Corner 41">
            <a:extLst>
              <a:ext uri="{FF2B5EF4-FFF2-40B4-BE49-F238E27FC236}">
                <a16:creationId xmlns:a16="http://schemas.microsoft.com/office/drawing/2014/main" id="{04DA2590-5101-3F1F-A54A-8C1515FCCA13}"/>
              </a:ext>
            </a:extLst>
          </p:cNvPr>
          <p:cNvSpPr/>
          <p:nvPr/>
        </p:nvSpPr>
        <p:spPr bwMode="gray">
          <a:xfrm>
            <a:off x="7289800" y="1836738"/>
            <a:ext cx="1180800" cy="193955"/>
          </a:xfrm>
          <a:prstGeom prst="foldedCorner">
            <a:avLst/>
          </a:prstGeom>
          <a:solidFill>
            <a:srgbClr val="FFFFED"/>
          </a:solidFill>
          <a:ln w="3175" cap="flat" cmpd="sng" algn="ctr">
            <a:solidFill>
              <a:schemeClr val="tx1"/>
            </a:solidFill>
            <a:prstDash val="solid"/>
          </a:ln>
          <a:effectLst>
            <a:outerShdw blurRad="50800" dist="38100" dir="2700000" algn="tl" rotWithShape="0">
              <a:prstClr val="black">
                <a:alpha val="40000"/>
              </a:prstClr>
            </a:outerShdw>
          </a:effectLst>
        </p:spPr>
        <p:txBody>
          <a:bodyPr lIns="0" tIns="0" rIns="0" bIns="0" rtlCol="0" anchor="ctr"/>
          <a:lstStyle/>
          <a:p>
            <a:pPr algn="ctr"/>
            <a:r>
              <a:rPr lang="it-IT" sz="600" b="1" i="1" kern="0">
                <a:ea typeface="Roboto" panose="02000000000000000000" pitchFamily="2" charset="0"/>
                <a:cs typeface="Roboto" panose="02000000000000000000" pitchFamily="2" charset="0"/>
              </a:rPr>
              <a:t>CCMO</a:t>
            </a:r>
          </a:p>
          <a:p>
            <a:pPr algn="ctr"/>
            <a:r>
              <a:rPr lang="it-IT" sz="600" i="1" kern="0">
                <a:ea typeface="Roboto" panose="02000000000000000000" pitchFamily="2" charset="0"/>
                <a:cs typeface="Roboto" panose="02000000000000000000" pitchFamily="2" charset="0"/>
              </a:rPr>
              <a:t>(Guido)</a:t>
            </a:r>
          </a:p>
        </p:txBody>
      </p:sp>
    </p:spTree>
    <p:extLst>
      <p:ext uri="{BB962C8B-B14F-4D97-AF65-F5344CB8AC3E}">
        <p14:creationId xmlns:p14="http://schemas.microsoft.com/office/powerpoint/2010/main" val="707732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B90F99A6-DAAB-BAC2-15FC-052768F3FBC6}"/>
              </a:ext>
            </a:extLst>
          </p:cNvPr>
          <p:cNvGraphicFramePr>
            <a:graphicFrameLocks/>
          </p:cNvGraphicFramePr>
          <p:nvPr>
            <p:custDataLst>
              <p:tags r:id="rId1"/>
            </p:custDataLst>
            <p:extLst>
              <p:ext uri="{D42A27DB-BD31-4B8C-83A1-F6EECF244321}">
                <p14:modId xmlns:p14="http://schemas.microsoft.com/office/powerpoint/2010/main" val="19271076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05" imgH="405" progId="TCLayout.ActiveDocument.1">
                  <p:embed/>
                </p:oleObj>
              </mc:Choice>
              <mc:Fallback>
                <p:oleObj name="think-cell Slide" r:id="rId11" imgW="405" imgH="405" progId="TCLayout.ActiveDocument.1">
                  <p:embed/>
                  <p:pic>
                    <p:nvPicPr>
                      <p:cNvPr id="5" name="Object 6" hidden="1">
                        <a:extLst>
                          <a:ext uri="{FF2B5EF4-FFF2-40B4-BE49-F238E27FC236}">
                            <a16:creationId xmlns:a16="http://schemas.microsoft.com/office/drawing/2014/main" id="{B90F99A6-DAAB-BAC2-15FC-052768F3FBC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4058A5FA-6526-109F-7926-C12D73E64B24}"/>
              </a:ext>
            </a:extLst>
          </p:cNvPr>
          <p:cNvSpPr>
            <a:spLocks noGrp="1"/>
          </p:cNvSpPr>
          <p:nvPr>
            <p:ph type="title"/>
            <p:custDataLst>
              <p:tags r:id="rId2"/>
            </p:custDataLst>
          </p:nvPr>
        </p:nvSpPr>
        <p:spPr>
          <a:xfrm>
            <a:off x="554736" y="172212"/>
            <a:ext cx="11082528" cy="338554"/>
          </a:xfrm>
        </p:spPr>
        <p:txBody>
          <a:bodyPr vert="horz"/>
          <a:lstStyle/>
          <a:p>
            <a:r>
              <a:rPr lang="en-US" sz="2200" noProof="0">
                <a:solidFill>
                  <a:schemeClr val="accent2"/>
                </a:solidFill>
              </a:rPr>
              <a:t>2. Pre-Take Control|</a:t>
            </a:r>
            <a:r>
              <a:rPr lang="en-US" sz="2200" noProof="0"/>
              <a:t> </a:t>
            </a:r>
            <a:r>
              <a:rPr lang="en-US" sz="2200" noProof="0" err="1"/>
              <a:t>Attività</a:t>
            </a:r>
            <a:r>
              <a:rPr lang="en-US" sz="2200" noProof="0"/>
              <a:t> </a:t>
            </a:r>
            <a:r>
              <a:rPr lang="en-US" sz="2200" noProof="0" err="1"/>
              <a:t>chiave</a:t>
            </a:r>
            <a:r>
              <a:rPr lang="en-US" sz="2200" noProof="0"/>
              <a:t> per il pre-settlement per </a:t>
            </a:r>
            <a:r>
              <a:rPr lang="en-US" sz="2200" noProof="0" err="1"/>
              <a:t>Divisioni</a:t>
            </a:r>
            <a:r>
              <a:rPr lang="en-US" sz="2200" noProof="0"/>
              <a:t> e </a:t>
            </a:r>
            <a:r>
              <a:rPr lang="en-US" sz="2200" noProof="0" err="1"/>
              <a:t>AdG</a:t>
            </a:r>
            <a:endParaRPr lang="en-US" sz="2200" noProof="0"/>
          </a:p>
        </p:txBody>
      </p:sp>
      <p:sp>
        <p:nvSpPr>
          <p:cNvPr id="71" name="1. On-page tracker">
            <a:extLst>
              <a:ext uri="{FF2B5EF4-FFF2-40B4-BE49-F238E27FC236}">
                <a16:creationId xmlns:a16="http://schemas.microsoft.com/office/drawing/2014/main" id="{4E5023CC-EF27-8D03-80DF-E8B9DD42D6F4}"/>
              </a:ext>
            </a:extLst>
          </p:cNvPr>
          <p:cNvSpPr>
            <a:spLocks noGrp="1"/>
          </p:cNvSpPr>
          <p:nvPr>
            <p:ph type="body" sz="quarter" idx="10"/>
            <p:custDataLst>
              <p:tags r:id="rId3"/>
            </p:custDataLst>
          </p:nvPr>
        </p:nvSpPr>
        <p:spPr/>
        <p:txBody>
          <a:bodyPr/>
          <a:lstStyle/>
          <a:p>
            <a:endParaRPr lang="en-US" noProof="0"/>
          </a:p>
        </p:txBody>
      </p:sp>
      <p:sp>
        <p:nvSpPr>
          <p:cNvPr id="19" name="Rectangle 18">
            <a:extLst>
              <a:ext uri="{FF2B5EF4-FFF2-40B4-BE49-F238E27FC236}">
                <a16:creationId xmlns:a16="http://schemas.microsoft.com/office/drawing/2014/main" id="{57682D11-DB47-226D-BB88-2094815FE221}"/>
              </a:ext>
            </a:extLst>
          </p:cNvPr>
          <p:cNvSpPr>
            <a:spLocks/>
          </p:cNvSpPr>
          <p:nvPr/>
        </p:nvSpPr>
        <p:spPr>
          <a:xfrm>
            <a:off x="1756649" y="1408989"/>
            <a:ext cx="979402" cy="4762684"/>
          </a:xfrm>
          <a:prstGeom prst="rect">
            <a:avLst/>
          </a:prstGeom>
          <a:solidFill>
            <a:schemeClr val="accent4">
              <a:lumMod val="20000"/>
              <a:lumOff val="80000"/>
            </a:schemeClr>
          </a:solidFill>
          <a:ln w="28575" cap="sq">
            <a:solidFill>
              <a:schemeClr val="tx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20" name="Rectangle 19">
            <a:extLst>
              <a:ext uri="{FF2B5EF4-FFF2-40B4-BE49-F238E27FC236}">
                <a16:creationId xmlns:a16="http://schemas.microsoft.com/office/drawing/2014/main" id="{DBC3ED25-31B4-C826-A4AB-6427DDE73300}"/>
              </a:ext>
            </a:extLst>
          </p:cNvPr>
          <p:cNvSpPr>
            <a:spLocks/>
          </p:cNvSpPr>
          <p:nvPr/>
        </p:nvSpPr>
        <p:spPr>
          <a:xfrm>
            <a:off x="2833367" y="1408989"/>
            <a:ext cx="979402" cy="4762684"/>
          </a:xfrm>
          <a:prstGeom prst="rect">
            <a:avLst/>
          </a:prstGeom>
          <a:solidFill>
            <a:schemeClr val="accent4">
              <a:lumMod val="20000"/>
              <a:lumOff val="80000"/>
            </a:schemeClr>
          </a:solidFill>
          <a:ln w="28575" cap="sq">
            <a:solidFill>
              <a:schemeClr val="tx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21" name="Rectangle 20">
            <a:extLst>
              <a:ext uri="{FF2B5EF4-FFF2-40B4-BE49-F238E27FC236}">
                <a16:creationId xmlns:a16="http://schemas.microsoft.com/office/drawing/2014/main" id="{9CC4112B-6251-48FE-8C72-FEE799A00EE7}"/>
              </a:ext>
            </a:extLst>
          </p:cNvPr>
          <p:cNvSpPr>
            <a:spLocks/>
          </p:cNvSpPr>
          <p:nvPr/>
        </p:nvSpPr>
        <p:spPr>
          <a:xfrm>
            <a:off x="3910086" y="1408989"/>
            <a:ext cx="979402" cy="4762684"/>
          </a:xfrm>
          <a:prstGeom prst="rect">
            <a:avLst/>
          </a:prstGeom>
          <a:solidFill>
            <a:schemeClr val="accent4">
              <a:lumMod val="20000"/>
              <a:lumOff val="80000"/>
            </a:schemeClr>
          </a:solidFill>
          <a:ln w="28575" cap="sq">
            <a:solidFill>
              <a:schemeClr val="tx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26" name="Rectangle 25">
            <a:extLst>
              <a:ext uri="{FF2B5EF4-FFF2-40B4-BE49-F238E27FC236}">
                <a16:creationId xmlns:a16="http://schemas.microsoft.com/office/drawing/2014/main" id="{F3F70CA3-814E-6C4F-BE4F-90326631587E}"/>
              </a:ext>
            </a:extLst>
          </p:cNvPr>
          <p:cNvSpPr>
            <a:spLocks/>
          </p:cNvSpPr>
          <p:nvPr/>
        </p:nvSpPr>
        <p:spPr>
          <a:xfrm>
            <a:off x="4986805" y="1408989"/>
            <a:ext cx="979402" cy="4762684"/>
          </a:xfrm>
          <a:prstGeom prst="rect">
            <a:avLst/>
          </a:prstGeom>
          <a:solidFill>
            <a:schemeClr val="accent4">
              <a:lumMod val="20000"/>
              <a:lumOff val="80000"/>
            </a:schemeClr>
          </a:solidFill>
          <a:ln w="28575" cap="sq">
            <a:solidFill>
              <a:schemeClr val="tx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27" name="Rectangle 26">
            <a:extLst>
              <a:ext uri="{FF2B5EF4-FFF2-40B4-BE49-F238E27FC236}">
                <a16:creationId xmlns:a16="http://schemas.microsoft.com/office/drawing/2014/main" id="{40FEA0BD-5AD1-D767-58BA-827791563A46}"/>
              </a:ext>
            </a:extLst>
          </p:cNvPr>
          <p:cNvSpPr>
            <a:spLocks/>
          </p:cNvSpPr>
          <p:nvPr/>
        </p:nvSpPr>
        <p:spPr>
          <a:xfrm>
            <a:off x="1671156" y="1001376"/>
            <a:ext cx="4336207" cy="5218450"/>
          </a:xfrm>
          <a:prstGeom prst="rect">
            <a:avLst/>
          </a:prstGeom>
          <a:noFill/>
          <a:ln w="6350" cap="sq">
            <a:solidFill>
              <a:schemeClr val="tx2"/>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28" name="Rectangle 27">
            <a:extLst>
              <a:ext uri="{FF2B5EF4-FFF2-40B4-BE49-F238E27FC236}">
                <a16:creationId xmlns:a16="http://schemas.microsoft.com/office/drawing/2014/main" id="{979ED86B-628F-BD66-0E6C-98C32738DAD4}"/>
              </a:ext>
            </a:extLst>
          </p:cNvPr>
          <p:cNvSpPr>
            <a:spLocks/>
          </p:cNvSpPr>
          <p:nvPr/>
        </p:nvSpPr>
        <p:spPr>
          <a:xfrm>
            <a:off x="6110579" y="1001376"/>
            <a:ext cx="5649622" cy="5218450"/>
          </a:xfrm>
          <a:prstGeom prst="rect">
            <a:avLst/>
          </a:prstGeom>
          <a:noFill/>
          <a:ln w="6350" cap="sq">
            <a:solidFill>
              <a:schemeClr val="accent2"/>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29" name="TextBox 28">
            <a:extLst>
              <a:ext uri="{FF2B5EF4-FFF2-40B4-BE49-F238E27FC236}">
                <a16:creationId xmlns:a16="http://schemas.microsoft.com/office/drawing/2014/main" id="{A2712862-EFC1-3731-BB1C-EBD63D9AD04D}"/>
              </a:ext>
            </a:extLst>
          </p:cNvPr>
          <p:cNvSpPr txBox="1"/>
          <p:nvPr/>
        </p:nvSpPr>
        <p:spPr>
          <a:xfrm>
            <a:off x="2709297" y="1062058"/>
            <a:ext cx="2259924" cy="215444"/>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noProof="0" err="1">
                <a:solidFill>
                  <a:schemeClr val="tx2"/>
                </a:solidFill>
              </a:rPr>
              <a:t>Divisioni</a:t>
            </a:r>
            <a:endParaRPr lang="en-US" sz="1400" i="1" noProof="0"/>
          </a:p>
        </p:txBody>
      </p:sp>
      <p:sp>
        <p:nvSpPr>
          <p:cNvPr id="30" name="TextBox 29">
            <a:extLst>
              <a:ext uri="{FF2B5EF4-FFF2-40B4-BE49-F238E27FC236}">
                <a16:creationId xmlns:a16="http://schemas.microsoft.com/office/drawing/2014/main" id="{27D1A8EA-8B0A-6406-8145-0AE51EF99266}"/>
              </a:ext>
            </a:extLst>
          </p:cNvPr>
          <p:cNvSpPr txBox="1"/>
          <p:nvPr/>
        </p:nvSpPr>
        <p:spPr>
          <a:xfrm>
            <a:off x="8268982" y="1062058"/>
            <a:ext cx="1447416" cy="215444"/>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noProof="0">
                <a:solidFill>
                  <a:schemeClr val="accent2"/>
                </a:solidFill>
              </a:rPr>
              <a:t>Aree di Governo</a:t>
            </a:r>
            <a:endParaRPr lang="en-US" sz="1400" i="1" noProof="0"/>
          </a:p>
        </p:txBody>
      </p:sp>
      <p:grpSp>
        <p:nvGrpSpPr>
          <p:cNvPr id="36" name="Group 35">
            <a:extLst>
              <a:ext uri="{FF2B5EF4-FFF2-40B4-BE49-F238E27FC236}">
                <a16:creationId xmlns:a16="http://schemas.microsoft.com/office/drawing/2014/main" id="{108C5A23-F0A6-FE0B-C5D7-BDE26A38F7C7}"/>
              </a:ext>
            </a:extLst>
          </p:cNvPr>
          <p:cNvGrpSpPr/>
          <p:nvPr/>
        </p:nvGrpSpPr>
        <p:grpSpPr>
          <a:xfrm>
            <a:off x="1759761" y="1547325"/>
            <a:ext cx="945500" cy="398912"/>
            <a:chOff x="3870190" y="3045367"/>
            <a:chExt cx="1041221" cy="398912"/>
          </a:xfrm>
        </p:grpSpPr>
        <p:pic>
          <p:nvPicPr>
            <p:cNvPr id="37" name="Picture 36">
              <a:extLst>
                <a:ext uri="{FF2B5EF4-FFF2-40B4-BE49-F238E27FC236}">
                  <a16:creationId xmlns:a16="http://schemas.microsoft.com/office/drawing/2014/main" id="{16EC6938-6BC2-DBB8-29D2-C67DED71D915}"/>
                </a:ext>
              </a:extLst>
            </p:cNvPr>
            <p:cNvPicPr>
              <a:picLocks noChangeAspect="1"/>
            </p:cNvPicPr>
            <p:nvPr/>
          </p:nvPicPr>
          <p:blipFill>
            <a:blip r:embed="rId13"/>
            <a:stretch>
              <a:fillRect/>
            </a:stretch>
          </p:blipFill>
          <p:spPr>
            <a:xfrm>
              <a:off x="3910591" y="3045367"/>
              <a:ext cx="989014" cy="115037"/>
            </a:xfrm>
            <a:prstGeom prst="rect">
              <a:avLst/>
            </a:prstGeom>
          </p:spPr>
        </p:pic>
        <p:sp>
          <p:nvSpPr>
            <p:cNvPr id="38" name="TextBox 37">
              <a:extLst>
                <a:ext uri="{FF2B5EF4-FFF2-40B4-BE49-F238E27FC236}">
                  <a16:creationId xmlns:a16="http://schemas.microsoft.com/office/drawing/2014/main" id="{790254F0-A8C7-18B3-9C12-4ED1202A52B6}"/>
                </a:ext>
              </a:extLst>
            </p:cNvPr>
            <p:cNvSpPr txBox="1">
              <a:spLocks/>
            </p:cNvSpPr>
            <p:nvPr/>
          </p:nvSpPr>
          <p:spPr>
            <a:xfrm>
              <a:off x="3870190" y="3167280"/>
              <a:ext cx="1041221" cy="2769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Banca </a:t>
              </a:r>
              <a:r>
                <a:rPr lang="en-US" sz="900" b="1" noProof="0" err="1">
                  <a:solidFill>
                    <a:schemeClr val="tx2"/>
                  </a:solidFill>
                </a:rPr>
                <a:t>dei</a:t>
              </a:r>
              <a:r>
                <a:rPr lang="en-US" sz="900" b="1" noProof="0">
                  <a:solidFill>
                    <a:schemeClr val="tx2"/>
                  </a:solidFill>
                </a:rPr>
                <a:t> </a:t>
              </a:r>
              <a:r>
                <a:rPr lang="en-US" sz="900" b="1" noProof="0" err="1">
                  <a:solidFill>
                    <a:schemeClr val="tx2"/>
                  </a:solidFill>
                </a:rPr>
                <a:t>Territori</a:t>
              </a:r>
              <a:endParaRPr lang="en-US" sz="900" b="1" noProof="0">
                <a:solidFill>
                  <a:schemeClr val="tx2"/>
                </a:solidFill>
              </a:endParaRPr>
            </a:p>
          </p:txBody>
        </p:sp>
      </p:grpSp>
      <p:pic>
        <p:nvPicPr>
          <p:cNvPr id="39" name="Picture 38">
            <a:extLst>
              <a:ext uri="{FF2B5EF4-FFF2-40B4-BE49-F238E27FC236}">
                <a16:creationId xmlns:a16="http://schemas.microsoft.com/office/drawing/2014/main" id="{162A52F4-C75F-3004-0038-5D044613B237}"/>
              </a:ext>
            </a:extLst>
          </p:cNvPr>
          <p:cNvPicPr>
            <a:picLocks noChangeAspect="1"/>
          </p:cNvPicPr>
          <p:nvPr/>
        </p:nvPicPr>
        <p:blipFill>
          <a:blip r:embed="rId14">
            <a:clrChange>
              <a:clrFrom>
                <a:srgbClr val="FFFFFF"/>
              </a:clrFrom>
              <a:clrTo>
                <a:srgbClr val="FFFFFF">
                  <a:alpha val="0"/>
                </a:srgbClr>
              </a:clrTo>
            </a:clrChange>
          </a:blip>
          <a:srcRect l="17965" t="20625" r="21176" b="21200"/>
          <a:stretch>
            <a:fillRect/>
          </a:stretch>
        </p:blipFill>
        <p:spPr>
          <a:xfrm>
            <a:off x="2858002" y="1448893"/>
            <a:ext cx="935423" cy="451567"/>
          </a:xfrm>
          <a:prstGeom prst="rect">
            <a:avLst/>
          </a:prstGeom>
        </p:spPr>
      </p:pic>
      <p:grpSp>
        <p:nvGrpSpPr>
          <p:cNvPr id="40" name="Group 39">
            <a:extLst>
              <a:ext uri="{FF2B5EF4-FFF2-40B4-BE49-F238E27FC236}">
                <a16:creationId xmlns:a16="http://schemas.microsoft.com/office/drawing/2014/main" id="{3E3B463B-8C67-699F-AA74-3858C132CD6B}"/>
              </a:ext>
            </a:extLst>
          </p:cNvPr>
          <p:cNvGrpSpPr/>
          <p:nvPr/>
        </p:nvGrpSpPr>
        <p:grpSpPr>
          <a:xfrm>
            <a:off x="3937654" y="1547325"/>
            <a:ext cx="945500" cy="260412"/>
            <a:chOff x="3870190" y="3045367"/>
            <a:chExt cx="1041221" cy="260412"/>
          </a:xfrm>
        </p:grpSpPr>
        <p:pic>
          <p:nvPicPr>
            <p:cNvPr id="41" name="Picture 40">
              <a:extLst>
                <a:ext uri="{FF2B5EF4-FFF2-40B4-BE49-F238E27FC236}">
                  <a16:creationId xmlns:a16="http://schemas.microsoft.com/office/drawing/2014/main" id="{B5663C0A-4A42-0580-DCAD-3F9AF101D4AA}"/>
                </a:ext>
              </a:extLst>
            </p:cNvPr>
            <p:cNvPicPr>
              <a:picLocks noChangeAspect="1"/>
            </p:cNvPicPr>
            <p:nvPr/>
          </p:nvPicPr>
          <p:blipFill>
            <a:blip r:embed="rId13"/>
            <a:stretch>
              <a:fillRect/>
            </a:stretch>
          </p:blipFill>
          <p:spPr>
            <a:xfrm>
              <a:off x="3910591" y="3045367"/>
              <a:ext cx="989014" cy="115037"/>
            </a:xfrm>
            <a:prstGeom prst="rect">
              <a:avLst/>
            </a:prstGeom>
          </p:spPr>
        </p:pic>
        <p:sp>
          <p:nvSpPr>
            <p:cNvPr id="42" name="TextBox 41">
              <a:extLst>
                <a:ext uri="{FF2B5EF4-FFF2-40B4-BE49-F238E27FC236}">
                  <a16:creationId xmlns:a16="http://schemas.microsoft.com/office/drawing/2014/main" id="{1EC03661-5912-299B-EA9C-75E768988C4E}"/>
                </a:ext>
              </a:extLst>
            </p:cNvPr>
            <p:cNvSpPr txBox="1">
              <a:spLocks/>
            </p:cNvSpPr>
            <p:nvPr/>
          </p:nvSpPr>
          <p:spPr>
            <a:xfrm>
              <a:off x="3870190" y="3167280"/>
              <a:ext cx="1041221"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WMD</a:t>
              </a:r>
            </a:p>
          </p:txBody>
        </p:sp>
      </p:grpSp>
      <p:grpSp>
        <p:nvGrpSpPr>
          <p:cNvPr id="43" name="Group 42">
            <a:extLst>
              <a:ext uri="{FF2B5EF4-FFF2-40B4-BE49-F238E27FC236}">
                <a16:creationId xmlns:a16="http://schemas.microsoft.com/office/drawing/2014/main" id="{259B0504-E0BA-9F0C-A5F7-5A9F4D6CD547}"/>
              </a:ext>
            </a:extLst>
          </p:cNvPr>
          <p:cNvGrpSpPr/>
          <p:nvPr/>
        </p:nvGrpSpPr>
        <p:grpSpPr>
          <a:xfrm>
            <a:off x="5019066" y="1547325"/>
            <a:ext cx="945500" cy="260412"/>
            <a:chOff x="3870190" y="3045367"/>
            <a:chExt cx="1041221" cy="260412"/>
          </a:xfrm>
        </p:grpSpPr>
        <p:pic>
          <p:nvPicPr>
            <p:cNvPr id="44" name="Picture 43">
              <a:extLst>
                <a:ext uri="{FF2B5EF4-FFF2-40B4-BE49-F238E27FC236}">
                  <a16:creationId xmlns:a16="http://schemas.microsoft.com/office/drawing/2014/main" id="{4295073D-6B1E-E7EC-BE63-E784BEACBA3F}"/>
                </a:ext>
              </a:extLst>
            </p:cNvPr>
            <p:cNvPicPr>
              <a:picLocks noChangeAspect="1"/>
            </p:cNvPicPr>
            <p:nvPr/>
          </p:nvPicPr>
          <p:blipFill>
            <a:blip r:embed="rId13"/>
            <a:stretch>
              <a:fillRect/>
            </a:stretch>
          </p:blipFill>
          <p:spPr>
            <a:xfrm>
              <a:off x="3910591" y="3045367"/>
              <a:ext cx="989014" cy="115037"/>
            </a:xfrm>
            <a:prstGeom prst="rect">
              <a:avLst/>
            </a:prstGeom>
          </p:spPr>
        </p:pic>
        <p:sp>
          <p:nvSpPr>
            <p:cNvPr id="45" name="TextBox 44">
              <a:extLst>
                <a:ext uri="{FF2B5EF4-FFF2-40B4-BE49-F238E27FC236}">
                  <a16:creationId xmlns:a16="http://schemas.microsoft.com/office/drawing/2014/main" id="{BE968296-0C68-E1E4-CD56-364011E7B55D}"/>
                </a:ext>
              </a:extLst>
            </p:cNvPr>
            <p:cNvSpPr txBox="1">
              <a:spLocks/>
            </p:cNvSpPr>
            <p:nvPr/>
          </p:nvSpPr>
          <p:spPr>
            <a:xfrm>
              <a:off x="3870190" y="3167280"/>
              <a:ext cx="1041221"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IBD</a:t>
              </a:r>
            </a:p>
          </p:txBody>
        </p:sp>
      </p:grpSp>
      <p:sp>
        <p:nvSpPr>
          <p:cNvPr id="90" name="Rectangle 89">
            <a:extLst>
              <a:ext uri="{FF2B5EF4-FFF2-40B4-BE49-F238E27FC236}">
                <a16:creationId xmlns:a16="http://schemas.microsoft.com/office/drawing/2014/main" id="{A2453CA3-D3A8-5183-A40C-9720D69C5B99}"/>
              </a:ext>
            </a:extLst>
          </p:cNvPr>
          <p:cNvSpPr/>
          <p:nvPr/>
        </p:nvSpPr>
        <p:spPr>
          <a:xfrm>
            <a:off x="530288" y="2005917"/>
            <a:ext cx="1049450" cy="2175024"/>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r>
              <a:rPr lang="en-US" sz="1400" b="1" noProof="0">
                <a:solidFill>
                  <a:schemeClr val="bg2"/>
                </a:solidFill>
              </a:rPr>
              <a:t>Macro </a:t>
            </a:r>
            <a:r>
              <a:rPr lang="en-US" sz="1400" b="1" noProof="0" err="1">
                <a:solidFill>
                  <a:schemeClr val="bg2"/>
                </a:solidFill>
              </a:rPr>
              <a:t>attività</a:t>
            </a:r>
            <a:endParaRPr lang="en-US" sz="1400" b="1" noProof="0">
              <a:solidFill>
                <a:schemeClr val="bg2"/>
              </a:solidFill>
            </a:endParaRPr>
          </a:p>
          <a:p>
            <a:pPr algn="l">
              <a:spcBef>
                <a:spcPts val="300"/>
              </a:spcBef>
              <a:spcAft>
                <a:spcPts val="300"/>
              </a:spcAft>
            </a:pPr>
            <a:r>
              <a:rPr lang="en-US" sz="1100" err="1">
                <a:solidFill>
                  <a:schemeClr val="bg2"/>
                </a:solidFill>
              </a:rPr>
              <a:t>Attività</a:t>
            </a:r>
            <a:r>
              <a:rPr lang="en-US" sz="1100">
                <a:solidFill>
                  <a:schemeClr val="bg2"/>
                </a:solidFill>
              </a:rPr>
              <a:t> </a:t>
            </a:r>
            <a:r>
              <a:rPr lang="en-US" sz="1100" err="1">
                <a:solidFill>
                  <a:schemeClr val="bg2"/>
                </a:solidFill>
              </a:rPr>
              <a:t>comuni</a:t>
            </a:r>
            <a:r>
              <a:rPr lang="en-US" sz="1100">
                <a:solidFill>
                  <a:schemeClr val="bg2"/>
                </a:solidFill>
              </a:rPr>
              <a:t> cross-</a:t>
            </a:r>
            <a:r>
              <a:rPr lang="en-US" sz="1100" err="1">
                <a:solidFill>
                  <a:schemeClr val="bg2"/>
                </a:solidFill>
              </a:rPr>
              <a:t>filone</a:t>
            </a:r>
            <a:endParaRPr lang="en-US" sz="1050" noProof="0">
              <a:solidFill>
                <a:schemeClr val="bg2"/>
              </a:solidFill>
            </a:endParaRPr>
          </a:p>
        </p:txBody>
      </p:sp>
      <p:sp>
        <p:nvSpPr>
          <p:cNvPr id="95" name="TrackerAlphaWhite 87">
            <a:extLst>
              <a:ext uri="{FF2B5EF4-FFF2-40B4-BE49-F238E27FC236}">
                <a16:creationId xmlns:a16="http://schemas.microsoft.com/office/drawing/2014/main" id="{1A12DC0D-76D5-6EB1-694A-7DC0910FE645}"/>
              </a:ext>
            </a:extLst>
          </p:cNvPr>
          <p:cNvSpPr/>
          <p:nvPr>
            <p:custDataLst>
              <p:tags r:id="rId4"/>
            </p:custDataLst>
          </p:nvPr>
        </p:nvSpPr>
        <p:spPr>
          <a:xfrm>
            <a:off x="9937772" y="757716"/>
            <a:ext cx="146764" cy="144670"/>
          </a:xfrm>
          <a:prstGeom prst="ellipse">
            <a:avLst/>
          </a:prstGeom>
          <a:solidFill>
            <a:schemeClr val="accent2"/>
          </a:solidFill>
          <a:ln w="6350" cap="sq">
            <a:solidFill>
              <a:schemeClr val="accent2">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p>
            <a:pPr algn="l">
              <a:spcBef>
                <a:spcPts val="300"/>
              </a:spcBef>
              <a:spcAft>
                <a:spcPts val="300"/>
              </a:spcAft>
            </a:pPr>
            <a:r>
              <a:rPr lang="en-US" sz="900" b="1" noProof="0">
                <a:solidFill>
                  <a:schemeClr val="bg1"/>
                </a:solidFill>
              </a:rPr>
              <a:t>X</a:t>
            </a:r>
          </a:p>
        </p:txBody>
      </p:sp>
      <p:sp>
        <p:nvSpPr>
          <p:cNvPr id="97" name="TextBox 96">
            <a:extLst>
              <a:ext uri="{FF2B5EF4-FFF2-40B4-BE49-F238E27FC236}">
                <a16:creationId xmlns:a16="http://schemas.microsoft.com/office/drawing/2014/main" id="{E34F1D77-0044-6E47-E3EE-ABE3F9982BB3}"/>
              </a:ext>
            </a:extLst>
          </p:cNvPr>
          <p:cNvSpPr txBox="1"/>
          <p:nvPr/>
        </p:nvSpPr>
        <p:spPr>
          <a:xfrm>
            <a:off x="10133230" y="738698"/>
            <a:ext cx="1566180" cy="169277"/>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noProof="0" err="1"/>
              <a:t>Dettagliato</a:t>
            </a:r>
            <a:r>
              <a:rPr lang="en-US" sz="1100" noProof="0"/>
              <a:t> </a:t>
            </a:r>
            <a:r>
              <a:rPr lang="en-US" sz="1100" noProof="0" err="1"/>
              <a:t>nel</a:t>
            </a:r>
            <a:r>
              <a:rPr lang="en-US" sz="1100" noProof="0"/>
              <a:t> </a:t>
            </a:r>
            <a:r>
              <a:rPr lang="en-US" sz="1100" noProof="0" err="1"/>
              <a:t>seguito</a:t>
            </a:r>
            <a:endParaRPr lang="en-US" sz="1100" noProof="0"/>
          </a:p>
        </p:txBody>
      </p:sp>
      <p:sp>
        <p:nvSpPr>
          <p:cNvPr id="6" name="Rectangle: Rounded Corners 5">
            <a:extLst>
              <a:ext uri="{FF2B5EF4-FFF2-40B4-BE49-F238E27FC236}">
                <a16:creationId xmlns:a16="http://schemas.microsoft.com/office/drawing/2014/main" id="{B8C55266-D466-E0B5-A7B7-3C6D4D1B39D7}"/>
              </a:ext>
            </a:extLst>
          </p:cNvPr>
          <p:cNvSpPr>
            <a:spLocks/>
          </p:cNvSpPr>
          <p:nvPr/>
        </p:nvSpPr>
        <p:spPr>
          <a:xfrm>
            <a:off x="1756949" y="2020382"/>
            <a:ext cx="4200530" cy="543966"/>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ctr" anchorCtr="0" forceAA="0" compatLnSpc="1">
            <a:prstTxWarp prst="textNoShape">
              <a:avLst/>
            </a:prstTxWarp>
            <a:noAutofit/>
          </a:bodyPr>
          <a:lstStyle/>
          <a:p>
            <a:pPr algn="ctr">
              <a:spcBef>
                <a:spcPts val="300"/>
              </a:spcBef>
              <a:spcAft>
                <a:spcPts val="300"/>
              </a:spcAft>
            </a:pPr>
            <a:r>
              <a:rPr lang="en-US" sz="1200" b="1" noProof="0" err="1">
                <a:solidFill>
                  <a:schemeClr val="tx2"/>
                </a:solidFill>
              </a:rPr>
              <a:t>Gestione</a:t>
            </a:r>
            <a:r>
              <a:rPr lang="en-US" sz="1200" b="1" noProof="0">
                <a:solidFill>
                  <a:schemeClr val="tx2"/>
                </a:solidFill>
              </a:rPr>
              <a:t> </a:t>
            </a:r>
            <a:r>
              <a:rPr lang="en-US" sz="1200" b="1" noProof="0" err="1">
                <a:solidFill>
                  <a:schemeClr val="tx2"/>
                </a:solidFill>
              </a:rPr>
              <a:t>Clienti</a:t>
            </a:r>
            <a:endParaRPr lang="en-US" sz="1200" b="1" noProof="0">
              <a:solidFill>
                <a:schemeClr val="tx2"/>
              </a:solidFill>
            </a:endParaRPr>
          </a:p>
        </p:txBody>
      </p:sp>
      <p:sp>
        <p:nvSpPr>
          <p:cNvPr id="8" name="Rectangle: Rounded Corners 7">
            <a:extLst>
              <a:ext uri="{FF2B5EF4-FFF2-40B4-BE49-F238E27FC236}">
                <a16:creationId xmlns:a16="http://schemas.microsoft.com/office/drawing/2014/main" id="{9CB1B9C9-95A9-8F28-E4E9-431B6CF53CF4}"/>
              </a:ext>
            </a:extLst>
          </p:cNvPr>
          <p:cNvSpPr>
            <a:spLocks/>
          </p:cNvSpPr>
          <p:nvPr/>
        </p:nvSpPr>
        <p:spPr>
          <a:xfrm>
            <a:off x="1756949" y="3636977"/>
            <a:ext cx="4200530" cy="543966"/>
          </a:xfrm>
          <a:prstGeom prst="roundRect">
            <a:avLst>
              <a:gd name="adj" fmla="val 12719"/>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ctr" anchorCtr="0" forceAA="0" compatLnSpc="1">
            <a:prstTxWarp prst="textNoShape">
              <a:avLst/>
            </a:prstTxWarp>
            <a:noAutofit/>
          </a:bodyPr>
          <a:lstStyle/>
          <a:p>
            <a:pPr algn="ctr">
              <a:spcBef>
                <a:spcPts val="300"/>
              </a:spcBef>
              <a:spcAft>
                <a:spcPts val="300"/>
              </a:spcAft>
            </a:pPr>
            <a:r>
              <a:rPr lang="it-IT" sz="1200" b="1" noProof="0">
                <a:solidFill>
                  <a:schemeClr val="tx2"/>
                </a:solidFill>
              </a:rPr>
              <a:t>Modello di servizio e distributivo</a:t>
            </a:r>
          </a:p>
        </p:txBody>
      </p:sp>
      <p:sp>
        <p:nvSpPr>
          <p:cNvPr id="91" name="Rectangle 90">
            <a:extLst>
              <a:ext uri="{FF2B5EF4-FFF2-40B4-BE49-F238E27FC236}">
                <a16:creationId xmlns:a16="http://schemas.microsoft.com/office/drawing/2014/main" id="{ECFEE611-07AE-9A5F-3C59-DB1AFFCB7124}"/>
              </a:ext>
            </a:extLst>
          </p:cNvPr>
          <p:cNvSpPr>
            <a:spLocks/>
          </p:cNvSpPr>
          <p:nvPr/>
        </p:nvSpPr>
        <p:spPr>
          <a:xfrm>
            <a:off x="530288" y="4342232"/>
            <a:ext cx="1049450" cy="1810918"/>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r>
              <a:rPr lang="en-US" sz="1400" b="1" noProof="0">
                <a:solidFill>
                  <a:schemeClr val="tx2"/>
                </a:solidFill>
              </a:rPr>
              <a:t>Focus </a:t>
            </a:r>
            <a:r>
              <a:rPr lang="en-US" sz="1400" b="1" noProof="0" err="1">
                <a:solidFill>
                  <a:schemeClr val="tx2"/>
                </a:solidFill>
              </a:rPr>
              <a:t>specifico</a:t>
            </a:r>
            <a:endParaRPr lang="en-US" sz="1400" b="1" noProof="0">
              <a:solidFill>
                <a:schemeClr val="tx2"/>
              </a:solidFill>
            </a:endParaRPr>
          </a:p>
          <a:p>
            <a:pPr algn="l">
              <a:spcBef>
                <a:spcPts val="300"/>
              </a:spcBef>
              <a:spcAft>
                <a:spcPts val="300"/>
              </a:spcAft>
            </a:pPr>
            <a:r>
              <a:rPr lang="en-US" sz="1100" err="1">
                <a:solidFill>
                  <a:schemeClr val="tx2"/>
                </a:solidFill>
              </a:rPr>
              <a:t>Attività</a:t>
            </a:r>
            <a:r>
              <a:rPr lang="en-US" sz="1100">
                <a:solidFill>
                  <a:schemeClr val="tx2"/>
                </a:solidFill>
              </a:rPr>
              <a:t> </a:t>
            </a:r>
            <a:r>
              <a:rPr lang="en-US" sz="1100" err="1">
                <a:solidFill>
                  <a:schemeClr val="tx2"/>
                </a:solidFill>
              </a:rPr>
              <a:t>specifiche</a:t>
            </a:r>
            <a:r>
              <a:rPr lang="en-US" sz="1100">
                <a:solidFill>
                  <a:schemeClr val="tx2"/>
                </a:solidFill>
              </a:rPr>
              <a:t> al </a:t>
            </a:r>
            <a:r>
              <a:rPr lang="en-US" sz="1100" err="1">
                <a:solidFill>
                  <a:schemeClr val="tx2"/>
                </a:solidFill>
              </a:rPr>
              <a:t>singolo</a:t>
            </a:r>
            <a:r>
              <a:rPr lang="en-US" sz="1100">
                <a:solidFill>
                  <a:schemeClr val="tx2"/>
                </a:solidFill>
              </a:rPr>
              <a:t> </a:t>
            </a:r>
            <a:r>
              <a:rPr lang="en-US" sz="1100" err="1">
                <a:solidFill>
                  <a:schemeClr val="tx2"/>
                </a:solidFill>
              </a:rPr>
              <a:t>filone</a:t>
            </a:r>
            <a:endParaRPr lang="en-US" sz="1100">
              <a:solidFill>
                <a:schemeClr val="tx2"/>
              </a:solidFill>
            </a:endParaRPr>
          </a:p>
          <a:p>
            <a:pPr algn="l">
              <a:spcBef>
                <a:spcPts val="300"/>
              </a:spcBef>
              <a:spcAft>
                <a:spcPts val="300"/>
              </a:spcAft>
            </a:pPr>
            <a:endParaRPr lang="en-US" sz="1400" b="1" noProof="0">
              <a:solidFill>
                <a:schemeClr val="tx2"/>
              </a:solidFill>
            </a:endParaRPr>
          </a:p>
        </p:txBody>
      </p:sp>
      <p:sp>
        <p:nvSpPr>
          <p:cNvPr id="80" name="Rectangle: Rounded Corners 79">
            <a:extLst>
              <a:ext uri="{FF2B5EF4-FFF2-40B4-BE49-F238E27FC236}">
                <a16:creationId xmlns:a16="http://schemas.microsoft.com/office/drawing/2014/main" id="{3A3055AB-95BC-6982-A86B-B2B94A0B848E}"/>
              </a:ext>
            </a:extLst>
          </p:cNvPr>
          <p:cNvSpPr>
            <a:spLocks/>
          </p:cNvSpPr>
          <p:nvPr/>
        </p:nvSpPr>
        <p:spPr>
          <a:xfrm>
            <a:off x="1816069" y="4342232"/>
            <a:ext cx="860563" cy="1810918"/>
          </a:xfrm>
          <a:prstGeom prst="roundRect">
            <a:avLst>
              <a:gd name="adj" fmla="val 13596"/>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endParaRPr lang="en-US" sz="800" noProof="0">
              <a:solidFill>
                <a:schemeClr val="tx2"/>
              </a:solidFill>
            </a:endParaRPr>
          </a:p>
        </p:txBody>
      </p:sp>
      <p:sp>
        <p:nvSpPr>
          <p:cNvPr id="84" name="Rectangle: Rounded Corners 83">
            <a:extLst>
              <a:ext uri="{FF2B5EF4-FFF2-40B4-BE49-F238E27FC236}">
                <a16:creationId xmlns:a16="http://schemas.microsoft.com/office/drawing/2014/main" id="{D95BC7B4-6CB7-25A7-D845-30E9867377A1}"/>
              </a:ext>
            </a:extLst>
          </p:cNvPr>
          <p:cNvSpPr>
            <a:spLocks/>
          </p:cNvSpPr>
          <p:nvPr/>
        </p:nvSpPr>
        <p:spPr>
          <a:xfrm>
            <a:off x="2892787" y="4342232"/>
            <a:ext cx="860563" cy="1810918"/>
          </a:xfrm>
          <a:prstGeom prst="roundRect">
            <a:avLst>
              <a:gd name="adj" fmla="val 13596"/>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r>
              <a:rPr lang="en-US" sz="800" noProof="0">
                <a:solidFill>
                  <a:schemeClr val="tx2"/>
                </a:solidFill>
              </a:rPr>
              <a:t>…</a:t>
            </a:r>
          </a:p>
        </p:txBody>
      </p:sp>
      <p:sp>
        <p:nvSpPr>
          <p:cNvPr id="85" name="Rectangle: Rounded Corners 84">
            <a:extLst>
              <a:ext uri="{FF2B5EF4-FFF2-40B4-BE49-F238E27FC236}">
                <a16:creationId xmlns:a16="http://schemas.microsoft.com/office/drawing/2014/main" id="{D754D2DB-D38F-F6EC-8F24-D52AB8D778D0}"/>
              </a:ext>
            </a:extLst>
          </p:cNvPr>
          <p:cNvSpPr>
            <a:spLocks/>
          </p:cNvSpPr>
          <p:nvPr/>
        </p:nvSpPr>
        <p:spPr>
          <a:xfrm>
            <a:off x="3969506" y="4342232"/>
            <a:ext cx="860563" cy="1810918"/>
          </a:xfrm>
          <a:prstGeom prst="roundRect">
            <a:avLst>
              <a:gd name="adj" fmla="val 13596"/>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r>
              <a:rPr lang="en-US" sz="800" noProof="0">
                <a:solidFill>
                  <a:schemeClr val="tx2"/>
                </a:solidFill>
              </a:rPr>
              <a:t>…</a:t>
            </a:r>
          </a:p>
        </p:txBody>
      </p:sp>
      <p:sp>
        <p:nvSpPr>
          <p:cNvPr id="86" name="Rectangle: Rounded Corners 85">
            <a:extLst>
              <a:ext uri="{FF2B5EF4-FFF2-40B4-BE49-F238E27FC236}">
                <a16:creationId xmlns:a16="http://schemas.microsoft.com/office/drawing/2014/main" id="{F7D68595-A8BF-5663-E9A4-412B9B90167C}"/>
              </a:ext>
            </a:extLst>
          </p:cNvPr>
          <p:cNvSpPr>
            <a:spLocks/>
          </p:cNvSpPr>
          <p:nvPr/>
        </p:nvSpPr>
        <p:spPr>
          <a:xfrm>
            <a:off x="5046225" y="4342232"/>
            <a:ext cx="860563" cy="1810918"/>
          </a:xfrm>
          <a:prstGeom prst="roundRect">
            <a:avLst>
              <a:gd name="adj" fmla="val 13596"/>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r>
              <a:rPr lang="en-US" sz="800" noProof="0">
                <a:solidFill>
                  <a:schemeClr val="tx2"/>
                </a:solidFill>
              </a:rPr>
              <a:t>…</a:t>
            </a:r>
          </a:p>
        </p:txBody>
      </p:sp>
      <p:sp>
        <p:nvSpPr>
          <p:cNvPr id="7" name="Rectangle: Rounded Corners 6">
            <a:extLst>
              <a:ext uri="{FF2B5EF4-FFF2-40B4-BE49-F238E27FC236}">
                <a16:creationId xmlns:a16="http://schemas.microsoft.com/office/drawing/2014/main" id="{D47CD70C-CB3F-141C-38B5-E83CFE5A094A}"/>
              </a:ext>
            </a:extLst>
          </p:cNvPr>
          <p:cNvSpPr>
            <a:spLocks/>
          </p:cNvSpPr>
          <p:nvPr/>
        </p:nvSpPr>
        <p:spPr>
          <a:xfrm>
            <a:off x="1756649" y="2862614"/>
            <a:ext cx="4191718" cy="543966"/>
          </a:xfrm>
          <a:prstGeom prst="roundRect">
            <a:avLst>
              <a:gd name="adj" fmla="val 9539"/>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ctr" anchorCtr="0" forceAA="0" compatLnSpc="1">
            <a:prstTxWarp prst="textNoShape">
              <a:avLst/>
            </a:prstTxWarp>
            <a:noAutofit/>
          </a:bodyPr>
          <a:lstStyle/>
          <a:p>
            <a:pPr algn="ctr">
              <a:spcBef>
                <a:spcPts val="300"/>
              </a:spcBef>
              <a:spcAft>
                <a:spcPts val="300"/>
              </a:spcAft>
            </a:pPr>
            <a:r>
              <a:rPr lang="it-IT" sz="1200" b="1">
                <a:solidFill>
                  <a:schemeClr val="tx2"/>
                </a:solidFill>
              </a:rPr>
              <a:t>Value Proposition</a:t>
            </a:r>
          </a:p>
        </p:txBody>
      </p:sp>
      <p:pic>
        <p:nvPicPr>
          <p:cNvPr id="9" name="CustomIcon">
            <a:extLst>
              <a:ext uri="{FF2B5EF4-FFF2-40B4-BE49-F238E27FC236}">
                <a16:creationId xmlns:a16="http://schemas.microsoft.com/office/drawing/2014/main" id="{F70BEB9B-8F91-8590-CD53-0AF1B172A427}"/>
              </a:ext>
            </a:extLst>
          </p:cNvPr>
          <p:cNvPicPr>
            <a:picLocks/>
          </p:cNvPicPr>
          <p:nvPr>
            <p:custDataLst>
              <p:tags r:id="rId5"/>
            </p:custDataLst>
          </p:nvPr>
        </p:nvPicPr>
        <p:blipFill>
          <a:blip>
            <a:extLst>
              <a:ext uri="{96DAC541-7B7A-43D3-8B79-37D633B846F1}">
                <asvg:svgBlip xmlns:asvg="http://schemas.microsoft.com/office/drawing/2016/SVG/main" r:embed="rId15"/>
              </a:ext>
            </a:extLst>
          </a:blip>
          <a:stretch>
            <a:fillRect/>
          </a:stretch>
        </p:blipFill>
        <p:spPr>
          <a:xfrm>
            <a:off x="1221196" y="5767170"/>
            <a:ext cx="312822" cy="312822"/>
          </a:xfrm>
          <a:prstGeom prst="rect">
            <a:avLst/>
          </a:prstGeom>
        </p:spPr>
      </p:pic>
      <p:sp>
        <p:nvSpPr>
          <p:cNvPr id="13" name="Rectangle 12">
            <a:extLst>
              <a:ext uri="{FF2B5EF4-FFF2-40B4-BE49-F238E27FC236}">
                <a16:creationId xmlns:a16="http://schemas.microsoft.com/office/drawing/2014/main" id="{CDC9E6E4-28DA-C1F1-7BE8-311628690110}"/>
              </a:ext>
            </a:extLst>
          </p:cNvPr>
          <p:cNvSpPr/>
          <p:nvPr/>
        </p:nvSpPr>
        <p:spPr>
          <a:xfrm>
            <a:off x="1756649" y="4314825"/>
            <a:ext cx="4207917" cy="1864694"/>
          </a:xfrm>
          <a:prstGeom prst="rect">
            <a:avLst/>
          </a:prstGeom>
          <a:solidFill>
            <a:srgbClr val="7F7F7F">
              <a:alpha val="50196"/>
            </a:srgb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3500" tIns="70759" rIns="63500" bIns="63500" numCol="1" spcCol="0" rtlCol="0" fromWordArt="0" anchor="ctr" anchorCtr="0" forceAA="0" compatLnSpc="1">
            <a:prstTxWarp prst="textNoShape">
              <a:avLst/>
            </a:prstTxWarp>
            <a:noAutofit/>
          </a:bodyPr>
          <a:lstStyle/>
          <a:p>
            <a:pPr algn="ctr">
              <a:spcBef>
                <a:spcPts val="300"/>
              </a:spcBef>
              <a:spcAft>
                <a:spcPts val="300"/>
              </a:spcAft>
            </a:pPr>
            <a:r>
              <a:rPr lang="it-IT" sz="2000" b="1" i="1">
                <a:solidFill>
                  <a:schemeClr val="bg1"/>
                </a:solidFill>
              </a:rPr>
              <a:t>In fase di lavorazione</a:t>
            </a:r>
          </a:p>
        </p:txBody>
      </p:sp>
      <p:pic>
        <p:nvPicPr>
          <p:cNvPr id="60" name="CustomIcon">
            <a:extLst>
              <a:ext uri="{FF2B5EF4-FFF2-40B4-BE49-F238E27FC236}">
                <a16:creationId xmlns:a16="http://schemas.microsoft.com/office/drawing/2014/main" id="{864C5680-EF77-659F-7480-38CE7159FDCB}"/>
              </a:ext>
            </a:extLst>
          </p:cNvPr>
          <p:cNvPicPr>
            <a:picLocks/>
          </p:cNvPicPr>
          <p:nvPr>
            <p:custDataLst>
              <p:tags r:id="rId6"/>
            </p:custDataLst>
          </p:nvPr>
        </p:nvPicPr>
        <p:blipFill>
          <a:blip>
            <a:extLst>
              <a:ext uri="{96DAC541-7B7A-43D3-8B79-37D633B846F1}">
                <asvg:svgBlip xmlns:asvg="http://schemas.microsoft.com/office/drawing/2016/SVG/main" r:embed="rId16"/>
              </a:ext>
            </a:extLst>
          </a:blip>
          <a:stretch>
            <a:fillRect/>
          </a:stretch>
        </p:blipFill>
        <p:spPr>
          <a:xfrm>
            <a:off x="1221196" y="3800926"/>
            <a:ext cx="312822" cy="312822"/>
          </a:xfrm>
          <a:prstGeom prst="rect">
            <a:avLst/>
          </a:prstGeom>
        </p:spPr>
      </p:pic>
      <p:sp>
        <p:nvSpPr>
          <p:cNvPr id="73" name="Rectangle 72">
            <a:extLst>
              <a:ext uri="{FF2B5EF4-FFF2-40B4-BE49-F238E27FC236}">
                <a16:creationId xmlns:a16="http://schemas.microsoft.com/office/drawing/2014/main" id="{0F5566F1-D398-B5C5-E785-195BF907D21B}"/>
              </a:ext>
            </a:extLst>
          </p:cNvPr>
          <p:cNvSpPr>
            <a:spLocks/>
          </p:cNvSpPr>
          <p:nvPr/>
        </p:nvSpPr>
        <p:spPr>
          <a:xfrm>
            <a:off x="6668886" y="1436282"/>
            <a:ext cx="459332" cy="4726393"/>
          </a:xfrm>
          <a:prstGeom prst="rect">
            <a:avLst/>
          </a:prstGeom>
          <a:solidFill>
            <a:schemeClr val="accent2">
              <a:lumMod val="20000"/>
              <a:lumOff val="80000"/>
            </a:schemeClr>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74" name="Rectangle 73">
            <a:extLst>
              <a:ext uri="{FF2B5EF4-FFF2-40B4-BE49-F238E27FC236}">
                <a16:creationId xmlns:a16="http://schemas.microsoft.com/office/drawing/2014/main" id="{BD8C5E6F-FE63-687F-27C0-6FBDCBC8334E}"/>
              </a:ext>
            </a:extLst>
          </p:cNvPr>
          <p:cNvSpPr>
            <a:spLocks/>
          </p:cNvSpPr>
          <p:nvPr/>
        </p:nvSpPr>
        <p:spPr>
          <a:xfrm>
            <a:off x="7176805" y="1436282"/>
            <a:ext cx="459332" cy="4726393"/>
          </a:xfrm>
          <a:prstGeom prst="rect">
            <a:avLst/>
          </a:prstGeom>
          <a:solidFill>
            <a:schemeClr val="accent2">
              <a:lumMod val="20000"/>
              <a:lumOff val="80000"/>
            </a:schemeClr>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75" name="Rectangle 74">
            <a:extLst>
              <a:ext uri="{FF2B5EF4-FFF2-40B4-BE49-F238E27FC236}">
                <a16:creationId xmlns:a16="http://schemas.microsoft.com/office/drawing/2014/main" id="{0B555882-160D-3AA4-806E-734A7890A16D}"/>
              </a:ext>
            </a:extLst>
          </p:cNvPr>
          <p:cNvSpPr>
            <a:spLocks/>
          </p:cNvSpPr>
          <p:nvPr/>
        </p:nvSpPr>
        <p:spPr>
          <a:xfrm>
            <a:off x="7684723" y="1436282"/>
            <a:ext cx="459332" cy="4726393"/>
          </a:xfrm>
          <a:prstGeom prst="rect">
            <a:avLst/>
          </a:prstGeom>
          <a:solidFill>
            <a:schemeClr val="accent2">
              <a:lumMod val="20000"/>
              <a:lumOff val="80000"/>
            </a:schemeClr>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76" name="Rectangle 75">
            <a:extLst>
              <a:ext uri="{FF2B5EF4-FFF2-40B4-BE49-F238E27FC236}">
                <a16:creationId xmlns:a16="http://schemas.microsoft.com/office/drawing/2014/main" id="{06928DF5-03C7-E23B-E70C-4E560B42FAAE}"/>
              </a:ext>
            </a:extLst>
          </p:cNvPr>
          <p:cNvSpPr>
            <a:spLocks/>
          </p:cNvSpPr>
          <p:nvPr/>
        </p:nvSpPr>
        <p:spPr>
          <a:xfrm>
            <a:off x="8192642" y="1436282"/>
            <a:ext cx="459332" cy="4726393"/>
          </a:xfrm>
          <a:prstGeom prst="rect">
            <a:avLst/>
          </a:prstGeom>
          <a:solidFill>
            <a:schemeClr val="accent2">
              <a:lumMod val="20000"/>
              <a:lumOff val="80000"/>
            </a:schemeClr>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77" name="Rectangle 76">
            <a:extLst>
              <a:ext uri="{FF2B5EF4-FFF2-40B4-BE49-F238E27FC236}">
                <a16:creationId xmlns:a16="http://schemas.microsoft.com/office/drawing/2014/main" id="{B3E49855-263E-D8BF-B533-50C39FB1813B}"/>
              </a:ext>
            </a:extLst>
          </p:cNvPr>
          <p:cNvSpPr>
            <a:spLocks/>
          </p:cNvSpPr>
          <p:nvPr/>
        </p:nvSpPr>
        <p:spPr>
          <a:xfrm>
            <a:off x="8700561" y="1436282"/>
            <a:ext cx="459332" cy="4726393"/>
          </a:xfrm>
          <a:prstGeom prst="rect">
            <a:avLst/>
          </a:prstGeom>
          <a:solidFill>
            <a:schemeClr val="accent2">
              <a:lumMod val="20000"/>
              <a:lumOff val="80000"/>
            </a:schemeClr>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81" name="Rectangle 80">
            <a:extLst>
              <a:ext uri="{FF2B5EF4-FFF2-40B4-BE49-F238E27FC236}">
                <a16:creationId xmlns:a16="http://schemas.microsoft.com/office/drawing/2014/main" id="{E40381AA-71D8-6A6A-718F-7B226B005878}"/>
              </a:ext>
            </a:extLst>
          </p:cNvPr>
          <p:cNvSpPr>
            <a:spLocks/>
          </p:cNvSpPr>
          <p:nvPr/>
        </p:nvSpPr>
        <p:spPr>
          <a:xfrm>
            <a:off x="9208480" y="1436282"/>
            <a:ext cx="459332" cy="4726393"/>
          </a:xfrm>
          <a:prstGeom prst="rect">
            <a:avLst/>
          </a:prstGeom>
          <a:solidFill>
            <a:schemeClr val="accent2">
              <a:lumMod val="20000"/>
              <a:lumOff val="80000"/>
            </a:schemeClr>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82" name="Rectangle 81">
            <a:extLst>
              <a:ext uri="{FF2B5EF4-FFF2-40B4-BE49-F238E27FC236}">
                <a16:creationId xmlns:a16="http://schemas.microsoft.com/office/drawing/2014/main" id="{A6DA7603-E974-E0F0-DB64-772B3D89A7BC}"/>
              </a:ext>
            </a:extLst>
          </p:cNvPr>
          <p:cNvSpPr>
            <a:spLocks/>
          </p:cNvSpPr>
          <p:nvPr/>
        </p:nvSpPr>
        <p:spPr>
          <a:xfrm>
            <a:off x="9716398" y="1436282"/>
            <a:ext cx="459332" cy="4726393"/>
          </a:xfrm>
          <a:prstGeom prst="rect">
            <a:avLst/>
          </a:prstGeom>
          <a:solidFill>
            <a:schemeClr val="accent2">
              <a:lumMod val="20000"/>
              <a:lumOff val="80000"/>
            </a:schemeClr>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22" name="Rectangle 21">
            <a:extLst>
              <a:ext uri="{FF2B5EF4-FFF2-40B4-BE49-F238E27FC236}">
                <a16:creationId xmlns:a16="http://schemas.microsoft.com/office/drawing/2014/main" id="{9950FC01-C0AD-6F4E-451C-F18F03546E06}"/>
              </a:ext>
            </a:extLst>
          </p:cNvPr>
          <p:cNvSpPr>
            <a:spLocks/>
          </p:cNvSpPr>
          <p:nvPr/>
        </p:nvSpPr>
        <p:spPr>
          <a:xfrm>
            <a:off x="6160967" y="1436282"/>
            <a:ext cx="459332" cy="4726393"/>
          </a:xfrm>
          <a:prstGeom prst="rect">
            <a:avLst/>
          </a:prstGeom>
          <a:solidFill>
            <a:schemeClr val="accent2">
              <a:lumMod val="20000"/>
              <a:lumOff val="80000"/>
            </a:schemeClr>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83" name="Rectangle 82">
            <a:extLst>
              <a:ext uri="{FF2B5EF4-FFF2-40B4-BE49-F238E27FC236}">
                <a16:creationId xmlns:a16="http://schemas.microsoft.com/office/drawing/2014/main" id="{4DA70A5B-586C-3728-F935-C02E8AA9DE55}"/>
              </a:ext>
            </a:extLst>
          </p:cNvPr>
          <p:cNvSpPr>
            <a:spLocks/>
          </p:cNvSpPr>
          <p:nvPr/>
        </p:nvSpPr>
        <p:spPr>
          <a:xfrm>
            <a:off x="10224317" y="1436282"/>
            <a:ext cx="459332" cy="4726393"/>
          </a:xfrm>
          <a:prstGeom prst="rect">
            <a:avLst/>
          </a:prstGeom>
          <a:solidFill>
            <a:schemeClr val="accent2">
              <a:lumMod val="20000"/>
              <a:lumOff val="80000"/>
            </a:schemeClr>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4" name="Rectangle 3">
            <a:extLst>
              <a:ext uri="{FF2B5EF4-FFF2-40B4-BE49-F238E27FC236}">
                <a16:creationId xmlns:a16="http://schemas.microsoft.com/office/drawing/2014/main" id="{3A887502-234A-F770-5973-8B10458C0265}"/>
              </a:ext>
            </a:extLst>
          </p:cNvPr>
          <p:cNvSpPr>
            <a:spLocks/>
          </p:cNvSpPr>
          <p:nvPr/>
        </p:nvSpPr>
        <p:spPr>
          <a:xfrm>
            <a:off x="10732236" y="1436282"/>
            <a:ext cx="459332" cy="4726393"/>
          </a:xfrm>
          <a:prstGeom prst="rect">
            <a:avLst/>
          </a:prstGeom>
          <a:solidFill>
            <a:schemeClr val="accent2">
              <a:lumMod val="20000"/>
              <a:lumOff val="80000"/>
            </a:schemeClr>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10" name="Rectangle 9">
            <a:extLst>
              <a:ext uri="{FF2B5EF4-FFF2-40B4-BE49-F238E27FC236}">
                <a16:creationId xmlns:a16="http://schemas.microsoft.com/office/drawing/2014/main" id="{62271C8C-1993-E657-F329-9B5A97B08577}"/>
              </a:ext>
            </a:extLst>
          </p:cNvPr>
          <p:cNvSpPr>
            <a:spLocks/>
          </p:cNvSpPr>
          <p:nvPr/>
        </p:nvSpPr>
        <p:spPr>
          <a:xfrm>
            <a:off x="11240152" y="1436282"/>
            <a:ext cx="459332" cy="4726393"/>
          </a:xfrm>
          <a:prstGeom prst="rect">
            <a:avLst/>
          </a:prstGeom>
          <a:solidFill>
            <a:schemeClr val="accent2">
              <a:lumMod val="20000"/>
              <a:lumOff val="80000"/>
            </a:schemeClr>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noProof="0">
              <a:solidFill>
                <a:srgbClr val="000000"/>
              </a:solidFill>
            </a:endParaRPr>
          </a:p>
        </p:txBody>
      </p:sp>
      <p:sp>
        <p:nvSpPr>
          <p:cNvPr id="58" name="Rectangle: Rounded Corners 57">
            <a:extLst>
              <a:ext uri="{FF2B5EF4-FFF2-40B4-BE49-F238E27FC236}">
                <a16:creationId xmlns:a16="http://schemas.microsoft.com/office/drawing/2014/main" id="{BD6E3C72-8893-7B39-5813-D808C57F92FF}"/>
              </a:ext>
            </a:extLst>
          </p:cNvPr>
          <p:cNvSpPr>
            <a:spLocks/>
          </p:cNvSpPr>
          <p:nvPr/>
        </p:nvSpPr>
        <p:spPr>
          <a:xfrm>
            <a:off x="6176092" y="2862614"/>
            <a:ext cx="969791" cy="543966"/>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1100" b="1">
                <a:solidFill>
                  <a:schemeClr val="tx2"/>
                </a:solidFill>
              </a:rPr>
              <a:t>Governance di </a:t>
            </a:r>
            <a:r>
              <a:rPr lang="en-US" sz="1100" b="1" err="1">
                <a:solidFill>
                  <a:schemeClr val="tx2"/>
                </a:solidFill>
              </a:rPr>
              <a:t>spesa</a:t>
            </a:r>
            <a:endParaRPr lang="en-US" sz="1100" b="1">
              <a:solidFill>
                <a:schemeClr val="tx2"/>
              </a:solidFill>
            </a:endParaRPr>
          </a:p>
        </p:txBody>
      </p:sp>
      <p:sp>
        <p:nvSpPr>
          <p:cNvPr id="59" name="Rectangle: Rounded Corners 58">
            <a:extLst>
              <a:ext uri="{FF2B5EF4-FFF2-40B4-BE49-F238E27FC236}">
                <a16:creationId xmlns:a16="http://schemas.microsoft.com/office/drawing/2014/main" id="{ED996AE2-EA01-2869-B1A5-365E469D4349}"/>
              </a:ext>
            </a:extLst>
          </p:cNvPr>
          <p:cNvSpPr>
            <a:spLocks/>
          </p:cNvSpPr>
          <p:nvPr/>
        </p:nvSpPr>
        <p:spPr>
          <a:xfrm>
            <a:off x="6176092" y="2020382"/>
            <a:ext cx="969791" cy="543966"/>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it-IT" sz="1100" b="1">
                <a:solidFill>
                  <a:schemeClr val="tx2"/>
                </a:solidFill>
              </a:rPr>
              <a:t>Set-up GVA</a:t>
            </a:r>
            <a:endParaRPr lang="en-US" sz="1100" b="1">
              <a:solidFill>
                <a:schemeClr val="tx2"/>
              </a:solidFill>
            </a:endParaRPr>
          </a:p>
        </p:txBody>
      </p:sp>
      <p:sp>
        <p:nvSpPr>
          <p:cNvPr id="69" name="Rectangle: Rounded Corners 68">
            <a:extLst>
              <a:ext uri="{FF2B5EF4-FFF2-40B4-BE49-F238E27FC236}">
                <a16:creationId xmlns:a16="http://schemas.microsoft.com/office/drawing/2014/main" id="{18A646C0-589F-4232-0EFB-3194C762BF5A}"/>
              </a:ext>
            </a:extLst>
          </p:cNvPr>
          <p:cNvSpPr>
            <a:spLocks/>
          </p:cNvSpPr>
          <p:nvPr/>
        </p:nvSpPr>
        <p:spPr>
          <a:xfrm>
            <a:off x="6147331" y="4342232"/>
            <a:ext cx="486605"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it-IT" sz="800" b="1">
                <a:solidFill>
                  <a:srgbClr val="003A79"/>
                </a:solidFill>
                <a:ea typeface="Roboto" panose="02000000000000000000" pitchFamily="2" charset="0"/>
                <a:cs typeface="Roboto" panose="02000000000000000000" pitchFamily="2" charset="0"/>
              </a:rPr>
              <a:t>Treasury &amp; Capital </a:t>
            </a:r>
            <a:r>
              <a:rPr lang="it-IT" sz="800" b="1" err="1">
                <a:solidFill>
                  <a:srgbClr val="003A79"/>
                </a:solidFill>
                <a:ea typeface="Roboto" panose="02000000000000000000" pitchFamily="2" charset="0"/>
                <a:cs typeface="Roboto" panose="02000000000000000000" pitchFamily="2" charset="0"/>
              </a:rPr>
              <a:t>Mgmt</a:t>
            </a:r>
            <a:endParaRPr lang="en-US" sz="800" noProof="0">
              <a:solidFill>
                <a:schemeClr val="tx1"/>
              </a:solidFill>
            </a:endParaRPr>
          </a:p>
        </p:txBody>
      </p:sp>
      <p:sp>
        <p:nvSpPr>
          <p:cNvPr id="70" name="Rectangle: Rounded Corners 69">
            <a:extLst>
              <a:ext uri="{FF2B5EF4-FFF2-40B4-BE49-F238E27FC236}">
                <a16:creationId xmlns:a16="http://schemas.microsoft.com/office/drawing/2014/main" id="{80FE1104-B7FA-5FCC-9CD5-BAAB0E286AA9}"/>
              </a:ext>
            </a:extLst>
          </p:cNvPr>
          <p:cNvSpPr>
            <a:spLocks/>
          </p:cNvSpPr>
          <p:nvPr/>
        </p:nvSpPr>
        <p:spPr>
          <a:xfrm>
            <a:off x="6147331" y="5285110"/>
            <a:ext cx="486605"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it-IT" sz="800" b="1">
                <a:solidFill>
                  <a:srgbClr val="003A79"/>
                </a:solidFill>
                <a:ea typeface="Roboto" panose="02000000000000000000" pitchFamily="2" charset="0"/>
                <a:cs typeface="Roboto" panose="02000000000000000000" pitchFamily="2" charset="0"/>
              </a:rPr>
              <a:t>P&amp;C</a:t>
            </a:r>
            <a:endParaRPr lang="en-US" sz="800" noProof="0">
              <a:solidFill>
                <a:schemeClr val="tx1"/>
              </a:solidFill>
            </a:endParaRPr>
          </a:p>
        </p:txBody>
      </p:sp>
      <p:sp>
        <p:nvSpPr>
          <p:cNvPr id="72" name="Rectangle: Rounded Corners 71">
            <a:extLst>
              <a:ext uri="{FF2B5EF4-FFF2-40B4-BE49-F238E27FC236}">
                <a16:creationId xmlns:a16="http://schemas.microsoft.com/office/drawing/2014/main" id="{4A0512E9-5C4A-F4AE-CA51-754FAAE18F63}"/>
              </a:ext>
            </a:extLst>
          </p:cNvPr>
          <p:cNvSpPr>
            <a:spLocks/>
          </p:cNvSpPr>
          <p:nvPr/>
        </p:nvSpPr>
        <p:spPr>
          <a:xfrm>
            <a:off x="6147331" y="4813671"/>
            <a:ext cx="486605"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it-IT" sz="800" b="1">
                <a:solidFill>
                  <a:srgbClr val="003A79"/>
                </a:solidFill>
                <a:ea typeface="Roboto" panose="02000000000000000000" pitchFamily="2" charset="0"/>
                <a:cs typeface="Roboto" panose="02000000000000000000" pitchFamily="2" charset="0"/>
              </a:rPr>
              <a:t>Admin, Report., Tax</a:t>
            </a:r>
            <a:endParaRPr lang="en-US" sz="800" noProof="0">
              <a:solidFill>
                <a:schemeClr val="tx1"/>
              </a:solidFill>
            </a:endParaRPr>
          </a:p>
        </p:txBody>
      </p:sp>
      <p:sp>
        <p:nvSpPr>
          <p:cNvPr id="103" name="Rectangle: Rounded Corners 102">
            <a:extLst>
              <a:ext uri="{FF2B5EF4-FFF2-40B4-BE49-F238E27FC236}">
                <a16:creationId xmlns:a16="http://schemas.microsoft.com/office/drawing/2014/main" id="{D09BD717-2690-E4F4-FA63-E33C64C038FF}"/>
              </a:ext>
            </a:extLst>
          </p:cNvPr>
          <p:cNvSpPr>
            <a:spLocks/>
          </p:cNvSpPr>
          <p:nvPr/>
        </p:nvSpPr>
        <p:spPr>
          <a:xfrm>
            <a:off x="8712846" y="4813671"/>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a:solidFill>
                  <a:schemeClr val="tx2"/>
                </a:solidFill>
              </a:rPr>
              <a:t>Com. e</a:t>
            </a:r>
            <a:r>
              <a:rPr lang="en-US" sz="800" b="1">
                <a:solidFill>
                  <a:schemeClr val="tx2"/>
                </a:solidFill>
              </a:rPr>
              <a:t> a</a:t>
            </a:r>
            <a:r>
              <a:rPr lang="en-US" sz="800" b="1" noProof="0" err="1">
                <a:solidFill>
                  <a:schemeClr val="tx2"/>
                </a:solidFill>
              </a:rPr>
              <a:t>zioni</a:t>
            </a:r>
            <a:r>
              <a:rPr lang="en-US" sz="800" b="1" noProof="0">
                <a:solidFill>
                  <a:schemeClr val="tx2"/>
                </a:solidFill>
              </a:rPr>
              <a:t> </a:t>
            </a:r>
            <a:r>
              <a:rPr lang="en-US" sz="800" b="1" noProof="0" err="1">
                <a:solidFill>
                  <a:schemeClr val="tx2"/>
                </a:solidFill>
              </a:rPr>
              <a:t>dipend</a:t>
            </a:r>
            <a:r>
              <a:rPr lang="en-US" sz="800" b="1" noProof="0">
                <a:solidFill>
                  <a:schemeClr val="tx2"/>
                </a:solidFill>
              </a:rPr>
              <a:t>.</a:t>
            </a:r>
          </a:p>
        </p:txBody>
      </p:sp>
      <p:sp>
        <p:nvSpPr>
          <p:cNvPr id="104" name="Rectangle: Rounded Corners 103">
            <a:extLst>
              <a:ext uri="{FF2B5EF4-FFF2-40B4-BE49-F238E27FC236}">
                <a16:creationId xmlns:a16="http://schemas.microsoft.com/office/drawing/2014/main" id="{1A137C91-1E6F-298F-A24E-C914FA82661F}"/>
              </a:ext>
            </a:extLst>
          </p:cNvPr>
          <p:cNvSpPr>
            <a:spLocks/>
          </p:cNvSpPr>
          <p:nvPr/>
        </p:nvSpPr>
        <p:spPr>
          <a:xfrm>
            <a:off x="8712846" y="4342232"/>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a:solidFill>
                  <a:schemeClr val="tx2"/>
                </a:solidFill>
              </a:rPr>
              <a:t>Gove-nance</a:t>
            </a:r>
          </a:p>
        </p:txBody>
      </p:sp>
      <p:sp>
        <p:nvSpPr>
          <p:cNvPr id="109" name="Rectangle: Rounded Corners 108">
            <a:extLst>
              <a:ext uri="{FF2B5EF4-FFF2-40B4-BE49-F238E27FC236}">
                <a16:creationId xmlns:a16="http://schemas.microsoft.com/office/drawing/2014/main" id="{51686E86-02CD-0289-BF20-72B1CD70E71D}"/>
              </a:ext>
            </a:extLst>
          </p:cNvPr>
          <p:cNvSpPr>
            <a:spLocks/>
          </p:cNvSpPr>
          <p:nvPr/>
        </p:nvSpPr>
        <p:spPr>
          <a:xfrm>
            <a:off x="9220765" y="4342232"/>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a:solidFill>
                  <a:schemeClr val="tx2"/>
                </a:solidFill>
              </a:rPr>
              <a:t>Com. </a:t>
            </a:r>
            <a:r>
              <a:rPr lang="en-US" sz="800" b="1" noProof="0" err="1">
                <a:solidFill>
                  <a:schemeClr val="tx2"/>
                </a:solidFill>
              </a:rPr>
              <a:t>esterne</a:t>
            </a:r>
            <a:endParaRPr lang="en-US" sz="800" b="1" noProof="0">
              <a:solidFill>
                <a:schemeClr val="tx2"/>
              </a:solidFill>
            </a:endParaRPr>
          </a:p>
        </p:txBody>
      </p:sp>
      <p:sp>
        <p:nvSpPr>
          <p:cNvPr id="113" name="Rectangle: Rounded Corners 112">
            <a:extLst>
              <a:ext uri="{FF2B5EF4-FFF2-40B4-BE49-F238E27FC236}">
                <a16:creationId xmlns:a16="http://schemas.microsoft.com/office/drawing/2014/main" id="{D2F00A73-2623-7619-9374-6662AFDBBC47}"/>
              </a:ext>
            </a:extLst>
          </p:cNvPr>
          <p:cNvSpPr>
            <a:spLocks/>
          </p:cNvSpPr>
          <p:nvPr/>
        </p:nvSpPr>
        <p:spPr>
          <a:xfrm>
            <a:off x="8712846" y="5285110"/>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err="1">
                <a:solidFill>
                  <a:schemeClr val="tx2"/>
                </a:solidFill>
              </a:rPr>
              <a:t>Indirizzo</a:t>
            </a:r>
            <a:r>
              <a:rPr lang="en-US" sz="800" b="1" noProof="0">
                <a:solidFill>
                  <a:schemeClr val="tx2"/>
                </a:solidFill>
              </a:rPr>
              <a:t> e coord.</a:t>
            </a:r>
          </a:p>
        </p:txBody>
      </p:sp>
      <p:sp>
        <p:nvSpPr>
          <p:cNvPr id="116" name="Rectangle: Rounded Corners 115">
            <a:extLst>
              <a:ext uri="{FF2B5EF4-FFF2-40B4-BE49-F238E27FC236}">
                <a16:creationId xmlns:a16="http://schemas.microsoft.com/office/drawing/2014/main" id="{4FECEAE7-C08D-A39F-7824-91A0F3081671}"/>
              </a:ext>
            </a:extLst>
          </p:cNvPr>
          <p:cNvSpPr>
            <a:spLocks/>
          </p:cNvSpPr>
          <p:nvPr/>
        </p:nvSpPr>
        <p:spPr>
          <a:xfrm>
            <a:off x="9220765" y="4813671"/>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a:solidFill>
                  <a:schemeClr val="tx2"/>
                </a:solidFill>
              </a:rPr>
              <a:t>Brand</a:t>
            </a:r>
          </a:p>
        </p:txBody>
      </p:sp>
      <p:sp>
        <p:nvSpPr>
          <p:cNvPr id="3" name="Rectangle: Rounded Corners 2">
            <a:extLst>
              <a:ext uri="{FF2B5EF4-FFF2-40B4-BE49-F238E27FC236}">
                <a16:creationId xmlns:a16="http://schemas.microsoft.com/office/drawing/2014/main" id="{15A9466B-F11E-9E02-18E6-898E6F1F0836}"/>
              </a:ext>
            </a:extLst>
          </p:cNvPr>
          <p:cNvSpPr>
            <a:spLocks/>
          </p:cNvSpPr>
          <p:nvPr/>
        </p:nvSpPr>
        <p:spPr>
          <a:xfrm>
            <a:off x="8712846" y="5756549"/>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err="1">
                <a:solidFill>
                  <a:schemeClr val="tx2"/>
                </a:solidFill>
              </a:rPr>
              <a:t>Transfor</a:t>
            </a:r>
            <a:r>
              <a:rPr lang="en-US" sz="800" b="1" noProof="0">
                <a:solidFill>
                  <a:schemeClr val="tx2"/>
                </a:solidFill>
              </a:rPr>
              <a:t>. </a:t>
            </a:r>
            <a:r>
              <a:rPr lang="en-US" sz="800" b="1">
                <a:solidFill>
                  <a:schemeClr val="tx2"/>
                </a:solidFill>
              </a:rPr>
              <a:t>&amp;</a:t>
            </a:r>
            <a:r>
              <a:rPr lang="en-US" sz="800" b="1" noProof="0">
                <a:solidFill>
                  <a:schemeClr val="tx2"/>
                </a:solidFill>
              </a:rPr>
              <a:t> </a:t>
            </a:r>
            <a:r>
              <a:rPr lang="en-US" sz="800" b="1" noProof="0" err="1">
                <a:solidFill>
                  <a:schemeClr val="tx2"/>
                </a:solidFill>
              </a:rPr>
              <a:t>orga</a:t>
            </a:r>
            <a:r>
              <a:rPr lang="en-US" sz="800" b="1" noProof="0">
                <a:solidFill>
                  <a:schemeClr val="tx2"/>
                </a:solidFill>
              </a:rPr>
              <a:t>.</a:t>
            </a:r>
          </a:p>
        </p:txBody>
      </p:sp>
      <p:sp>
        <p:nvSpPr>
          <p:cNvPr id="25" name="Rectangle: Rounded Corners 24">
            <a:extLst>
              <a:ext uri="{FF2B5EF4-FFF2-40B4-BE49-F238E27FC236}">
                <a16:creationId xmlns:a16="http://schemas.microsoft.com/office/drawing/2014/main" id="{C1397E99-BA8E-D214-20F2-988DFAA67D87}"/>
              </a:ext>
            </a:extLst>
          </p:cNvPr>
          <p:cNvSpPr>
            <a:spLocks/>
          </p:cNvSpPr>
          <p:nvPr/>
        </p:nvSpPr>
        <p:spPr>
          <a:xfrm>
            <a:off x="10744520" y="4342232"/>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a:solidFill>
                  <a:schemeClr val="tx2"/>
                </a:solidFill>
              </a:rPr>
              <a:t>Security</a:t>
            </a:r>
          </a:p>
        </p:txBody>
      </p:sp>
      <p:sp>
        <p:nvSpPr>
          <p:cNvPr id="32" name="Rectangle: Rounded Corners 31">
            <a:extLst>
              <a:ext uri="{FF2B5EF4-FFF2-40B4-BE49-F238E27FC236}">
                <a16:creationId xmlns:a16="http://schemas.microsoft.com/office/drawing/2014/main" id="{EBD808DC-B32E-D177-7F09-087CE7F36467}"/>
              </a:ext>
            </a:extLst>
          </p:cNvPr>
          <p:cNvSpPr>
            <a:spLocks/>
          </p:cNvSpPr>
          <p:nvPr/>
        </p:nvSpPr>
        <p:spPr>
          <a:xfrm>
            <a:off x="7697008" y="4342232"/>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a:solidFill>
                  <a:schemeClr val="tx2"/>
                </a:solidFill>
              </a:rPr>
              <a:t>ICT</a:t>
            </a:r>
            <a:endParaRPr lang="en-US" sz="800" b="1" noProof="0">
              <a:solidFill>
                <a:schemeClr val="tx2"/>
              </a:solidFill>
            </a:endParaRPr>
          </a:p>
        </p:txBody>
      </p:sp>
      <p:sp>
        <p:nvSpPr>
          <p:cNvPr id="35" name="Rectangle: Rounded Corners 34">
            <a:extLst>
              <a:ext uri="{FF2B5EF4-FFF2-40B4-BE49-F238E27FC236}">
                <a16:creationId xmlns:a16="http://schemas.microsoft.com/office/drawing/2014/main" id="{58408814-1216-CFEF-7161-D1EC4D2D4187}"/>
              </a:ext>
            </a:extLst>
          </p:cNvPr>
          <p:cNvSpPr>
            <a:spLocks/>
          </p:cNvSpPr>
          <p:nvPr/>
        </p:nvSpPr>
        <p:spPr>
          <a:xfrm>
            <a:off x="8204927" y="4342232"/>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a:solidFill>
                  <a:schemeClr val="tx2"/>
                </a:solidFill>
              </a:rPr>
              <a:t>Risk mgmt.</a:t>
            </a:r>
          </a:p>
        </p:txBody>
      </p:sp>
      <p:sp>
        <p:nvSpPr>
          <p:cNvPr id="54" name="Rectangle: Rounded Corners 53">
            <a:extLst>
              <a:ext uri="{FF2B5EF4-FFF2-40B4-BE49-F238E27FC236}">
                <a16:creationId xmlns:a16="http://schemas.microsoft.com/office/drawing/2014/main" id="{441622D0-DBB0-90F9-D1C0-3EF03705EB72}"/>
              </a:ext>
            </a:extLst>
          </p:cNvPr>
          <p:cNvSpPr>
            <a:spLocks/>
          </p:cNvSpPr>
          <p:nvPr/>
        </p:nvSpPr>
        <p:spPr>
          <a:xfrm>
            <a:off x="10236602" y="4342232"/>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err="1">
                <a:solidFill>
                  <a:schemeClr val="tx2"/>
                </a:solidFill>
              </a:rPr>
              <a:t>Compl</a:t>
            </a:r>
            <a:r>
              <a:rPr lang="en-US" sz="800" b="1" noProof="0">
                <a:solidFill>
                  <a:schemeClr val="tx2"/>
                </a:solidFill>
              </a:rPr>
              <a:t>.</a:t>
            </a:r>
            <a:br>
              <a:rPr lang="en-US" sz="800" b="1" noProof="0">
                <a:solidFill>
                  <a:schemeClr val="tx2"/>
                </a:solidFill>
              </a:rPr>
            </a:br>
            <a:r>
              <a:rPr lang="en-US" sz="800" b="1" noProof="0">
                <a:solidFill>
                  <a:schemeClr val="tx2"/>
                </a:solidFill>
              </a:rPr>
              <a:t>privacy, AML</a:t>
            </a:r>
          </a:p>
        </p:txBody>
      </p:sp>
      <p:sp>
        <p:nvSpPr>
          <p:cNvPr id="47" name="TextBox 46">
            <a:extLst>
              <a:ext uri="{FF2B5EF4-FFF2-40B4-BE49-F238E27FC236}">
                <a16:creationId xmlns:a16="http://schemas.microsoft.com/office/drawing/2014/main" id="{ED66F9F6-C132-4249-D01B-C8A7672746CA}"/>
              </a:ext>
            </a:extLst>
          </p:cNvPr>
          <p:cNvSpPr txBox="1">
            <a:spLocks/>
          </p:cNvSpPr>
          <p:nvPr/>
        </p:nvSpPr>
        <p:spPr>
          <a:xfrm>
            <a:off x="8181638" y="1593112"/>
            <a:ext cx="476592"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CRO</a:t>
            </a:r>
          </a:p>
        </p:txBody>
      </p:sp>
      <p:sp>
        <p:nvSpPr>
          <p:cNvPr id="48" name="TextBox 47">
            <a:extLst>
              <a:ext uri="{FF2B5EF4-FFF2-40B4-BE49-F238E27FC236}">
                <a16:creationId xmlns:a16="http://schemas.microsoft.com/office/drawing/2014/main" id="{A6528DCB-27F1-9FE6-E838-C6BFB535BC13}"/>
              </a:ext>
            </a:extLst>
          </p:cNvPr>
          <p:cNvSpPr txBox="1">
            <a:spLocks/>
          </p:cNvSpPr>
          <p:nvPr/>
        </p:nvSpPr>
        <p:spPr>
          <a:xfrm>
            <a:off x="7164274" y="1593112"/>
            <a:ext cx="476592"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CLO</a:t>
            </a:r>
          </a:p>
        </p:txBody>
      </p:sp>
      <p:sp>
        <p:nvSpPr>
          <p:cNvPr id="49" name="TextBox 48">
            <a:extLst>
              <a:ext uri="{FF2B5EF4-FFF2-40B4-BE49-F238E27FC236}">
                <a16:creationId xmlns:a16="http://schemas.microsoft.com/office/drawing/2014/main" id="{EA41BDC9-DEE6-41FF-775F-7D9BA8F49503}"/>
              </a:ext>
            </a:extLst>
          </p:cNvPr>
          <p:cNvSpPr txBox="1">
            <a:spLocks/>
          </p:cNvSpPr>
          <p:nvPr/>
        </p:nvSpPr>
        <p:spPr>
          <a:xfrm>
            <a:off x="7672956" y="1593112"/>
            <a:ext cx="476592"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CDAITO</a:t>
            </a:r>
          </a:p>
        </p:txBody>
      </p:sp>
      <p:sp>
        <p:nvSpPr>
          <p:cNvPr id="50" name="TextBox 49">
            <a:extLst>
              <a:ext uri="{FF2B5EF4-FFF2-40B4-BE49-F238E27FC236}">
                <a16:creationId xmlns:a16="http://schemas.microsoft.com/office/drawing/2014/main" id="{23921E89-6408-B330-5897-4C2365D39C13}"/>
              </a:ext>
            </a:extLst>
          </p:cNvPr>
          <p:cNvSpPr txBox="1">
            <a:spLocks/>
          </p:cNvSpPr>
          <p:nvPr/>
        </p:nvSpPr>
        <p:spPr>
          <a:xfrm>
            <a:off x="6655592" y="1593112"/>
            <a:ext cx="476592"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CCMO</a:t>
            </a:r>
          </a:p>
        </p:txBody>
      </p:sp>
      <p:sp>
        <p:nvSpPr>
          <p:cNvPr id="51" name="TextBox 50">
            <a:extLst>
              <a:ext uri="{FF2B5EF4-FFF2-40B4-BE49-F238E27FC236}">
                <a16:creationId xmlns:a16="http://schemas.microsoft.com/office/drawing/2014/main" id="{19D5CF0E-0F6D-7F2D-12C1-292A41D1582A}"/>
              </a:ext>
            </a:extLst>
          </p:cNvPr>
          <p:cNvSpPr txBox="1">
            <a:spLocks/>
          </p:cNvSpPr>
          <p:nvPr/>
        </p:nvSpPr>
        <p:spPr>
          <a:xfrm>
            <a:off x="8690320" y="1593112"/>
            <a:ext cx="476592"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CGOTO</a:t>
            </a:r>
          </a:p>
        </p:txBody>
      </p:sp>
      <p:sp>
        <p:nvSpPr>
          <p:cNvPr id="52" name="TextBox 51">
            <a:extLst>
              <a:ext uri="{FF2B5EF4-FFF2-40B4-BE49-F238E27FC236}">
                <a16:creationId xmlns:a16="http://schemas.microsoft.com/office/drawing/2014/main" id="{C0FF1BCA-BF4D-BB0A-30C1-79D1F6690642}"/>
              </a:ext>
            </a:extLst>
          </p:cNvPr>
          <p:cNvSpPr txBox="1">
            <a:spLocks/>
          </p:cNvSpPr>
          <p:nvPr/>
        </p:nvSpPr>
        <p:spPr>
          <a:xfrm>
            <a:off x="10191833" y="1593112"/>
            <a:ext cx="476592"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CCO</a:t>
            </a:r>
          </a:p>
        </p:txBody>
      </p:sp>
      <p:sp>
        <p:nvSpPr>
          <p:cNvPr id="53" name="TextBox 52">
            <a:extLst>
              <a:ext uri="{FF2B5EF4-FFF2-40B4-BE49-F238E27FC236}">
                <a16:creationId xmlns:a16="http://schemas.microsoft.com/office/drawing/2014/main" id="{8A100B4F-1787-DA91-F6EC-8B8C01554688}"/>
              </a:ext>
            </a:extLst>
          </p:cNvPr>
          <p:cNvSpPr txBox="1">
            <a:spLocks/>
          </p:cNvSpPr>
          <p:nvPr/>
        </p:nvSpPr>
        <p:spPr>
          <a:xfrm>
            <a:off x="9707684" y="1593112"/>
            <a:ext cx="476592"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CSO</a:t>
            </a:r>
          </a:p>
        </p:txBody>
      </p:sp>
      <p:sp>
        <p:nvSpPr>
          <p:cNvPr id="46" name="TextBox 45">
            <a:extLst>
              <a:ext uri="{FF2B5EF4-FFF2-40B4-BE49-F238E27FC236}">
                <a16:creationId xmlns:a16="http://schemas.microsoft.com/office/drawing/2014/main" id="{478AA6FE-FCB4-AA1F-BF2B-BDEAEC93D637}"/>
              </a:ext>
            </a:extLst>
          </p:cNvPr>
          <p:cNvSpPr txBox="1">
            <a:spLocks/>
          </p:cNvSpPr>
          <p:nvPr/>
        </p:nvSpPr>
        <p:spPr>
          <a:xfrm>
            <a:off x="6146910" y="1593112"/>
            <a:ext cx="476592"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CFO</a:t>
            </a:r>
          </a:p>
        </p:txBody>
      </p:sp>
      <p:sp>
        <p:nvSpPr>
          <p:cNvPr id="107" name="TextBox 106">
            <a:extLst>
              <a:ext uri="{FF2B5EF4-FFF2-40B4-BE49-F238E27FC236}">
                <a16:creationId xmlns:a16="http://schemas.microsoft.com/office/drawing/2014/main" id="{C3FE7C18-FAE2-E38A-B7F5-A4DFA6342CCB}"/>
              </a:ext>
            </a:extLst>
          </p:cNvPr>
          <p:cNvSpPr txBox="1">
            <a:spLocks/>
          </p:cNvSpPr>
          <p:nvPr/>
        </p:nvSpPr>
        <p:spPr>
          <a:xfrm>
            <a:off x="9205588" y="1593112"/>
            <a:ext cx="476592"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a:solidFill>
                  <a:schemeClr val="tx2"/>
                </a:solidFill>
              </a:rPr>
              <a:t>CIAECO</a:t>
            </a:r>
          </a:p>
        </p:txBody>
      </p:sp>
      <p:sp>
        <p:nvSpPr>
          <p:cNvPr id="24" name="TextBox 23">
            <a:extLst>
              <a:ext uri="{FF2B5EF4-FFF2-40B4-BE49-F238E27FC236}">
                <a16:creationId xmlns:a16="http://schemas.microsoft.com/office/drawing/2014/main" id="{54DA897F-321A-3B30-5C61-24236299CDC3}"/>
              </a:ext>
            </a:extLst>
          </p:cNvPr>
          <p:cNvSpPr txBox="1">
            <a:spLocks/>
          </p:cNvSpPr>
          <p:nvPr/>
        </p:nvSpPr>
        <p:spPr>
          <a:xfrm>
            <a:off x="10710040" y="1593112"/>
            <a:ext cx="476592"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noProof="0" err="1">
                <a:solidFill>
                  <a:schemeClr val="tx2"/>
                </a:solidFill>
              </a:rPr>
              <a:t>CSeO</a:t>
            </a:r>
            <a:endParaRPr lang="en-US" sz="900" b="1" noProof="0">
              <a:solidFill>
                <a:schemeClr val="tx2"/>
              </a:solidFill>
            </a:endParaRPr>
          </a:p>
        </p:txBody>
      </p:sp>
      <p:sp>
        <p:nvSpPr>
          <p:cNvPr id="16" name="TextBox 15">
            <a:extLst>
              <a:ext uri="{FF2B5EF4-FFF2-40B4-BE49-F238E27FC236}">
                <a16:creationId xmlns:a16="http://schemas.microsoft.com/office/drawing/2014/main" id="{8DCE8D46-C577-8DEE-E05E-4CF5F4FE4F96}"/>
              </a:ext>
            </a:extLst>
          </p:cNvPr>
          <p:cNvSpPr txBox="1">
            <a:spLocks/>
          </p:cNvSpPr>
          <p:nvPr/>
        </p:nvSpPr>
        <p:spPr>
          <a:xfrm>
            <a:off x="11230805" y="1593112"/>
            <a:ext cx="476592"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en-US" sz="900" b="1">
                <a:solidFill>
                  <a:schemeClr val="tx2"/>
                </a:solidFill>
              </a:rPr>
              <a:t>CAO</a:t>
            </a:r>
            <a:endParaRPr lang="en-US" sz="900" b="1" noProof="0">
              <a:solidFill>
                <a:schemeClr val="tx2"/>
              </a:solidFill>
            </a:endParaRPr>
          </a:p>
        </p:txBody>
      </p:sp>
      <p:sp>
        <p:nvSpPr>
          <p:cNvPr id="124" name="Rectangle: Rounded Corners 123">
            <a:extLst>
              <a:ext uri="{FF2B5EF4-FFF2-40B4-BE49-F238E27FC236}">
                <a16:creationId xmlns:a16="http://schemas.microsoft.com/office/drawing/2014/main" id="{79743EB2-3EB9-E835-898D-A01D3E1A50A1}"/>
              </a:ext>
            </a:extLst>
          </p:cNvPr>
          <p:cNvSpPr>
            <a:spLocks/>
          </p:cNvSpPr>
          <p:nvPr/>
        </p:nvSpPr>
        <p:spPr>
          <a:xfrm>
            <a:off x="11252437" y="4342232"/>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a:solidFill>
                  <a:schemeClr val="tx2"/>
                </a:solidFill>
              </a:rPr>
              <a:t>Audit</a:t>
            </a:r>
          </a:p>
        </p:txBody>
      </p:sp>
      <p:sp>
        <p:nvSpPr>
          <p:cNvPr id="125" name="Rectangle: Rounded Corners 124">
            <a:extLst>
              <a:ext uri="{FF2B5EF4-FFF2-40B4-BE49-F238E27FC236}">
                <a16:creationId xmlns:a16="http://schemas.microsoft.com/office/drawing/2014/main" id="{EFCFAE3B-9FFA-247C-FD9F-CCABFE94EC51}"/>
              </a:ext>
            </a:extLst>
          </p:cNvPr>
          <p:cNvSpPr>
            <a:spLocks/>
          </p:cNvSpPr>
          <p:nvPr/>
        </p:nvSpPr>
        <p:spPr>
          <a:xfrm>
            <a:off x="7189090" y="4342232"/>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a:solidFill>
                  <a:schemeClr val="tx2"/>
                </a:solidFill>
              </a:rPr>
              <a:t>Politi-</a:t>
            </a:r>
            <a:r>
              <a:rPr lang="en-US" sz="800" b="1" noProof="0" err="1">
                <a:solidFill>
                  <a:schemeClr val="tx2"/>
                </a:solidFill>
              </a:rPr>
              <a:t>che</a:t>
            </a:r>
            <a:r>
              <a:rPr lang="en-US" sz="800" b="1" noProof="0">
                <a:solidFill>
                  <a:schemeClr val="tx2"/>
                </a:solidFill>
              </a:rPr>
              <a:t> credit.</a:t>
            </a:r>
          </a:p>
        </p:txBody>
      </p:sp>
      <p:sp>
        <p:nvSpPr>
          <p:cNvPr id="126" name="Rectangle: Rounded Corners 125">
            <a:extLst>
              <a:ext uri="{FF2B5EF4-FFF2-40B4-BE49-F238E27FC236}">
                <a16:creationId xmlns:a16="http://schemas.microsoft.com/office/drawing/2014/main" id="{47A6B1EE-F92B-CBC8-9531-D6443730EFBE}"/>
              </a:ext>
            </a:extLst>
          </p:cNvPr>
          <p:cNvSpPr>
            <a:spLocks/>
          </p:cNvSpPr>
          <p:nvPr/>
        </p:nvSpPr>
        <p:spPr>
          <a:xfrm>
            <a:off x="7189090" y="4813671"/>
            <a:ext cx="434763"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en-US" sz="800" b="1" noProof="0" err="1">
                <a:solidFill>
                  <a:schemeClr val="tx2"/>
                </a:solidFill>
              </a:rPr>
              <a:t>Processi</a:t>
            </a:r>
            <a:r>
              <a:rPr lang="en-US" sz="800" b="1" noProof="0">
                <a:solidFill>
                  <a:schemeClr val="tx2"/>
                </a:solidFill>
              </a:rPr>
              <a:t> del </a:t>
            </a:r>
            <a:r>
              <a:rPr lang="en-US" sz="800" b="1" noProof="0" err="1">
                <a:solidFill>
                  <a:schemeClr val="tx2"/>
                </a:solidFill>
              </a:rPr>
              <a:t>credito</a:t>
            </a:r>
            <a:endParaRPr lang="en-US" sz="800" b="1" noProof="0">
              <a:solidFill>
                <a:schemeClr val="tx2"/>
              </a:solidFill>
            </a:endParaRPr>
          </a:p>
        </p:txBody>
      </p:sp>
      <p:cxnSp>
        <p:nvCxnSpPr>
          <p:cNvPr id="98" name="LineBasicDefault 98">
            <a:extLst>
              <a:ext uri="{FF2B5EF4-FFF2-40B4-BE49-F238E27FC236}">
                <a16:creationId xmlns:a16="http://schemas.microsoft.com/office/drawing/2014/main" id="{27C67A3C-36D2-D2B6-E761-97C0EB92E3B4}"/>
              </a:ext>
            </a:extLst>
          </p:cNvPr>
          <p:cNvCxnSpPr>
            <a:cxnSpLocks/>
          </p:cNvCxnSpPr>
          <p:nvPr>
            <p:custDataLst>
              <p:tags r:id="rId7"/>
            </p:custDataLst>
          </p:nvPr>
        </p:nvCxnSpPr>
        <p:spPr>
          <a:xfrm>
            <a:off x="530288" y="4261587"/>
            <a:ext cx="11173187" cy="0"/>
          </a:xfrm>
          <a:prstGeom prst="straightConnector1">
            <a:avLst/>
          </a:prstGeom>
          <a:ln w="6350" cap="flat">
            <a:solidFill>
              <a:srgbClr val="B3B3B3"/>
            </a:solidFill>
            <a:prstDash val="lgDash"/>
            <a:miter lim="800000"/>
            <a:tailEnd type="none"/>
          </a:ln>
        </p:spPr>
        <p:style>
          <a:lnRef idx="1">
            <a:schemeClr val="accent1"/>
          </a:lnRef>
          <a:fillRef idx="0">
            <a:schemeClr val="accent1"/>
          </a:fillRef>
          <a:effectRef idx="0">
            <a:schemeClr val="accent1"/>
          </a:effectRef>
          <a:fontRef idx="minor">
            <a:schemeClr val="tx1"/>
          </a:fontRef>
        </p:style>
      </p:cxnSp>
      <p:sp>
        <p:nvSpPr>
          <p:cNvPr id="33" name="TrackerAlphaWhite 87">
            <a:extLst>
              <a:ext uri="{FF2B5EF4-FFF2-40B4-BE49-F238E27FC236}">
                <a16:creationId xmlns:a16="http://schemas.microsoft.com/office/drawing/2014/main" id="{DFF9F1F4-C65C-3446-6180-752992AAF7E1}"/>
              </a:ext>
            </a:extLst>
          </p:cNvPr>
          <p:cNvSpPr/>
          <p:nvPr>
            <p:custDataLst>
              <p:tags r:id="rId8"/>
            </p:custDataLst>
          </p:nvPr>
        </p:nvSpPr>
        <p:spPr>
          <a:xfrm>
            <a:off x="6052293" y="4255199"/>
            <a:ext cx="146764" cy="144670"/>
          </a:xfrm>
          <a:prstGeom prst="ellipse">
            <a:avLst/>
          </a:prstGeom>
          <a:solidFill>
            <a:schemeClr val="accent2"/>
          </a:solidFill>
          <a:ln w="6350" cap="sq">
            <a:solidFill>
              <a:schemeClr val="accent2">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p>
            <a:pPr algn="l">
              <a:spcBef>
                <a:spcPts val="300"/>
              </a:spcBef>
              <a:spcAft>
                <a:spcPts val="300"/>
              </a:spcAft>
            </a:pPr>
            <a:r>
              <a:rPr lang="en-US" sz="900" b="1" noProof="0">
                <a:solidFill>
                  <a:schemeClr val="bg1"/>
                </a:solidFill>
              </a:rPr>
              <a:t>X</a:t>
            </a:r>
          </a:p>
        </p:txBody>
      </p:sp>
      <p:sp>
        <p:nvSpPr>
          <p:cNvPr id="129" name="Rectangle: Rounded Corners 128">
            <a:extLst>
              <a:ext uri="{FF2B5EF4-FFF2-40B4-BE49-F238E27FC236}">
                <a16:creationId xmlns:a16="http://schemas.microsoft.com/office/drawing/2014/main" id="{76DE6F64-2D2F-1AE4-7298-180733A966CA}"/>
              </a:ext>
            </a:extLst>
          </p:cNvPr>
          <p:cNvSpPr>
            <a:spLocks/>
          </p:cNvSpPr>
          <p:nvPr/>
        </p:nvSpPr>
        <p:spPr>
          <a:xfrm>
            <a:off x="6661057" y="4342232"/>
            <a:ext cx="486605" cy="396601"/>
          </a:xfrm>
          <a:prstGeom prst="roundRect">
            <a:avLst>
              <a:gd name="adj" fmla="val 9533"/>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0759" rIns="0" bIns="63500" numCol="1" spcCol="0" rtlCol="0" fromWordArt="0" anchor="ctr" anchorCtr="0" forceAA="0" compatLnSpc="1">
            <a:prstTxWarp prst="textNoShape">
              <a:avLst/>
            </a:prstTxWarp>
            <a:noAutofit/>
          </a:bodyPr>
          <a:lstStyle/>
          <a:p>
            <a:pPr algn="ctr">
              <a:spcBef>
                <a:spcPts val="300"/>
              </a:spcBef>
              <a:spcAft>
                <a:spcPts val="300"/>
              </a:spcAft>
            </a:pPr>
            <a:r>
              <a:rPr lang="it-IT" sz="800" b="1">
                <a:solidFill>
                  <a:srgbClr val="003A79"/>
                </a:solidFill>
                <a:ea typeface="Roboto" panose="02000000000000000000" pitchFamily="2" charset="0"/>
                <a:cs typeface="Roboto" panose="02000000000000000000" pitchFamily="2" charset="0"/>
              </a:rPr>
              <a:t>Immo-biliare</a:t>
            </a:r>
            <a:endParaRPr lang="en-US" sz="800" noProof="0">
              <a:solidFill>
                <a:schemeClr val="tx1"/>
              </a:solidFill>
            </a:endParaRPr>
          </a:p>
        </p:txBody>
      </p:sp>
      <p:grpSp>
        <p:nvGrpSpPr>
          <p:cNvPr id="34" name="Group 33">
            <a:extLst>
              <a:ext uri="{FF2B5EF4-FFF2-40B4-BE49-F238E27FC236}">
                <a16:creationId xmlns:a16="http://schemas.microsoft.com/office/drawing/2014/main" id="{29639611-7A8A-5C9A-1477-554F76743A22}"/>
              </a:ext>
            </a:extLst>
          </p:cNvPr>
          <p:cNvGrpSpPr/>
          <p:nvPr/>
        </p:nvGrpSpPr>
        <p:grpSpPr>
          <a:xfrm>
            <a:off x="5886895" y="1955730"/>
            <a:ext cx="135236" cy="135969"/>
            <a:chOff x="7241523" y="5986017"/>
            <a:chExt cx="200025" cy="180975"/>
          </a:xfrm>
        </p:grpSpPr>
        <p:sp>
          <p:nvSpPr>
            <p:cNvPr id="55" name="Oval 54">
              <a:extLst>
                <a:ext uri="{FF2B5EF4-FFF2-40B4-BE49-F238E27FC236}">
                  <a16:creationId xmlns:a16="http://schemas.microsoft.com/office/drawing/2014/main" id="{EE3AC795-2646-4B70-4342-63936D3396DB}"/>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56" name="Graphic 55" descr="Single gear outline">
              <a:extLst>
                <a:ext uri="{FF2B5EF4-FFF2-40B4-BE49-F238E27FC236}">
                  <a16:creationId xmlns:a16="http://schemas.microsoft.com/office/drawing/2014/main" id="{32A461C7-2F5B-3542-AC33-91AEBC221DCC}"/>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57" name="Group 56">
            <a:extLst>
              <a:ext uri="{FF2B5EF4-FFF2-40B4-BE49-F238E27FC236}">
                <a16:creationId xmlns:a16="http://schemas.microsoft.com/office/drawing/2014/main" id="{2DC921BD-1E34-3265-39A4-3F331B3917CB}"/>
              </a:ext>
            </a:extLst>
          </p:cNvPr>
          <p:cNvGrpSpPr/>
          <p:nvPr/>
        </p:nvGrpSpPr>
        <p:grpSpPr>
          <a:xfrm>
            <a:off x="5877783" y="2797962"/>
            <a:ext cx="135236" cy="135969"/>
            <a:chOff x="7241523" y="5986017"/>
            <a:chExt cx="200025" cy="180975"/>
          </a:xfrm>
        </p:grpSpPr>
        <p:sp>
          <p:nvSpPr>
            <p:cNvPr id="61" name="Oval 60">
              <a:extLst>
                <a:ext uri="{FF2B5EF4-FFF2-40B4-BE49-F238E27FC236}">
                  <a16:creationId xmlns:a16="http://schemas.microsoft.com/office/drawing/2014/main" id="{80CBC1F8-D911-0640-D400-294281274CDA}"/>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62" name="Graphic 61" descr="Single gear outline">
              <a:extLst>
                <a:ext uri="{FF2B5EF4-FFF2-40B4-BE49-F238E27FC236}">
                  <a16:creationId xmlns:a16="http://schemas.microsoft.com/office/drawing/2014/main" id="{FC46D83F-B03C-1AFE-A103-D988B412BBE6}"/>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63" name="Group 62">
            <a:extLst>
              <a:ext uri="{FF2B5EF4-FFF2-40B4-BE49-F238E27FC236}">
                <a16:creationId xmlns:a16="http://schemas.microsoft.com/office/drawing/2014/main" id="{E4A3B04C-B6EA-92EA-5DFF-EBB0B3E6EBB9}"/>
              </a:ext>
            </a:extLst>
          </p:cNvPr>
          <p:cNvGrpSpPr/>
          <p:nvPr/>
        </p:nvGrpSpPr>
        <p:grpSpPr>
          <a:xfrm>
            <a:off x="5886895" y="3572325"/>
            <a:ext cx="135236" cy="135969"/>
            <a:chOff x="7241523" y="5986017"/>
            <a:chExt cx="200025" cy="180975"/>
          </a:xfrm>
        </p:grpSpPr>
        <p:sp>
          <p:nvSpPr>
            <p:cNvPr id="64" name="Oval 63">
              <a:extLst>
                <a:ext uri="{FF2B5EF4-FFF2-40B4-BE49-F238E27FC236}">
                  <a16:creationId xmlns:a16="http://schemas.microsoft.com/office/drawing/2014/main" id="{53DD4094-308B-1CDF-23B8-AE58B5C94C17}"/>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65" name="Graphic 64" descr="Single gear outline">
              <a:extLst>
                <a:ext uri="{FF2B5EF4-FFF2-40B4-BE49-F238E27FC236}">
                  <a16:creationId xmlns:a16="http://schemas.microsoft.com/office/drawing/2014/main" id="{DC7BC437-B940-1E21-6C4A-7B6097090F95}"/>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66" name="Group 65">
            <a:extLst>
              <a:ext uri="{FF2B5EF4-FFF2-40B4-BE49-F238E27FC236}">
                <a16:creationId xmlns:a16="http://schemas.microsoft.com/office/drawing/2014/main" id="{126A1916-C5DC-E006-D1C4-F3B4B6DB4458}"/>
              </a:ext>
            </a:extLst>
          </p:cNvPr>
          <p:cNvGrpSpPr/>
          <p:nvPr/>
        </p:nvGrpSpPr>
        <p:grpSpPr>
          <a:xfrm>
            <a:off x="7077077" y="4277580"/>
            <a:ext cx="135236" cy="135969"/>
            <a:chOff x="7241523" y="5986017"/>
            <a:chExt cx="200025" cy="180975"/>
          </a:xfrm>
        </p:grpSpPr>
        <p:sp>
          <p:nvSpPr>
            <p:cNvPr id="67" name="Oval 66">
              <a:extLst>
                <a:ext uri="{FF2B5EF4-FFF2-40B4-BE49-F238E27FC236}">
                  <a16:creationId xmlns:a16="http://schemas.microsoft.com/office/drawing/2014/main" id="{0C2740DC-6BE3-757D-4D29-F2E100ACD2D3}"/>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68" name="Graphic 67" descr="Single gear outline">
              <a:extLst>
                <a:ext uri="{FF2B5EF4-FFF2-40B4-BE49-F238E27FC236}">
                  <a16:creationId xmlns:a16="http://schemas.microsoft.com/office/drawing/2014/main" id="{E774CE0E-F029-43C9-FEEE-05E7D377870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78" name="Group 77">
            <a:extLst>
              <a:ext uri="{FF2B5EF4-FFF2-40B4-BE49-F238E27FC236}">
                <a16:creationId xmlns:a16="http://schemas.microsoft.com/office/drawing/2014/main" id="{505F02C8-5B31-5E70-47C8-43B2A1B62AC8}"/>
              </a:ext>
            </a:extLst>
          </p:cNvPr>
          <p:cNvGrpSpPr/>
          <p:nvPr/>
        </p:nvGrpSpPr>
        <p:grpSpPr>
          <a:xfrm>
            <a:off x="9584944" y="4277580"/>
            <a:ext cx="135236" cy="135969"/>
            <a:chOff x="7241523" y="5986017"/>
            <a:chExt cx="200025" cy="180975"/>
          </a:xfrm>
        </p:grpSpPr>
        <p:sp>
          <p:nvSpPr>
            <p:cNvPr id="79" name="Oval 78">
              <a:extLst>
                <a:ext uri="{FF2B5EF4-FFF2-40B4-BE49-F238E27FC236}">
                  <a16:creationId xmlns:a16="http://schemas.microsoft.com/office/drawing/2014/main" id="{519F3D5F-6630-DBE6-0312-586E4CD06AA4}"/>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87" name="Graphic 86" descr="Single gear outline">
              <a:extLst>
                <a:ext uri="{FF2B5EF4-FFF2-40B4-BE49-F238E27FC236}">
                  <a16:creationId xmlns:a16="http://schemas.microsoft.com/office/drawing/2014/main" id="{7B328FEC-A77D-F872-8121-0054E5FAD76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88" name="Group 87">
            <a:extLst>
              <a:ext uri="{FF2B5EF4-FFF2-40B4-BE49-F238E27FC236}">
                <a16:creationId xmlns:a16="http://schemas.microsoft.com/office/drawing/2014/main" id="{F32D7474-23E7-4A59-CC12-84D6AFE86652}"/>
              </a:ext>
            </a:extLst>
          </p:cNvPr>
          <p:cNvGrpSpPr/>
          <p:nvPr/>
        </p:nvGrpSpPr>
        <p:grpSpPr>
          <a:xfrm>
            <a:off x="9584944" y="4749019"/>
            <a:ext cx="135236" cy="135969"/>
            <a:chOff x="7241523" y="5986017"/>
            <a:chExt cx="200025" cy="180975"/>
          </a:xfrm>
        </p:grpSpPr>
        <p:sp>
          <p:nvSpPr>
            <p:cNvPr id="89" name="Oval 88">
              <a:extLst>
                <a:ext uri="{FF2B5EF4-FFF2-40B4-BE49-F238E27FC236}">
                  <a16:creationId xmlns:a16="http://schemas.microsoft.com/office/drawing/2014/main" id="{0E13A230-A43E-3D9A-A970-4B40C4399695}"/>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92" name="Graphic 91" descr="Single gear outline">
              <a:extLst>
                <a:ext uri="{FF2B5EF4-FFF2-40B4-BE49-F238E27FC236}">
                  <a16:creationId xmlns:a16="http://schemas.microsoft.com/office/drawing/2014/main" id="{0E30EFF5-F6A5-C872-A8EF-EC0AC8F1D3B9}"/>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93" name="Group 92">
            <a:extLst>
              <a:ext uri="{FF2B5EF4-FFF2-40B4-BE49-F238E27FC236}">
                <a16:creationId xmlns:a16="http://schemas.microsoft.com/office/drawing/2014/main" id="{A36D1CB9-88AB-A4A2-2369-B4F27D4E8A1E}"/>
              </a:ext>
            </a:extLst>
          </p:cNvPr>
          <p:cNvGrpSpPr/>
          <p:nvPr/>
        </p:nvGrpSpPr>
        <p:grpSpPr>
          <a:xfrm>
            <a:off x="11108699" y="4277580"/>
            <a:ext cx="135236" cy="135969"/>
            <a:chOff x="7241523" y="5986017"/>
            <a:chExt cx="200025" cy="180975"/>
          </a:xfrm>
        </p:grpSpPr>
        <p:sp>
          <p:nvSpPr>
            <p:cNvPr id="94" name="Oval 93">
              <a:extLst>
                <a:ext uri="{FF2B5EF4-FFF2-40B4-BE49-F238E27FC236}">
                  <a16:creationId xmlns:a16="http://schemas.microsoft.com/office/drawing/2014/main" id="{6E15F1A0-B710-48B1-EB28-D734B4A3AD55}"/>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96" name="Graphic 95" descr="Single gear outline">
              <a:extLst>
                <a:ext uri="{FF2B5EF4-FFF2-40B4-BE49-F238E27FC236}">
                  <a16:creationId xmlns:a16="http://schemas.microsoft.com/office/drawing/2014/main" id="{05D84A8F-1365-4FA2-5FC7-EF306CF324B8}"/>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99" name="Group 98">
            <a:extLst>
              <a:ext uri="{FF2B5EF4-FFF2-40B4-BE49-F238E27FC236}">
                <a16:creationId xmlns:a16="http://schemas.microsoft.com/office/drawing/2014/main" id="{A8DA8E98-880D-9062-AE5F-D61F16986B3A}"/>
              </a:ext>
            </a:extLst>
          </p:cNvPr>
          <p:cNvGrpSpPr/>
          <p:nvPr/>
        </p:nvGrpSpPr>
        <p:grpSpPr>
          <a:xfrm>
            <a:off x="11616616" y="4277580"/>
            <a:ext cx="135236" cy="135969"/>
            <a:chOff x="7241523" y="5986017"/>
            <a:chExt cx="200025" cy="180975"/>
          </a:xfrm>
        </p:grpSpPr>
        <p:sp>
          <p:nvSpPr>
            <p:cNvPr id="100" name="Oval 99">
              <a:extLst>
                <a:ext uri="{FF2B5EF4-FFF2-40B4-BE49-F238E27FC236}">
                  <a16:creationId xmlns:a16="http://schemas.microsoft.com/office/drawing/2014/main" id="{F328C36A-9C1B-8FCB-CD35-DB96A604D7AD}"/>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01" name="Graphic 100" descr="Single gear outline">
              <a:extLst>
                <a:ext uri="{FF2B5EF4-FFF2-40B4-BE49-F238E27FC236}">
                  <a16:creationId xmlns:a16="http://schemas.microsoft.com/office/drawing/2014/main" id="{040DD01D-1CDC-A679-0194-BA3690DCBE85}"/>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102" name="Group 101">
            <a:extLst>
              <a:ext uri="{FF2B5EF4-FFF2-40B4-BE49-F238E27FC236}">
                <a16:creationId xmlns:a16="http://schemas.microsoft.com/office/drawing/2014/main" id="{E409EA19-9C2E-30A2-71D0-EB9F17EFD423}"/>
              </a:ext>
            </a:extLst>
          </p:cNvPr>
          <p:cNvGrpSpPr/>
          <p:nvPr/>
        </p:nvGrpSpPr>
        <p:grpSpPr>
          <a:xfrm>
            <a:off x="8569106" y="4277580"/>
            <a:ext cx="135236" cy="135969"/>
            <a:chOff x="7241523" y="5986017"/>
            <a:chExt cx="200025" cy="180975"/>
          </a:xfrm>
        </p:grpSpPr>
        <p:sp>
          <p:nvSpPr>
            <p:cNvPr id="105" name="Oval 104">
              <a:extLst>
                <a:ext uri="{FF2B5EF4-FFF2-40B4-BE49-F238E27FC236}">
                  <a16:creationId xmlns:a16="http://schemas.microsoft.com/office/drawing/2014/main" id="{60198242-CC9A-C149-D8C1-E91BEA0B8EF8}"/>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06" name="Graphic 105" descr="Single gear outline">
              <a:extLst>
                <a:ext uri="{FF2B5EF4-FFF2-40B4-BE49-F238E27FC236}">
                  <a16:creationId xmlns:a16="http://schemas.microsoft.com/office/drawing/2014/main" id="{61DAC9C6-5A42-B538-4F1B-8AC3A9153105}"/>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108" name="Group 107">
            <a:extLst>
              <a:ext uri="{FF2B5EF4-FFF2-40B4-BE49-F238E27FC236}">
                <a16:creationId xmlns:a16="http://schemas.microsoft.com/office/drawing/2014/main" id="{70FF926A-DE28-20C2-5E81-239BB7E9C370}"/>
              </a:ext>
            </a:extLst>
          </p:cNvPr>
          <p:cNvGrpSpPr/>
          <p:nvPr/>
        </p:nvGrpSpPr>
        <p:grpSpPr>
          <a:xfrm>
            <a:off x="7553269" y="4277580"/>
            <a:ext cx="135236" cy="135969"/>
            <a:chOff x="7241523" y="5986017"/>
            <a:chExt cx="200025" cy="180975"/>
          </a:xfrm>
        </p:grpSpPr>
        <p:sp>
          <p:nvSpPr>
            <p:cNvPr id="110" name="Oval 109">
              <a:extLst>
                <a:ext uri="{FF2B5EF4-FFF2-40B4-BE49-F238E27FC236}">
                  <a16:creationId xmlns:a16="http://schemas.microsoft.com/office/drawing/2014/main" id="{4F1841D2-2932-E358-E136-7C0EE8327F5B}"/>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11" name="Graphic 110" descr="Single gear outline">
              <a:extLst>
                <a:ext uri="{FF2B5EF4-FFF2-40B4-BE49-F238E27FC236}">
                  <a16:creationId xmlns:a16="http://schemas.microsoft.com/office/drawing/2014/main" id="{2DD82355-CB5F-3CFD-4429-C84BB65DAEB2}"/>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112" name="Group 111">
            <a:extLst>
              <a:ext uri="{FF2B5EF4-FFF2-40B4-BE49-F238E27FC236}">
                <a16:creationId xmlns:a16="http://schemas.microsoft.com/office/drawing/2014/main" id="{AED59609-1A38-9250-B818-70917D3DA3CA}"/>
              </a:ext>
            </a:extLst>
          </p:cNvPr>
          <p:cNvGrpSpPr/>
          <p:nvPr/>
        </p:nvGrpSpPr>
        <p:grpSpPr>
          <a:xfrm>
            <a:off x="7553269" y="4749019"/>
            <a:ext cx="135236" cy="135969"/>
            <a:chOff x="7241523" y="5986017"/>
            <a:chExt cx="200025" cy="180975"/>
          </a:xfrm>
        </p:grpSpPr>
        <p:sp>
          <p:nvSpPr>
            <p:cNvPr id="114" name="Oval 113">
              <a:extLst>
                <a:ext uri="{FF2B5EF4-FFF2-40B4-BE49-F238E27FC236}">
                  <a16:creationId xmlns:a16="http://schemas.microsoft.com/office/drawing/2014/main" id="{232B8BF0-B060-6189-A9A6-EC3E5D56DE2B}"/>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15" name="Graphic 114" descr="Single gear outline">
              <a:extLst>
                <a:ext uri="{FF2B5EF4-FFF2-40B4-BE49-F238E27FC236}">
                  <a16:creationId xmlns:a16="http://schemas.microsoft.com/office/drawing/2014/main" id="{23FDE197-E6CF-6201-1DAE-FF0EA30B8D0D}"/>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117" name="Group 116">
            <a:extLst>
              <a:ext uri="{FF2B5EF4-FFF2-40B4-BE49-F238E27FC236}">
                <a16:creationId xmlns:a16="http://schemas.microsoft.com/office/drawing/2014/main" id="{D5133498-7675-9DC2-3706-A60660D169E1}"/>
              </a:ext>
            </a:extLst>
          </p:cNvPr>
          <p:cNvGrpSpPr/>
          <p:nvPr/>
        </p:nvGrpSpPr>
        <p:grpSpPr>
          <a:xfrm>
            <a:off x="10600781" y="4277580"/>
            <a:ext cx="135236" cy="135969"/>
            <a:chOff x="7241523" y="5986017"/>
            <a:chExt cx="200025" cy="180975"/>
          </a:xfrm>
        </p:grpSpPr>
        <p:sp>
          <p:nvSpPr>
            <p:cNvPr id="118" name="Oval 117">
              <a:extLst>
                <a:ext uri="{FF2B5EF4-FFF2-40B4-BE49-F238E27FC236}">
                  <a16:creationId xmlns:a16="http://schemas.microsoft.com/office/drawing/2014/main" id="{B4569FD7-68B4-6D0A-305B-57EAF74DA1AD}"/>
                </a:ext>
              </a:extLst>
            </p:cNvPr>
            <p:cNvSpPr/>
            <p:nvPr/>
          </p:nvSpPr>
          <p:spPr bwMode="gray">
            <a:xfrm>
              <a:off x="7241523" y="5986017"/>
              <a:ext cx="200025" cy="18097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19" name="Graphic 118" descr="Single gear outline">
              <a:extLst>
                <a:ext uri="{FF2B5EF4-FFF2-40B4-BE49-F238E27FC236}">
                  <a16:creationId xmlns:a16="http://schemas.microsoft.com/office/drawing/2014/main" id="{534ADD0C-25B5-ABF6-61B2-50F7CB8060DB}"/>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73575" y="6008544"/>
              <a:ext cx="135920" cy="135920"/>
            </a:xfrm>
            <a:prstGeom prst="rect">
              <a:avLst/>
            </a:prstGeom>
          </p:spPr>
        </p:pic>
      </p:grpSp>
      <p:grpSp>
        <p:nvGrpSpPr>
          <p:cNvPr id="120" name="Group 119">
            <a:extLst>
              <a:ext uri="{FF2B5EF4-FFF2-40B4-BE49-F238E27FC236}">
                <a16:creationId xmlns:a16="http://schemas.microsoft.com/office/drawing/2014/main" id="{7AE98D08-F7F7-B0BE-8852-8C7C5DE05C5E}"/>
              </a:ext>
            </a:extLst>
          </p:cNvPr>
          <p:cNvGrpSpPr/>
          <p:nvPr/>
        </p:nvGrpSpPr>
        <p:grpSpPr>
          <a:xfrm>
            <a:off x="7075298" y="2797962"/>
            <a:ext cx="135236" cy="135969"/>
            <a:chOff x="5176168" y="4955864"/>
            <a:chExt cx="200025" cy="180975"/>
          </a:xfrm>
          <a:solidFill>
            <a:srgbClr val="00B050"/>
          </a:solidFill>
        </p:grpSpPr>
        <p:sp>
          <p:nvSpPr>
            <p:cNvPr id="121" name="Oval 120">
              <a:extLst>
                <a:ext uri="{FF2B5EF4-FFF2-40B4-BE49-F238E27FC236}">
                  <a16:creationId xmlns:a16="http://schemas.microsoft.com/office/drawing/2014/main" id="{D2F7B738-0FAC-94D9-8653-FA6560207CAB}"/>
                </a:ext>
              </a:extLst>
            </p:cNvPr>
            <p:cNvSpPr/>
            <p:nvPr/>
          </p:nvSpPr>
          <p:spPr bwMode="gray">
            <a:xfrm>
              <a:off x="5176168" y="4955864"/>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22" name="Graphic 121" descr="Single gear outline">
              <a:extLst>
                <a:ext uri="{FF2B5EF4-FFF2-40B4-BE49-F238E27FC236}">
                  <a16:creationId xmlns:a16="http://schemas.microsoft.com/office/drawing/2014/main" id="{C712485D-3DBC-7C58-AC20-AA03E94F17C8}"/>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208220" y="4978391"/>
              <a:ext cx="135920" cy="135920"/>
            </a:xfrm>
            <a:prstGeom prst="rect">
              <a:avLst/>
            </a:prstGeom>
          </p:spPr>
        </p:pic>
      </p:grpSp>
      <p:grpSp>
        <p:nvGrpSpPr>
          <p:cNvPr id="123" name="Group 122">
            <a:extLst>
              <a:ext uri="{FF2B5EF4-FFF2-40B4-BE49-F238E27FC236}">
                <a16:creationId xmlns:a16="http://schemas.microsoft.com/office/drawing/2014/main" id="{378DF051-21E5-466E-45E5-66CAE46AE5A9}"/>
              </a:ext>
            </a:extLst>
          </p:cNvPr>
          <p:cNvGrpSpPr/>
          <p:nvPr/>
        </p:nvGrpSpPr>
        <p:grpSpPr>
          <a:xfrm>
            <a:off x="7075298" y="1955730"/>
            <a:ext cx="135236" cy="135969"/>
            <a:chOff x="5176168" y="4955864"/>
            <a:chExt cx="200025" cy="180975"/>
          </a:xfrm>
          <a:solidFill>
            <a:srgbClr val="00B050"/>
          </a:solidFill>
        </p:grpSpPr>
        <p:sp>
          <p:nvSpPr>
            <p:cNvPr id="127" name="Oval 126">
              <a:extLst>
                <a:ext uri="{FF2B5EF4-FFF2-40B4-BE49-F238E27FC236}">
                  <a16:creationId xmlns:a16="http://schemas.microsoft.com/office/drawing/2014/main" id="{068BCE32-CA90-0CDA-89C7-7EDF55B8A6E9}"/>
                </a:ext>
              </a:extLst>
            </p:cNvPr>
            <p:cNvSpPr/>
            <p:nvPr/>
          </p:nvSpPr>
          <p:spPr bwMode="gray">
            <a:xfrm>
              <a:off x="5176168" y="4955864"/>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30" name="Graphic 129" descr="Single gear outline">
              <a:extLst>
                <a:ext uri="{FF2B5EF4-FFF2-40B4-BE49-F238E27FC236}">
                  <a16:creationId xmlns:a16="http://schemas.microsoft.com/office/drawing/2014/main" id="{F4F90C69-4456-8D12-8750-67172C47F541}"/>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208220" y="4978391"/>
              <a:ext cx="135920" cy="135920"/>
            </a:xfrm>
            <a:prstGeom prst="rect">
              <a:avLst/>
            </a:prstGeom>
          </p:spPr>
        </p:pic>
      </p:grpSp>
      <p:grpSp>
        <p:nvGrpSpPr>
          <p:cNvPr id="132" name="Group 131">
            <a:extLst>
              <a:ext uri="{FF2B5EF4-FFF2-40B4-BE49-F238E27FC236}">
                <a16:creationId xmlns:a16="http://schemas.microsoft.com/office/drawing/2014/main" id="{8FF0D83B-FE52-D22B-27F5-E81A86D4C057}"/>
              </a:ext>
            </a:extLst>
          </p:cNvPr>
          <p:cNvGrpSpPr/>
          <p:nvPr/>
        </p:nvGrpSpPr>
        <p:grpSpPr>
          <a:xfrm>
            <a:off x="6563352" y="4277580"/>
            <a:ext cx="135236" cy="135969"/>
            <a:chOff x="5176168" y="4955864"/>
            <a:chExt cx="200025" cy="180975"/>
          </a:xfrm>
          <a:solidFill>
            <a:srgbClr val="00B050"/>
          </a:solidFill>
        </p:grpSpPr>
        <p:sp>
          <p:nvSpPr>
            <p:cNvPr id="134" name="Oval 133">
              <a:extLst>
                <a:ext uri="{FF2B5EF4-FFF2-40B4-BE49-F238E27FC236}">
                  <a16:creationId xmlns:a16="http://schemas.microsoft.com/office/drawing/2014/main" id="{D0A1171E-B5A9-3844-4855-152A984B49D9}"/>
                </a:ext>
              </a:extLst>
            </p:cNvPr>
            <p:cNvSpPr/>
            <p:nvPr/>
          </p:nvSpPr>
          <p:spPr bwMode="gray">
            <a:xfrm>
              <a:off x="5176168" y="4955864"/>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36" name="Graphic 135" descr="Single gear outline">
              <a:extLst>
                <a:ext uri="{FF2B5EF4-FFF2-40B4-BE49-F238E27FC236}">
                  <a16:creationId xmlns:a16="http://schemas.microsoft.com/office/drawing/2014/main" id="{B1542132-D555-C3DC-FB02-9CC52E32081F}"/>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208220" y="4978391"/>
              <a:ext cx="135920" cy="135920"/>
            </a:xfrm>
            <a:prstGeom prst="rect">
              <a:avLst/>
            </a:prstGeom>
          </p:spPr>
        </p:pic>
      </p:grpSp>
      <p:grpSp>
        <p:nvGrpSpPr>
          <p:cNvPr id="137" name="Group 136">
            <a:extLst>
              <a:ext uri="{FF2B5EF4-FFF2-40B4-BE49-F238E27FC236}">
                <a16:creationId xmlns:a16="http://schemas.microsoft.com/office/drawing/2014/main" id="{400E4452-4B54-EBBC-5C73-CB497EE48738}"/>
              </a:ext>
            </a:extLst>
          </p:cNvPr>
          <p:cNvGrpSpPr/>
          <p:nvPr/>
        </p:nvGrpSpPr>
        <p:grpSpPr>
          <a:xfrm>
            <a:off x="6563352" y="4749019"/>
            <a:ext cx="135236" cy="135969"/>
            <a:chOff x="5176168" y="4955864"/>
            <a:chExt cx="200025" cy="180975"/>
          </a:xfrm>
          <a:solidFill>
            <a:srgbClr val="00B050"/>
          </a:solidFill>
        </p:grpSpPr>
        <p:sp>
          <p:nvSpPr>
            <p:cNvPr id="138" name="Oval 137">
              <a:extLst>
                <a:ext uri="{FF2B5EF4-FFF2-40B4-BE49-F238E27FC236}">
                  <a16:creationId xmlns:a16="http://schemas.microsoft.com/office/drawing/2014/main" id="{0CA5C07E-2129-A8EE-7726-D9D2067A29F4}"/>
                </a:ext>
              </a:extLst>
            </p:cNvPr>
            <p:cNvSpPr/>
            <p:nvPr/>
          </p:nvSpPr>
          <p:spPr bwMode="gray">
            <a:xfrm>
              <a:off x="5176168" y="4955864"/>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39" name="Graphic 138" descr="Single gear outline">
              <a:extLst>
                <a:ext uri="{FF2B5EF4-FFF2-40B4-BE49-F238E27FC236}">
                  <a16:creationId xmlns:a16="http://schemas.microsoft.com/office/drawing/2014/main" id="{FE86E764-465C-FC29-7856-2B42E026502D}"/>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208220" y="4978391"/>
              <a:ext cx="135920" cy="135920"/>
            </a:xfrm>
            <a:prstGeom prst="rect">
              <a:avLst/>
            </a:prstGeom>
          </p:spPr>
        </p:pic>
      </p:grpSp>
      <p:grpSp>
        <p:nvGrpSpPr>
          <p:cNvPr id="140" name="Group 139">
            <a:extLst>
              <a:ext uri="{FF2B5EF4-FFF2-40B4-BE49-F238E27FC236}">
                <a16:creationId xmlns:a16="http://schemas.microsoft.com/office/drawing/2014/main" id="{93C57691-3A52-58B4-AA5A-18B2F3578269}"/>
              </a:ext>
            </a:extLst>
          </p:cNvPr>
          <p:cNvGrpSpPr/>
          <p:nvPr/>
        </p:nvGrpSpPr>
        <p:grpSpPr>
          <a:xfrm>
            <a:off x="6563352" y="5220458"/>
            <a:ext cx="135236" cy="135969"/>
            <a:chOff x="5176168" y="4955864"/>
            <a:chExt cx="200025" cy="180975"/>
          </a:xfrm>
          <a:solidFill>
            <a:srgbClr val="00B050"/>
          </a:solidFill>
        </p:grpSpPr>
        <p:sp>
          <p:nvSpPr>
            <p:cNvPr id="141" name="Oval 140">
              <a:extLst>
                <a:ext uri="{FF2B5EF4-FFF2-40B4-BE49-F238E27FC236}">
                  <a16:creationId xmlns:a16="http://schemas.microsoft.com/office/drawing/2014/main" id="{C69025CB-A7C9-554C-B724-85A2EB920B20}"/>
                </a:ext>
              </a:extLst>
            </p:cNvPr>
            <p:cNvSpPr/>
            <p:nvPr/>
          </p:nvSpPr>
          <p:spPr bwMode="gray">
            <a:xfrm>
              <a:off x="5176168" y="4955864"/>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42" name="Graphic 141" descr="Single gear outline">
              <a:extLst>
                <a:ext uri="{FF2B5EF4-FFF2-40B4-BE49-F238E27FC236}">
                  <a16:creationId xmlns:a16="http://schemas.microsoft.com/office/drawing/2014/main" id="{1DBE2F15-C50B-F7D3-D0A4-3D4974FB08AF}"/>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208220" y="4978391"/>
              <a:ext cx="135920" cy="135920"/>
            </a:xfrm>
            <a:prstGeom prst="rect">
              <a:avLst/>
            </a:prstGeom>
          </p:spPr>
        </p:pic>
      </p:grpSp>
      <p:grpSp>
        <p:nvGrpSpPr>
          <p:cNvPr id="143" name="Group 142">
            <a:extLst>
              <a:ext uri="{FF2B5EF4-FFF2-40B4-BE49-F238E27FC236}">
                <a16:creationId xmlns:a16="http://schemas.microsoft.com/office/drawing/2014/main" id="{112A3485-0993-796D-F8FC-3D1FB2C1A96F}"/>
              </a:ext>
            </a:extLst>
          </p:cNvPr>
          <p:cNvGrpSpPr/>
          <p:nvPr/>
        </p:nvGrpSpPr>
        <p:grpSpPr>
          <a:xfrm>
            <a:off x="9077024" y="4277580"/>
            <a:ext cx="135236" cy="135969"/>
            <a:chOff x="5176168" y="4955864"/>
            <a:chExt cx="200025" cy="180975"/>
          </a:xfrm>
          <a:solidFill>
            <a:srgbClr val="00B050"/>
          </a:solidFill>
        </p:grpSpPr>
        <p:sp>
          <p:nvSpPr>
            <p:cNvPr id="144" name="Oval 143">
              <a:extLst>
                <a:ext uri="{FF2B5EF4-FFF2-40B4-BE49-F238E27FC236}">
                  <a16:creationId xmlns:a16="http://schemas.microsoft.com/office/drawing/2014/main" id="{A75E34C5-EF71-24A3-3E42-A51294A1F7FF}"/>
                </a:ext>
              </a:extLst>
            </p:cNvPr>
            <p:cNvSpPr/>
            <p:nvPr/>
          </p:nvSpPr>
          <p:spPr bwMode="gray">
            <a:xfrm>
              <a:off x="5176168" y="4955864"/>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45" name="Graphic 144" descr="Single gear outline">
              <a:extLst>
                <a:ext uri="{FF2B5EF4-FFF2-40B4-BE49-F238E27FC236}">
                  <a16:creationId xmlns:a16="http://schemas.microsoft.com/office/drawing/2014/main" id="{A8BB242A-88AC-8E27-64D1-FBBF09B78DCC}"/>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208220" y="4978391"/>
              <a:ext cx="135920" cy="135920"/>
            </a:xfrm>
            <a:prstGeom prst="rect">
              <a:avLst/>
            </a:prstGeom>
          </p:spPr>
        </p:pic>
      </p:grpSp>
      <p:grpSp>
        <p:nvGrpSpPr>
          <p:cNvPr id="146" name="Group 145">
            <a:extLst>
              <a:ext uri="{FF2B5EF4-FFF2-40B4-BE49-F238E27FC236}">
                <a16:creationId xmlns:a16="http://schemas.microsoft.com/office/drawing/2014/main" id="{4B48A022-0ABD-F9A6-EC4E-70D009FCC10C}"/>
              </a:ext>
            </a:extLst>
          </p:cNvPr>
          <p:cNvGrpSpPr/>
          <p:nvPr/>
        </p:nvGrpSpPr>
        <p:grpSpPr>
          <a:xfrm>
            <a:off x="9077024" y="4749019"/>
            <a:ext cx="135236" cy="135969"/>
            <a:chOff x="5176168" y="4955864"/>
            <a:chExt cx="200025" cy="180975"/>
          </a:xfrm>
          <a:solidFill>
            <a:srgbClr val="00B050"/>
          </a:solidFill>
        </p:grpSpPr>
        <p:sp>
          <p:nvSpPr>
            <p:cNvPr id="147" name="Oval 146">
              <a:extLst>
                <a:ext uri="{FF2B5EF4-FFF2-40B4-BE49-F238E27FC236}">
                  <a16:creationId xmlns:a16="http://schemas.microsoft.com/office/drawing/2014/main" id="{E1680612-71CA-AA29-4BC7-AB4840D88501}"/>
                </a:ext>
              </a:extLst>
            </p:cNvPr>
            <p:cNvSpPr/>
            <p:nvPr/>
          </p:nvSpPr>
          <p:spPr bwMode="gray">
            <a:xfrm>
              <a:off x="5176168" y="4955864"/>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48" name="Graphic 147" descr="Single gear outline">
              <a:extLst>
                <a:ext uri="{FF2B5EF4-FFF2-40B4-BE49-F238E27FC236}">
                  <a16:creationId xmlns:a16="http://schemas.microsoft.com/office/drawing/2014/main" id="{BF131E57-76E3-38B7-FF3E-CA1897DE8D4C}"/>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208220" y="4978391"/>
              <a:ext cx="135920" cy="135920"/>
            </a:xfrm>
            <a:prstGeom prst="rect">
              <a:avLst/>
            </a:prstGeom>
          </p:spPr>
        </p:pic>
      </p:grpSp>
      <p:grpSp>
        <p:nvGrpSpPr>
          <p:cNvPr id="149" name="Group 148">
            <a:extLst>
              <a:ext uri="{FF2B5EF4-FFF2-40B4-BE49-F238E27FC236}">
                <a16:creationId xmlns:a16="http://schemas.microsoft.com/office/drawing/2014/main" id="{8DED6C43-274C-0BD1-4AA2-4A6262C7675C}"/>
              </a:ext>
            </a:extLst>
          </p:cNvPr>
          <p:cNvGrpSpPr/>
          <p:nvPr/>
        </p:nvGrpSpPr>
        <p:grpSpPr>
          <a:xfrm>
            <a:off x="9077024" y="5220458"/>
            <a:ext cx="135236" cy="135969"/>
            <a:chOff x="5176168" y="4955864"/>
            <a:chExt cx="200025" cy="180975"/>
          </a:xfrm>
          <a:solidFill>
            <a:srgbClr val="00B050"/>
          </a:solidFill>
        </p:grpSpPr>
        <p:sp>
          <p:nvSpPr>
            <p:cNvPr id="150" name="Oval 149">
              <a:extLst>
                <a:ext uri="{FF2B5EF4-FFF2-40B4-BE49-F238E27FC236}">
                  <a16:creationId xmlns:a16="http://schemas.microsoft.com/office/drawing/2014/main" id="{4A5D364C-BA4E-231E-6574-42548D22663B}"/>
                </a:ext>
              </a:extLst>
            </p:cNvPr>
            <p:cNvSpPr/>
            <p:nvPr/>
          </p:nvSpPr>
          <p:spPr bwMode="gray">
            <a:xfrm>
              <a:off x="5176168" y="4955864"/>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51" name="Graphic 150" descr="Single gear outline">
              <a:extLst>
                <a:ext uri="{FF2B5EF4-FFF2-40B4-BE49-F238E27FC236}">
                  <a16:creationId xmlns:a16="http://schemas.microsoft.com/office/drawing/2014/main" id="{855C5A51-6A57-4CD8-38AA-AE660060B63F}"/>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208220" y="4978391"/>
              <a:ext cx="135920" cy="135920"/>
            </a:xfrm>
            <a:prstGeom prst="rect">
              <a:avLst/>
            </a:prstGeom>
          </p:spPr>
        </p:pic>
      </p:grpSp>
      <p:grpSp>
        <p:nvGrpSpPr>
          <p:cNvPr id="152" name="Group 151">
            <a:extLst>
              <a:ext uri="{FF2B5EF4-FFF2-40B4-BE49-F238E27FC236}">
                <a16:creationId xmlns:a16="http://schemas.microsoft.com/office/drawing/2014/main" id="{A206D020-507D-F1BE-88E2-5218FD7766DD}"/>
              </a:ext>
            </a:extLst>
          </p:cNvPr>
          <p:cNvGrpSpPr/>
          <p:nvPr/>
        </p:nvGrpSpPr>
        <p:grpSpPr>
          <a:xfrm>
            <a:off x="9077024" y="5691897"/>
            <a:ext cx="135236" cy="135969"/>
            <a:chOff x="5176168" y="4955864"/>
            <a:chExt cx="200025" cy="180975"/>
          </a:xfrm>
          <a:solidFill>
            <a:srgbClr val="00B050"/>
          </a:solidFill>
        </p:grpSpPr>
        <p:sp>
          <p:nvSpPr>
            <p:cNvPr id="153" name="Oval 152">
              <a:extLst>
                <a:ext uri="{FF2B5EF4-FFF2-40B4-BE49-F238E27FC236}">
                  <a16:creationId xmlns:a16="http://schemas.microsoft.com/office/drawing/2014/main" id="{5DC6608C-D7B8-845B-8448-B970880591B3}"/>
                </a:ext>
              </a:extLst>
            </p:cNvPr>
            <p:cNvSpPr/>
            <p:nvPr/>
          </p:nvSpPr>
          <p:spPr bwMode="gray">
            <a:xfrm>
              <a:off x="5176168" y="4955864"/>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54" name="Graphic 153" descr="Single gear outline">
              <a:extLst>
                <a:ext uri="{FF2B5EF4-FFF2-40B4-BE49-F238E27FC236}">
                  <a16:creationId xmlns:a16="http://schemas.microsoft.com/office/drawing/2014/main" id="{5603F9A1-73DE-A3A9-803A-8A4702C2ED3A}"/>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208220" y="4978391"/>
              <a:ext cx="135920" cy="135920"/>
            </a:xfrm>
            <a:prstGeom prst="rect">
              <a:avLst/>
            </a:prstGeom>
          </p:spPr>
        </p:pic>
      </p:grpSp>
      <p:grpSp>
        <p:nvGrpSpPr>
          <p:cNvPr id="155" name="Group 154">
            <a:extLst>
              <a:ext uri="{FF2B5EF4-FFF2-40B4-BE49-F238E27FC236}">
                <a16:creationId xmlns:a16="http://schemas.microsoft.com/office/drawing/2014/main" id="{5805F6CF-D2A1-5E81-4DBC-2243C197F852}"/>
              </a:ext>
            </a:extLst>
          </p:cNvPr>
          <p:cNvGrpSpPr/>
          <p:nvPr/>
        </p:nvGrpSpPr>
        <p:grpSpPr>
          <a:xfrm>
            <a:off x="8061186" y="4277580"/>
            <a:ext cx="135236" cy="135969"/>
            <a:chOff x="5176168" y="4955864"/>
            <a:chExt cx="200025" cy="180975"/>
          </a:xfrm>
          <a:solidFill>
            <a:srgbClr val="00B050"/>
          </a:solidFill>
        </p:grpSpPr>
        <p:sp>
          <p:nvSpPr>
            <p:cNvPr id="156" name="Oval 155">
              <a:extLst>
                <a:ext uri="{FF2B5EF4-FFF2-40B4-BE49-F238E27FC236}">
                  <a16:creationId xmlns:a16="http://schemas.microsoft.com/office/drawing/2014/main" id="{7E0754A7-BC2A-D698-5CEA-E40B24B0757B}"/>
                </a:ext>
              </a:extLst>
            </p:cNvPr>
            <p:cNvSpPr/>
            <p:nvPr/>
          </p:nvSpPr>
          <p:spPr bwMode="gray">
            <a:xfrm>
              <a:off x="5176168" y="4955864"/>
              <a:ext cx="200025" cy="180975"/>
            </a:xfrm>
            <a:prstGeom prst="ellipse">
              <a:avLst/>
            </a:prstGeom>
            <a:grpFill/>
            <a:ln w="19050" algn="ctr">
              <a:noFill/>
              <a:miter lim="800000"/>
              <a:headEnd/>
              <a:tailEnd/>
            </a:ln>
          </p:spPr>
          <p:txBody>
            <a:bodyPr wrap="square" lIns="88900" tIns="88900" rIns="88900" bIns="88900" rtlCol="0" anchor="ctr"/>
            <a:lstStyle/>
            <a:p>
              <a:pPr algn="ctr">
                <a:lnSpc>
                  <a:spcPct val="106000"/>
                </a:lnSpc>
              </a:pPr>
              <a:endParaRPr lang="it-IT" sz="1200" b="1">
                <a:solidFill>
                  <a:schemeClr val="bg1"/>
                </a:solidFill>
              </a:endParaRPr>
            </a:p>
          </p:txBody>
        </p:sp>
        <p:pic>
          <p:nvPicPr>
            <p:cNvPr id="157" name="Graphic 156" descr="Single gear outline">
              <a:extLst>
                <a:ext uri="{FF2B5EF4-FFF2-40B4-BE49-F238E27FC236}">
                  <a16:creationId xmlns:a16="http://schemas.microsoft.com/office/drawing/2014/main" id="{4489F596-821F-2C8B-72F5-6D48D20A54FB}"/>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208220" y="4978391"/>
              <a:ext cx="135920" cy="135920"/>
            </a:xfrm>
            <a:prstGeom prst="rect">
              <a:avLst/>
            </a:prstGeom>
          </p:spPr>
        </p:pic>
      </p:grpSp>
      <p:sp>
        <p:nvSpPr>
          <p:cNvPr id="159" name="Sticky">
            <a:extLst>
              <a:ext uri="{FF2B5EF4-FFF2-40B4-BE49-F238E27FC236}">
                <a16:creationId xmlns:a16="http://schemas.microsoft.com/office/drawing/2014/main" id="{C9F8ACBB-245C-7638-23BA-09B0421A5D33}"/>
              </a:ext>
            </a:extLst>
          </p:cNvPr>
          <p:cNvSpPr/>
          <p:nvPr>
            <p:custDataLst>
              <p:tags r:id="rId9"/>
            </p:custDataLst>
          </p:nvPr>
        </p:nvSpPr>
        <p:spPr>
          <a:xfrm>
            <a:off x="12192000" y="0"/>
            <a:ext cx="1905000" cy="1045000"/>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2144" rIns="63500" bIns="63500" numCol="1" spcCol="0" rtlCol="0" fromWordArt="0" anchor="t" anchorCtr="0" forceAA="0" compatLnSpc="1">
            <a:prstTxWarp prst="textNoShape">
              <a:avLst/>
            </a:prstTxWarp>
            <a:spAutoFit/>
          </a:bodyPr>
          <a:lstStyle/>
          <a:p>
            <a:pPr>
              <a:spcBef>
                <a:spcPts val="300"/>
              </a:spcBef>
              <a:spcAft>
                <a:spcPts val="300"/>
              </a:spcAft>
            </a:pPr>
            <a:r>
              <a:rPr lang="en-US" sz="1600" err="1">
                <a:solidFill>
                  <a:srgbClr val="000000"/>
                </a:solidFill>
              </a:rPr>
              <a:t>Mettere</a:t>
            </a:r>
            <a:r>
              <a:rPr lang="en-US" sz="1600">
                <a:solidFill>
                  <a:srgbClr val="000000"/>
                </a:solidFill>
              </a:rPr>
              <a:t> </a:t>
            </a:r>
            <a:r>
              <a:rPr lang="en-US" sz="1600" err="1">
                <a:solidFill>
                  <a:srgbClr val="000000"/>
                </a:solidFill>
              </a:rPr>
              <a:t>una</a:t>
            </a:r>
            <a:r>
              <a:rPr lang="en-US" sz="1600">
                <a:solidFill>
                  <a:srgbClr val="000000"/>
                </a:solidFill>
              </a:rPr>
              <a:t> </a:t>
            </a:r>
            <a:r>
              <a:rPr lang="en-US" sz="1600" err="1">
                <a:solidFill>
                  <a:srgbClr val="000000"/>
                </a:solidFill>
              </a:rPr>
              <a:t>cosa</a:t>
            </a:r>
            <a:r>
              <a:rPr lang="en-US" sz="1600">
                <a:solidFill>
                  <a:srgbClr val="000000"/>
                </a:solidFill>
              </a:rPr>
              <a:t> cross (</a:t>
            </a:r>
            <a:r>
              <a:rPr lang="en-US" sz="1600" err="1">
                <a:solidFill>
                  <a:srgbClr val="000000"/>
                </a:solidFill>
              </a:rPr>
              <a:t>sentire</a:t>
            </a:r>
            <a:r>
              <a:rPr lang="en-US" sz="1600">
                <a:solidFill>
                  <a:srgbClr val="000000"/>
                </a:solidFill>
              </a:rPr>
              <a:t> audio)</a:t>
            </a:r>
          </a:p>
        </p:txBody>
      </p:sp>
      <p:sp>
        <p:nvSpPr>
          <p:cNvPr id="160" name="Rectangle 159"/>
          <p:cNvSpPr/>
          <p:nvPr/>
        </p:nvSpPr>
        <p:spPr>
          <a:xfrm>
            <a:off x="529200" y="6173999"/>
            <a:ext cx="1051200" cy="558000"/>
          </a:xfrm>
          <a:prstGeom prst="rect">
            <a:avLst/>
          </a:prstGeom>
          <a:solidFill>
            <a:srgbClr val="003A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28800" tIns="14400" bIns="14400">
            <a:normAutofit/>
          </a:bodyPr>
          <a:lstStyle/>
          <a:p>
            <a:pPr algn="l"/>
            <a:r>
              <a:rPr sz="1100" b="1">
                <a:solidFill>
                  <a:srgbClr val="FFFFFF"/>
                </a:solidFill>
                <a:latin typeface="Century Gothic"/>
              </a:rPr>
              <a:t>Filone trasversale</a:t>
            </a:r>
          </a:p>
        </p:txBody>
      </p:sp>
      <p:sp>
        <p:nvSpPr>
          <p:cNvPr id="161" name="Rounded Rectangle 160"/>
          <p:cNvSpPr/>
          <p:nvPr/>
        </p:nvSpPr>
        <p:spPr>
          <a:xfrm>
            <a:off x="1756800" y="6173999"/>
            <a:ext cx="7963200" cy="558000"/>
          </a:xfrm>
          <a:prstGeom prst="roundRect">
            <a:avLst/>
          </a:prstGeom>
          <a:solidFill>
            <a:srgbClr val="FFFFFF"/>
          </a:solidFill>
          <a:ln w="15875">
            <a:solidFill>
              <a:srgbClr val="F18B40"/>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90000" tIns="28800" bIns="28800">
            <a:normAutofit/>
          </a:bodyPr>
          <a:lstStyle/>
          <a:p>
            <a:pPr algn="ctr"/>
            <a:r>
              <a:rPr sz="1050" b="1">
                <a:solidFill>
                  <a:srgbClr val="003A79"/>
                </a:solidFill>
                <a:latin typeface="Century Gothic"/>
              </a:rPr>
              <a:t>Action plan sulle prescrizioni regolamentari – da completare entro 6 mesi dal settlement</a:t>
            </a:r>
          </a:p>
          <a:p>
            <a:r>
              <a:rPr sz="850" b="0">
                <a:solidFill>
                  <a:srgbClr val="003A79"/>
                </a:solidFill>
                <a:latin typeface="Century Gothic"/>
              </a:rPr>
              <a:t>Ricognizione di prescrizioni e impegni assunti in sede autorizzativa, con le relative scadenze   |   Declinazione in attività per ciascun filone, con owner e tempificazione a ritroso   |   Presidio degli impatti IT, organizzativi e societari   |   Monitoraggio unitario dell’avanzamento</a:t>
            </a:r>
          </a:p>
        </p:txBody>
      </p:sp>
    </p:spTree>
    <p:extLst>
      <p:ext uri="{BB962C8B-B14F-4D97-AF65-F5344CB8AC3E}">
        <p14:creationId xmlns:p14="http://schemas.microsoft.com/office/powerpoint/2010/main" val="1372602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6A83831E-C591-877C-538A-75C534FA157F}"/>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5" name="Object 2" hidden="1">
                        <a:extLst>
                          <a:ext uri="{FF2B5EF4-FFF2-40B4-BE49-F238E27FC236}">
                            <a16:creationId xmlns:a16="http://schemas.microsoft.com/office/drawing/2014/main" id="{6A83831E-C591-877C-538A-75C534FA157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FB56107C-E694-B3AC-99BA-F631D35F9B5B}"/>
              </a:ext>
            </a:extLst>
          </p:cNvPr>
          <p:cNvSpPr>
            <a:spLocks noGrp="1"/>
          </p:cNvSpPr>
          <p:nvPr>
            <p:ph type="title"/>
            <p:custDataLst>
              <p:tags r:id="rId2"/>
            </p:custDataLst>
          </p:nvPr>
        </p:nvSpPr>
        <p:spPr>
          <a:xfrm>
            <a:off x="554736" y="1636375"/>
            <a:ext cx="3465576" cy="3016210"/>
          </a:xfrm>
        </p:spPr>
        <p:txBody>
          <a:bodyPr vert="horz" rIns="0" anchor="ctr">
            <a:spAutoFit/>
          </a:bodyPr>
          <a:lstStyle/>
          <a:p>
            <a:r>
              <a:rPr lang="en-US" sz="2800">
                <a:solidFill>
                  <a:schemeClr val="accent2"/>
                </a:solidFill>
              </a:rPr>
              <a:t>2. Pre-Take Control|</a:t>
            </a:r>
            <a:r>
              <a:rPr lang="it-IT" sz="2800"/>
              <a:t> Per ogni macro attività è stata definita una lista di dettaglio con le specifiche azioni necessarie</a:t>
            </a:r>
            <a:endParaRPr lang="it-IT"/>
          </a:p>
        </p:txBody>
      </p:sp>
      <p:sp>
        <p:nvSpPr>
          <p:cNvPr id="4" name="1. On-page tracker">
            <a:extLst>
              <a:ext uri="{FF2B5EF4-FFF2-40B4-BE49-F238E27FC236}">
                <a16:creationId xmlns:a16="http://schemas.microsoft.com/office/drawing/2014/main" id="{97D0C08E-FE00-101A-EA57-D2E228B2F406}"/>
              </a:ext>
            </a:extLst>
          </p:cNvPr>
          <p:cNvSpPr>
            <a:spLocks noGrp="1"/>
          </p:cNvSpPr>
          <p:nvPr>
            <p:ph type="body" sz="quarter" idx="10"/>
            <p:custDataLst>
              <p:tags r:id="rId3"/>
            </p:custDataLst>
          </p:nvPr>
        </p:nvSpPr>
        <p:spPr/>
        <p:txBody>
          <a:bodyPr/>
          <a:lstStyle/>
          <a:p>
            <a:endParaRPr lang="it-IT"/>
          </a:p>
        </p:txBody>
      </p:sp>
      <p:grpSp>
        <p:nvGrpSpPr>
          <p:cNvPr id="31" name="Group 30">
            <a:extLst>
              <a:ext uri="{FF2B5EF4-FFF2-40B4-BE49-F238E27FC236}">
                <a16:creationId xmlns:a16="http://schemas.microsoft.com/office/drawing/2014/main" id="{728C88EC-C34B-BF78-C02D-6BC08FF02A45}"/>
              </a:ext>
            </a:extLst>
          </p:cNvPr>
          <p:cNvGrpSpPr/>
          <p:nvPr/>
        </p:nvGrpSpPr>
        <p:grpSpPr>
          <a:xfrm>
            <a:off x="4918503" y="1252060"/>
            <a:ext cx="6506373" cy="3400525"/>
            <a:chOff x="4918503" y="1382597"/>
            <a:chExt cx="6506373" cy="3400525"/>
          </a:xfrm>
        </p:grpSpPr>
        <p:grpSp>
          <p:nvGrpSpPr>
            <p:cNvPr id="26" name="Group 25">
              <a:extLst>
                <a:ext uri="{FF2B5EF4-FFF2-40B4-BE49-F238E27FC236}">
                  <a16:creationId xmlns:a16="http://schemas.microsoft.com/office/drawing/2014/main" id="{83E7CAFF-6EFE-1706-EAA2-7DB4579F7864}"/>
                </a:ext>
              </a:extLst>
            </p:cNvPr>
            <p:cNvGrpSpPr>
              <a:grpSpLocks/>
            </p:cNvGrpSpPr>
            <p:nvPr/>
          </p:nvGrpSpPr>
          <p:grpSpPr>
            <a:xfrm>
              <a:off x="4918503" y="1382597"/>
              <a:ext cx="6506373" cy="3400525"/>
              <a:chOff x="4918503" y="1382597"/>
              <a:chExt cx="6506373" cy="3400525"/>
            </a:xfrm>
            <a:effectLst>
              <a:outerShdw blurRad="50800" dist="38100" dir="2700000" algn="tl" rotWithShape="0">
                <a:prstClr val="black">
                  <a:alpha val="40000"/>
                </a:prstClr>
              </a:outerShdw>
            </a:effectLst>
          </p:grpSpPr>
          <p:pic>
            <p:nvPicPr>
              <p:cNvPr id="24" name="Picture 23">
                <a:extLst>
                  <a:ext uri="{FF2B5EF4-FFF2-40B4-BE49-F238E27FC236}">
                    <a16:creationId xmlns:a16="http://schemas.microsoft.com/office/drawing/2014/main" id="{78BF09D9-C24C-B0DD-369B-C799CF2EFE59}"/>
                  </a:ext>
                </a:extLst>
              </p:cNvPr>
              <p:cNvPicPr>
                <a:picLocks noChangeAspect="1"/>
              </p:cNvPicPr>
              <p:nvPr/>
            </p:nvPicPr>
            <p:blipFill>
              <a:blip r:embed="rId8"/>
              <a:srcRect r="7689"/>
              <a:stretch>
                <a:fillRect/>
              </a:stretch>
            </p:blipFill>
            <p:spPr>
              <a:xfrm>
                <a:off x="5380357" y="1382597"/>
                <a:ext cx="6044519" cy="3077694"/>
              </a:xfrm>
              <a:prstGeom prst="rect">
                <a:avLst/>
              </a:prstGeom>
              <a:ln>
                <a:solidFill>
                  <a:schemeClr val="accent2"/>
                </a:solidFill>
              </a:ln>
            </p:spPr>
          </p:pic>
          <p:pic>
            <p:nvPicPr>
              <p:cNvPr id="23" name="Picture 22">
                <a:extLst>
                  <a:ext uri="{FF2B5EF4-FFF2-40B4-BE49-F238E27FC236}">
                    <a16:creationId xmlns:a16="http://schemas.microsoft.com/office/drawing/2014/main" id="{80B9DE3A-5080-B5EB-2B5F-0CACDED442D2}"/>
                  </a:ext>
                </a:extLst>
              </p:cNvPr>
              <p:cNvPicPr>
                <a:picLocks noChangeAspect="1"/>
              </p:cNvPicPr>
              <p:nvPr/>
            </p:nvPicPr>
            <p:blipFill>
              <a:blip r:embed="rId8"/>
              <a:srcRect r="7689"/>
              <a:stretch>
                <a:fillRect/>
              </a:stretch>
            </p:blipFill>
            <p:spPr>
              <a:xfrm>
                <a:off x="5149430" y="1544013"/>
                <a:ext cx="6044519" cy="3077694"/>
              </a:xfrm>
              <a:prstGeom prst="rect">
                <a:avLst/>
              </a:prstGeom>
              <a:ln>
                <a:solidFill>
                  <a:schemeClr val="accent2"/>
                </a:solidFill>
              </a:ln>
            </p:spPr>
          </p:pic>
          <p:pic>
            <p:nvPicPr>
              <p:cNvPr id="21" name="Picture 20">
                <a:extLst>
                  <a:ext uri="{FF2B5EF4-FFF2-40B4-BE49-F238E27FC236}">
                    <a16:creationId xmlns:a16="http://schemas.microsoft.com/office/drawing/2014/main" id="{092160A4-C6EC-BC5E-4C45-139120F1B3CC}"/>
                  </a:ext>
                </a:extLst>
              </p:cNvPr>
              <p:cNvPicPr>
                <a:picLocks noChangeAspect="1"/>
              </p:cNvPicPr>
              <p:nvPr/>
            </p:nvPicPr>
            <p:blipFill>
              <a:blip r:embed="rId8"/>
              <a:srcRect r="7689"/>
              <a:stretch>
                <a:fillRect/>
              </a:stretch>
            </p:blipFill>
            <p:spPr>
              <a:xfrm>
                <a:off x="4918503" y="1705428"/>
                <a:ext cx="6044519" cy="3077694"/>
              </a:xfrm>
              <a:prstGeom prst="rect">
                <a:avLst/>
              </a:prstGeom>
              <a:ln>
                <a:solidFill>
                  <a:schemeClr val="accent2"/>
                </a:solidFill>
              </a:ln>
            </p:spPr>
          </p:pic>
        </p:grpSp>
        <p:sp>
          <p:nvSpPr>
            <p:cNvPr id="27" name="Rectangle 26">
              <a:extLst>
                <a:ext uri="{FF2B5EF4-FFF2-40B4-BE49-F238E27FC236}">
                  <a16:creationId xmlns:a16="http://schemas.microsoft.com/office/drawing/2014/main" id="{D7DAF370-9A77-55D5-B2EE-B9E7A0107D7B}"/>
                </a:ext>
              </a:extLst>
            </p:cNvPr>
            <p:cNvSpPr>
              <a:spLocks/>
            </p:cNvSpPr>
            <p:nvPr/>
          </p:nvSpPr>
          <p:spPr>
            <a:xfrm>
              <a:off x="8737600" y="1705428"/>
              <a:ext cx="2225422" cy="566457"/>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r>
                <a:rPr lang="en-US" sz="1400" b="1">
                  <a:solidFill>
                    <a:schemeClr val="bg1"/>
                  </a:solidFill>
                </a:rPr>
                <a:t>ESEMPIO Group Treasury &amp; Capital Management</a:t>
              </a:r>
            </a:p>
          </p:txBody>
        </p:sp>
        <p:sp>
          <p:nvSpPr>
            <p:cNvPr id="29" name="Isosceles Triangle 28">
              <a:extLst>
                <a:ext uri="{FF2B5EF4-FFF2-40B4-BE49-F238E27FC236}">
                  <a16:creationId xmlns:a16="http://schemas.microsoft.com/office/drawing/2014/main" id="{43B14948-9C4B-3764-AEB7-481C56B861E5}"/>
                </a:ext>
              </a:extLst>
            </p:cNvPr>
            <p:cNvSpPr>
              <a:spLocks/>
            </p:cNvSpPr>
            <p:nvPr/>
          </p:nvSpPr>
          <p:spPr>
            <a:xfrm flipH="1" flipV="1">
              <a:off x="8438437" y="1705428"/>
              <a:ext cx="299163" cy="566457"/>
            </a:xfrm>
            <a:prstGeom prst="triangle">
              <a:avLst>
                <a:gd name="adj" fmla="val 0"/>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grpSp>
      <p:sp>
        <p:nvSpPr>
          <p:cNvPr id="30" name="Rectangle: Rounded Corners 29">
            <a:extLst>
              <a:ext uri="{FF2B5EF4-FFF2-40B4-BE49-F238E27FC236}">
                <a16:creationId xmlns:a16="http://schemas.microsoft.com/office/drawing/2014/main" id="{D4C657E2-07BD-7EB4-3E34-DF626657FC72}"/>
              </a:ext>
            </a:extLst>
          </p:cNvPr>
          <p:cNvSpPr>
            <a:spLocks/>
          </p:cNvSpPr>
          <p:nvPr/>
        </p:nvSpPr>
        <p:spPr>
          <a:xfrm>
            <a:off x="4918503" y="5092700"/>
            <a:ext cx="6506373" cy="762000"/>
          </a:xfrm>
          <a:prstGeom prst="round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ctr">
              <a:spcBef>
                <a:spcPts val="300"/>
              </a:spcBef>
              <a:spcAft>
                <a:spcPts val="300"/>
              </a:spcAft>
            </a:pPr>
            <a:r>
              <a:rPr lang="en-US" sz="1600">
                <a:solidFill>
                  <a:schemeClr val="bg1"/>
                </a:solidFill>
              </a:rPr>
              <a:t>Ogni macro </a:t>
            </a:r>
            <a:r>
              <a:rPr lang="en-US" sz="1600" err="1">
                <a:solidFill>
                  <a:schemeClr val="bg1"/>
                </a:solidFill>
              </a:rPr>
              <a:t>attività</a:t>
            </a:r>
            <a:r>
              <a:rPr lang="en-US" sz="1600">
                <a:solidFill>
                  <a:schemeClr val="bg1"/>
                </a:solidFill>
              </a:rPr>
              <a:t> è </a:t>
            </a:r>
            <a:r>
              <a:rPr lang="en-US" sz="1600" err="1">
                <a:solidFill>
                  <a:schemeClr val="bg1"/>
                </a:solidFill>
              </a:rPr>
              <a:t>suddivisa</a:t>
            </a:r>
            <a:r>
              <a:rPr lang="en-US" sz="1600">
                <a:solidFill>
                  <a:schemeClr val="bg1"/>
                </a:solidFill>
              </a:rPr>
              <a:t> per </a:t>
            </a:r>
            <a:r>
              <a:rPr lang="en-US" sz="1600" err="1">
                <a:solidFill>
                  <a:schemeClr val="bg1"/>
                </a:solidFill>
              </a:rPr>
              <a:t>attività</a:t>
            </a:r>
            <a:r>
              <a:rPr lang="en-US" sz="1600">
                <a:solidFill>
                  <a:schemeClr val="bg1"/>
                </a:solidFill>
              </a:rPr>
              <a:t> di </a:t>
            </a:r>
            <a:r>
              <a:rPr lang="en-US" sz="1600" err="1">
                <a:solidFill>
                  <a:schemeClr val="bg1"/>
                </a:solidFill>
              </a:rPr>
              <a:t>dettaglio</a:t>
            </a:r>
            <a:r>
              <a:rPr lang="en-US" sz="1600">
                <a:solidFill>
                  <a:schemeClr val="bg1"/>
                </a:solidFill>
              </a:rPr>
              <a:t> con </a:t>
            </a:r>
            <a:r>
              <a:rPr lang="en-US" sz="1600" err="1">
                <a:solidFill>
                  <a:schemeClr val="bg1"/>
                </a:solidFill>
              </a:rPr>
              <a:t>specificità</a:t>
            </a:r>
            <a:r>
              <a:rPr lang="en-US" sz="1600">
                <a:solidFill>
                  <a:schemeClr val="bg1"/>
                </a:solidFill>
              </a:rPr>
              <a:t> di </a:t>
            </a:r>
            <a:r>
              <a:rPr lang="en-US" sz="1600" err="1">
                <a:solidFill>
                  <a:schemeClr val="bg1"/>
                </a:solidFill>
              </a:rPr>
              <a:t>strttura</a:t>
            </a:r>
            <a:r>
              <a:rPr lang="en-US" sz="1600">
                <a:solidFill>
                  <a:schemeClr val="bg1"/>
                </a:solidFill>
              </a:rPr>
              <a:t>, </a:t>
            </a:r>
            <a:r>
              <a:rPr lang="en-US" sz="1600" err="1">
                <a:solidFill>
                  <a:schemeClr val="bg1"/>
                </a:solidFill>
              </a:rPr>
              <a:t>responsabile</a:t>
            </a:r>
            <a:r>
              <a:rPr lang="en-US" sz="1600">
                <a:solidFill>
                  <a:schemeClr val="bg1"/>
                </a:solidFill>
              </a:rPr>
              <a:t> e </a:t>
            </a:r>
            <a:r>
              <a:rPr lang="en-US" sz="1600" err="1">
                <a:solidFill>
                  <a:schemeClr val="bg1"/>
                </a:solidFill>
              </a:rPr>
              <a:t>tempistica</a:t>
            </a:r>
            <a:r>
              <a:rPr lang="en-US" sz="1600">
                <a:solidFill>
                  <a:schemeClr val="bg1"/>
                </a:solidFill>
              </a:rPr>
              <a:t> </a:t>
            </a:r>
            <a:r>
              <a:rPr lang="en-US" sz="1600" err="1">
                <a:solidFill>
                  <a:schemeClr val="bg1"/>
                </a:solidFill>
              </a:rPr>
              <a:t>attesa</a:t>
            </a:r>
            <a:endParaRPr lang="en-US" sz="1600">
              <a:solidFill>
                <a:schemeClr val="bg1"/>
              </a:solidFill>
            </a:endParaRPr>
          </a:p>
        </p:txBody>
      </p:sp>
      <p:grpSp>
        <p:nvGrpSpPr>
          <p:cNvPr id="35" name="ExclamationMarkWhite 35">
            <a:extLst>
              <a:ext uri="{FF2B5EF4-FFF2-40B4-BE49-F238E27FC236}">
                <a16:creationId xmlns:a16="http://schemas.microsoft.com/office/drawing/2014/main" id="{23600BE9-630B-A582-94A7-EDA1749B5C90}"/>
              </a:ext>
            </a:extLst>
          </p:cNvPr>
          <p:cNvGrpSpPr>
            <a:grpSpLocks noChangeAspect="1"/>
          </p:cNvGrpSpPr>
          <p:nvPr>
            <p:custDataLst>
              <p:tags r:id="rId4"/>
            </p:custDataLst>
          </p:nvPr>
        </p:nvGrpSpPr>
        <p:grpSpPr>
          <a:xfrm>
            <a:off x="4720389" y="5275586"/>
            <a:ext cx="396228" cy="396228"/>
            <a:chOff x="1016000" y="1016000"/>
            <a:chExt cx="396228" cy="396228"/>
          </a:xfrm>
        </p:grpSpPr>
        <p:sp>
          <p:nvSpPr>
            <p:cNvPr id="32" name="Oval 31">
              <a:extLst>
                <a:ext uri="{FF2B5EF4-FFF2-40B4-BE49-F238E27FC236}">
                  <a16:creationId xmlns:a16="http://schemas.microsoft.com/office/drawing/2014/main" id="{4AD44F6F-D8EC-E9A9-CE4F-6888B8681093}"/>
                </a:ext>
              </a:extLst>
            </p:cNvPr>
            <p:cNvSpPr/>
            <p:nvPr/>
          </p:nvSpPr>
          <p:spPr>
            <a:xfrm>
              <a:off x="1016000" y="1016000"/>
              <a:ext cx="396228" cy="396228"/>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pic>
          <p:nvPicPr>
            <p:cNvPr id="34" name="Graphic 33">
              <a:extLst>
                <a:ext uri="{FF2B5EF4-FFF2-40B4-BE49-F238E27FC236}">
                  <a16:creationId xmlns:a16="http://schemas.microsoft.com/office/drawing/2014/main" id="{7F4D3B29-5F88-F0C0-17E2-BC4D04100B6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23614" y="1023614"/>
              <a:ext cx="381000" cy="381000"/>
            </a:xfrm>
            <a:prstGeom prst="rect">
              <a:avLst/>
            </a:prstGeom>
          </p:spPr>
        </p:pic>
      </p:grpSp>
    </p:spTree>
    <p:extLst>
      <p:ext uri="{BB962C8B-B14F-4D97-AF65-F5344CB8AC3E}">
        <p14:creationId xmlns:p14="http://schemas.microsoft.com/office/powerpoint/2010/main" val="1231690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22F34-EEC1-52C9-2E3C-4D22A18C0C2D}"/>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C7297051-B008-AB52-9BA0-E8596C48777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606" imgH="608" progId="TCLayout.ActiveDocument.1">
                  <p:embed/>
                </p:oleObj>
              </mc:Choice>
              <mc:Fallback>
                <p:oleObj name="think-cell Slide" r:id="rId13" imgW="606" imgH="608" progId="TCLayout.ActiveDocument.1">
                  <p:embed/>
                  <p:pic>
                    <p:nvPicPr>
                      <p:cNvPr id="5" name="Object 6" hidden="1">
                        <a:extLst>
                          <a:ext uri="{FF2B5EF4-FFF2-40B4-BE49-F238E27FC236}">
                            <a16:creationId xmlns:a16="http://schemas.microsoft.com/office/drawing/2014/main" id="{C7297051-B008-AB52-9BA0-E8596C487778}"/>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cxnSp>
        <p:nvCxnSpPr>
          <p:cNvPr id="4" name="Straight Connector 3">
            <a:extLst>
              <a:ext uri="{FF2B5EF4-FFF2-40B4-BE49-F238E27FC236}">
                <a16:creationId xmlns:a16="http://schemas.microsoft.com/office/drawing/2014/main" id="{5EEC8B44-F5C3-5A09-375D-F14172BC183E}"/>
              </a:ext>
            </a:extLst>
          </p:cNvPr>
          <p:cNvCxnSpPr>
            <a:cxnSpLocks/>
          </p:cNvCxnSpPr>
          <p:nvPr/>
        </p:nvCxnSpPr>
        <p:spPr>
          <a:xfrm>
            <a:off x="5865826"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528FE5C-3B00-5FF3-0B98-FFD6D4F006DD}"/>
              </a:ext>
            </a:extLst>
          </p:cNvPr>
          <p:cNvCxnSpPr>
            <a:cxnSpLocks/>
          </p:cNvCxnSpPr>
          <p:nvPr/>
        </p:nvCxnSpPr>
        <p:spPr>
          <a:xfrm>
            <a:off x="4294681"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30AD0A2-3329-1498-D0B6-5E9B078B7559}"/>
              </a:ext>
            </a:extLst>
          </p:cNvPr>
          <p:cNvCxnSpPr>
            <a:cxnSpLocks/>
          </p:cNvCxnSpPr>
          <p:nvPr/>
        </p:nvCxnSpPr>
        <p:spPr>
          <a:xfrm>
            <a:off x="7765625"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EABE3CA-AD73-4D18-36C7-394DCFCB7C6C}"/>
              </a:ext>
            </a:extLst>
          </p:cNvPr>
          <p:cNvCxnSpPr>
            <a:cxnSpLocks/>
          </p:cNvCxnSpPr>
          <p:nvPr/>
        </p:nvCxnSpPr>
        <p:spPr>
          <a:xfrm>
            <a:off x="11333170" y="2026817"/>
            <a:ext cx="0" cy="4208824"/>
          </a:xfrm>
          <a:prstGeom prst="line">
            <a:avLst/>
          </a:prstGeom>
          <a:ln w="28575" cap="flat">
            <a:solidFill>
              <a:schemeClr val="accent2"/>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sp>
        <p:nvSpPr>
          <p:cNvPr id="49" name="Isosceles Triangle 48">
            <a:extLst>
              <a:ext uri="{FF2B5EF4-FFF2-40B4-BE49-F238E27FC236}">
                <a16:creationId xmlns:a16="http://schemas.microsoft.com/office/drawing/2014/main" id="{E36E68CA-130E-FEED-B4BE-6DE4F87893E2}"/>
              </a:ext>
            </a:extLst>
          </p:cNvPr>
          <p:cNvSpPr/>
          <p:nvPr/>
        </p:nvSpPr>
        <p:spPr>
          <a:xfrm rot="10800000">
            <a:off x="4168201"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50" name="Isosceles Triangle 49">
            <a:extLst>
              <a:ext uri="{FF2B5EF4-FFF2-40B4-BE49-F238E27FC236}">
                <a16:creationId xmlns:a16="http://schemas.microsoft.com/office/drawing/2014/main" id="{1F11E5D5-22F1-1BD3-01A8-5F1165531441}"/>
              </a:ext>
            </a:extLst>
          </p:cNvPr>
          <p:cNvSpPr/>
          <p:nvPr/>
        </p:nvSpPr>
        <p:spPr>
          <a:xfrm rot="10800000">
            <a:off x="7639145"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51" name="Isosceles Triangle 50">
            <a:extLst>
              <a:ext uri="{FF2B5EF4-FFF2-40B4-BE49-F238E27FC236}">
                <a16:creationId xmlns:a16="http://schemas.microsoft.com/office/drawing/2014/main" id="{BA85CF1F-63F7-F82A-5AD6-0EF58E19E64C}"/>
              </a:ext>
            </a:extLst>
          </p:cNvPr>
          <p:cNvSpPr/>
          <p:nvPr/>
        </p:nvSpPr>
        <p:spPr>
          <a:xfrm rot="10800000">
            <a:off x="11206690"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40" name="Arrow: Pentagon 39">
            <a:extLst>
              <a:ext uri="{FF2B5EF4-FFF2-40B4-BE49-F238E27FC236}">
                <a16:creationId xmlns:a16="http://schemas.microsoft.com/office/drawing/2014/main" id="{BF652927-E5D6-7B1D-1707-8943DC566B61}"/>
              </a:ext>
            </a:extLst>
          </p:cNvPr>
          <p:cNvSpPr>
            <a:spLocks/>
          </p:cNvSpPr>
          <p:nvPr/>
        </p:nvSpPr>
        <p:spPr>
          <a:xfrm>
            <a:off x="1805940" y="2681951"/>
            <a:ext cx="5959685" cy="788836"/>
          </a:xfrm>
          <a:prstGeom prst="homePlate">
            <a:avLst/>
          </a:prstGeom>
          <a:solidFill>
            <a:srgbClr val="7F7F7F"/>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lvl="0" algn="ctr"/>
            <a:r>
              <a:rPr lang="en-US" sz="1400" b="1" kern="0">
                <a:solidFill>
                  <a:srgbClr val="D0D0D0"/>
                </a:solidFill>
              </a:rPr>
              <a:t>OPAS e M&amp;A</a:t>
            </a:r>
            <a:endParaRPr kumimoji="0" lang="en-US" sz="1400" b="1" i="0" u="none" strike="noStrike" kern="0" cap="none" spc="0" normalizeH="0" baseline="0" noProof="0">
              <a:ln>
                <a:noFill/>
              </a:ln>
              <a:solidFill>
                <a:srgbClr val="D0D0D0"/>
              </a:solidFill>
              <a:effectLst/>
              <a:uLnTx/>
              <a:uFillTx/>
              <a:latin typeface="Century Gothic"/>
              <a:ea typeface="+mn-ea"/>
              <a:cs typeface="+mn-cs"/>
            </a:endParaRP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D0D0D0"/>
                </a:solidFill>
                <a:effectLst/>
                <a:uLnTx/>
                <a:uFillTx/>
                <a:latin typeface="Century Gothic"/>
                <a:ea typeface="+mn-ea"/>
                <a:cs typeface="+mn-cs"/>
              </a:rPr>
              <a:t>Matrice di ipotesi </a:t>
            </a:r>
            <a:r>
              <a:rPr kumimoji="0" lang="it-IT" sz="1000" i="1" u="none" strike="noStrike" kern="0" cap="none" spc="0" normalizeH="0" baseline="0" noProof="0" err="1">
                <a:ln>
                  <a:noFill/>
                </a:ln>
                <a:solidFill>
                  <a:srgbClr val="D0D0D0"/>
                </a:solidFill>
                <a:effectLst/>
                <a:uLnTx/>
                <a:uFillTx/>
                <a:latin typeface="Century Gothic"/>
                <a:ea typeface="+mn-ea"/>
                <a:cs typeface="+mn-cs"/>
              </a:rPr>
              <a:t>what-if</a:t>
            </a:r>
            <a:r>
              <a:rPr kumimoji="0" lang="it-IT" sz="1000" i="0" u="none" strike="noStrike" kern="0" cap="none" spc="0" normalizeH="0" baseline="0" noProof="0">
                <a:ln>
                  <a:noFill/>
                </a:ln>
                <a:solidFill>
                  <a:srgbClr val="D0D0D0"/>
                </a:solidFill>
                <a:effectLst/>
                <a:uLnTx/>
                <a:uFillTx/>
                <a:latin typeface="Century Gothic"/>
                <a:ea typeface="+mn-ea"/>
                <a:cs typeface="+mn-cs"/>
              </a:rPr>
              <a:t> incrociate con implicazioni e tempi di prontezza</a:t>
            </a:r>
            <a:endParaRPr kumimoji="0" lang="en-US" sz="1000" i="0" u="none" strike="noStrike" kern="0" cap="none" spc="0" normalizeH="0" baseline="0" noProof="0">
              <a:ln>
                <a:noFill/>
              </a:ln>
              <a:solidFill>
                <a:srgbClr val="D0D0D0"/>
              </a:solidFill>
              <a:effectLst/>
              <a:uLnTx/>
              <a:uFillTx/>
              <a:latin typeface="Century Gothic"/>
              <a:ea typeface="+mn-ea"/>
              <a:cs typeface="+mn-cs"/>
            </a:endParaRPr>
          </a:p>
        </p:txBody>
      </p:sp>
      <p:sp>
        <p:nvSpPr>
          <p:cNvPr id="2" name="2. Slide Title">
            <a:extLst>
              <a:ext uri="{FF2B5EF4-FFF2-40B4-BE49-F238E27FC236}">
                <a16:creationId xmlns:a16="http://schemas.microsoft.com/office/drawing/2014/main" id="{208CFAFA-4A00-C206-AF82-5B3113EC73F6}"/>
              </a:ext>
            </a:extLst>
          </p:cNvPr>
          <p:cNvSpPr>
            <a:spLocks noGrp="1"/>
          </p:cNvSpPr>
          <p:nvPr>
            <p:ph type="title"/>
            <p:custDataLst>
              <p:tags r:id="rId2"/>
            </p:custDataLst>
          </p:nvPr>
        </p:nvSpPr>
        <p:spPr>
          <a:xfrm>
            <a:off x="554736" y="172212"/>
            <a:ext cx="11082528" cy="677108"/>
          </a:xfrm>
        </p:spPr>
        <p:txBody>
          <a:bodyPr vert="horz" rIns="0">
            <a:spAutoFit/>
          </a:bodyPr>
          <a:lstStyle/>
          <a:p>
            <a:br>
              <a:rPr lang="it-IT" sz="2200">
                <a:solidFill>
                  <a:schemeClr val="accent2"/>
                </a:solidFill>
              </a:rPr>
            </a:br>
            <a:r>
              <a:rPr lang="it-IT" sz="2200">
                <a:solidFill>
                  <a:schemeClr val="accent2"/>
                </a:solidFill>
              </a:rPr>
              <a:t>Capitolo 3 | Transitorio (</a:t>
            </a:r>
            <a:r>
              <a:rPr lang="it-IT" sz="2200" err="1">
                <a:solidFill>
                  <a:schemeClr val="accent2"/>
                </a:solidFill>
              </a:rPr>
              <a:t>pre</a:t>
            </a:r>
            <a:r>
              <a:rPr lang="it-IT" sz="2200">
                <a:solidFill>
                  <a:schemeClr val="accent2"/>
                </a:solidFill>
              </a:rPr>
              <a:t>-/post- </a:t>
            </a:r>
            <a:r>
              <a:rPr lang="it-IT" sz="2200" err="1">
                <a:solidFill>
                  <a:schemeClr val="accent2"/>
                </a:solidFill>
              </a:rPr>
              <a:t>CdA</a:t>
            </a:r>
            <a:r>
              <a:rPr lang="it-IT" sz="2200">
                <a:solidFill>
                  <a:schemeClr val="accent2"/>
                </a:solidFill>
              </a:rPr>
              <a:t>)</a:t>
            </a:r>
            <a:endParaRPr lang="it-IT" sz="2200"/>
          </a:p>
        </p:txBody>
      </p:sp>
      <p:sp>
        <p:nvSpPr>
          <p:cNvPr id="95" name="1. On-page tracker">
            <a:extLst>
              <a:ext uri="{FF2B5EF4-FFF2-40B4-BE49-F238E27FC236}">
                <a16:creationId xmlns:a16="http://schemas.microsoft.com/office/drawing/2014/main" id="{D88B2993-A766-5D7D-6DB6-72CDB41C7FB2}"/>
              </a:ext>
            </a:extLst>
          </p:cNvPr>
          <p:cNvSpPr>
            <a:spLocks noGrp="1"/>
          </p:cNvSpPr>
          <p:nvPr>
            <p:ph type="body" sz="quarter" idx="10"/>
            <p:custDataLst>
              <p:tags r:id="rId3"/>
            </p:custDataLst>
          </p:nvPr>
        </p:nvSpPr>
        <p:spPr/>
        <p:txBody>
          <a:bodyPr/>
          <a:lstStyle/>
          <a:p>
            <a:endParaRPr lang="en-US"/>
          </a:p>
        </p:txBody>
      </p:sp>
      <p:sp>
        <p:nvSpPr>
          <p:cNvPr id="34" name="TrackerAlphaWhite 95">
            <a:extLst>
              <a:ext uri="{FF2B5EF4-FFF2-40B4-BE49-F238E27FC236}">
                <a16:creationId xmlns:a16="http://schemas.microsoft.com/office/drawing/2014/main" id="{669A3BD7-2FA9-1713-4F80-A852FD0C6B53}"/>
              </a:ext>
            </a:extLst>
          </p:cNvPr>
          <p:cNvSpPr>
            <a:spLocks/>
          </p:cNvSpPr>
          <p:nvPr>
            <p:custDataLst>
              <p:tags r:id="rId4"/>
            </p:custDataLst>
          </p:nvPr>
        </p:nvSpPr>
        <p:spPr>
          <a:xfrm>
            <a:off x="3843568" y="2751223"/>
            <a:ext cx="198154" cy="198000"/>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400" b="1" kern="0">
                <a:solidFill>
                  <a:schemeClr val="tx1">
                    <a:lumMod val="50000"/>
                    <a:lumOff val="50000"/>
                  </a:schemeClr>
                </a:solidFill>
                <a:latin typeface="Century Gothic"/>
              </a:rPr>
              <a:t>1</a:t>
            </a:r>
          </a:p>
        </p:txBody>
      </p:sp>
      <p:sp>
        <p:nvSpPr>
          <p:cNvPr id="44" name="Arrow: Right 43">
            <a:extLst>
              <a:ext uri="{FF2B5EF4-FFF2-40B4-BE49-F238E27FC236}">
                <a16:creationId xmlns:a16="http://schemas.microsoft.com/office/drawing/2014/main" id="{2D5D91D3-E0DC-601D-54E7-F795613B033D}"/>
              </a:ext>
            </a:extLst>
          </p:cNvPr>
          <p:cNvSpPr>
            <a:spLocks/>
          </p:cNvSpPr>
          <p:nvPr/>
        </p:nvSpPr>
        <p:spPr>
          <a:xfrm>
            <a:off x="1805941" y="2279385"/>
            <a:ext cx="9831323" cy="180324"/>
          </a:xfrm>
          <a:prstGeom prst="rightArrow">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400" err="1">
              <a:solidFill>
                <a:srgbClr val="000000"/>
              </a:solidFill>
            </a:endParaRPr>
          </a:p>
        </p:txBody>
      </p:sp>
      <p:sp>
        <p:nvSpPr>
          <p:cNvPr id="59" name="TextBox 58">
            <a:extLst>
              <a:ext uri="{FF2B5EF4-FFF2-40B4-BE49-F238E27FC236}">
                <a16:creationId xmlns:a16="http://schemas.microsoft.com/office/drawing/2014/main" id="{44CAD463-3E4B-2D69-127D-D5188A0265B5}"/>
              </a:ext>
            </a:extLst>
          </p:cNvPr>
          <p:cNvSpPr txBox="1">
            <a:spLocks/>
          </p:cNvSpPr>
          <p:nvPr/>
        </p:nvSpPr>
        <p:spPr>
          <a:xfrm>
            <a:off x="554735" y="1263531"/>
            <a:ext cx="1097281" cy="1148255"/>
          </a:xfrm>
          <a:prstGeom prst="rect">
            <a:avLst/>
          </a:prstGeom>
          <a:solidFill>
            <a:schemeClr val="tx2"/>
          </a:solidFill>
          <a:effectLst/>
        </p:spPr>
        <p:txBody>
          <a:bodyPr vert="horz" wrap="square" lIns="108000" tIns="108000" rIns="108000" bIns="10800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it-IT" sz="1200" b="1">
                <a:solidFill>
                  <a:schemeClr val="bg1"/>
                </a:solidFill>
              </a:rPr>
              <a:t>Timeline dell’ operazione</a:t>
            </a:r>
            <a:endParaRPr kumimoji="0" lang="it-IT" sz="1200" b="1" i="0" u="none" strike="noStrike" kern="1200" cap="none" spc="0" normalizeH="0" baseline="0" noProof="0">
              <a:ln>
                <a:noFill/>
              </a:ln>
              <a:solidFill>
                <a:schemeClr val="bg1"/>
              </a:solidFill>
              <a:effectLst/>
              <a:uLnTx/>
              <a:uFillTx/>
              <a:latin typeface="Century Gothic"/>
              <a:ea typeface="+mn-ea"/>
              <a:cs typeface="Arial" panose="020B0604020202020204" pitchFamily="34" charset="0"/>
            </a:endParaRPr>
          </a:p>
        </p:txBody>
      </p:sp>
      <p:sp>
        <p:nvSpPr>
          <p:cNvPr id="61" name="TextBox 60">
            <a:extLst>
              <a:ext uri="{FF2B5EF4-FFF2-40B4-BE49-F238E27FC236}">
                <a16:creationId xmlns:a16="http://schemas.microsoft.com/office/drawing/2014/main" id="{1770AB2C-F415-7DD7-DB72-5CCE58B21712}"/>
              </a:ext>
            </a:extLst>
          </p:cNvPr>
          <p:cNvSpPr txBox="1">
            <a:spLocks/>
          </p:cNvSpPr>
          <p:nvPr/>
        </p:nvSpPr>
        <p:spPr>
          <a:xfrm>
            <a:off x="554735" y="2681951"/>
            <a:ext cx="1097281" cy="3449781"/>
          </a:xfrm>
          <a:prstGeom prst="rect">
            <a:avLst/>
          </a:prstGeom>
          <a:solidFill>
            <a:schemeClr val="tx2"/>
          </a:solidFill>
          <a:effectLst/>
        </p:spPr>
        <p:txBody>
          <a:bodyPr vert="horz" wrap="square" lIns="108000" tIns="108000" rIns="108000" bIns="10800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Clr>
                <a:srgbClr val="000000"/>
              </a:buClr>
              <a:defRPr/>
            </a:pPr>
            <a:r>
              <a:rPr lang="it-IT" sz="1200" b="1">
                <a:solidFill>
                  <a:schemeClr val="bg1"/>
                </a:solidFill>
              </a:rPr>
              <a:t>Fasi principali</a:t>
            </a:r>
            <a:endParaRPr kumimoji="0" lang="it-IT" sz="1200" b="1" i="0" u="none" strike="noStrike" kern="1200" cap="none" spc="0" normalizeH="0" baseline="0" noProof="0">
              <a:ln>
                <a:noFill/>
              </a:ln>
              <a:solidFill>
                <a:schemeClr val="bg1"/>
              </a:solidFill>
              <a:effectLst/>
              <a:uLnTx/>
              <a:uFillTx/>
              <a:latin typeface="Century Gothic"/>
              <a:ea typeface="+mn-ea"/>
              <a:cs typeface="Arial" panose="020B0604020202020204" pitchFamily="34" charset="0"/>
            </a:endParaRPr>
          </a:p>
        </p:txBody>
      </p:sp>
      <p:pic>
        <p:nvPicPr>
          <p:cNvPr id="63" name="CustomIcon">
            <a:extLst>
              <a:ext uri="{FF2B5EF4-FFF2-40B4-BE49-F238E27FC236}">
                <a16:creationId xmlns:a16="http://schemas.microsoft.com/office/drawing/2014/main" id="{0ADDDE5C-08F3-656A-2143-6B6D40E85A4A}"/>
              </a:ext>
            </a:extLst>
          </p:cNvPr>
          <p:cNvPicPr>
            <a:picLocks noChangeAspect="1"/>
          </p:cNvPicPr>
          <p:nvPr>
            <p:custDataLst>
              <p:tags r:id="rId5"/>
            </p:custDataLst>
          </p:nvPr>
        </p:nvPicPr>
        <p:blipFill>
          <a:blip>
            <a:extLst>
              <a:ext uri="{96DAC541-7B7A-43D3-8B79-37D633B846F1}">
                <asvg:svgBlip xmlns:asvg="http://schemas.microsoft.com/office/drawing/2016/SVG/main" r:embed="rId15"/>
              </a:ext>
            </a:extLst>
          </a:blip>
          <a:stretch>
            <a:fillRect/>
          </a:stretch>
        </p:blipFill>
        <p:spPr>
          <a:xfrm>
            <a:off x="1258364" y="2078262"/>
            <a:ext cx="284384" cy="284384"/>
          </a:xfrm>
          <a:prstGeom prst="rect">
            <a:avLst/>
          </a:prstGeom>
        </p:spPr>
      </p:pic>
      <p:pic>
        <p:nvPicPr>
          <p:cNvPr id="65" name="CustomIcon">
            <a:extLst>
              <a:ext uri="{FF2B5EF4-FFF2-40B4-BE49-F238E27FC236}">
                <a16:creationId xmlns:a16="http://schemas.microsoft.com/office/drawing/2014/main" id="{DB9D8C0E-B7F6-EBE8-2913-CB704E9DD6F7}"/>
              </a:ext>
            </a:extLst>
          </p:cNvPr>
          <p:cNvPicPr>
            <a:picLocks noChangeAspect="1"/>
          </p:cNvPicPr>
          <p:nvPr>
            <p:custDataLst>
              <p:tags r:id="rId6"/>
            </p:custDataLst>
          </p:nvPr>
        </p:nvPicPr>
        <p:blipFill>
          <a:blip>
            <a:extLst>
              <a:ext uri="{96DAC541-7B7A-43D3-8B79-37D633B846F1}">
                <asvg:svgBlip xmlns:asvg="http://schemas.microsoft.com/office/drawing/2016/SVG/main" r:embed="rId16"/>
              </a:ext>
            </a:extLst>
          </a:blip>
          <a:stretch>
            <a:fillRect/>
          </a:stretch>
        </p:blipFill>
        <p:spPr>
          <a:xfrm>
            <a:off x="1258364" y="5758096"/>
            <a:ext cx="284384" cy="284384"/>
          </a:xfrm>
          <a:prstGeom prst="rect">
            <a:avLst/>
          </a:prstGeom>
        </p:spPr>
      </p:pic>
      <p:sp>
        <p:nvSpPr>
          <p:cNvPr id="81" name="Rectangle 80">
            <a:extLst>
              <a:ext uri="{FF2B5EF4-FFF2-40B4-BE49-F238E27FC236}">
                <a16:creationId xmlns:a16="http://schemas.microsoft.com/office/drawing/2014/main" id="{718CF7FE-136B-8788-7D1B-AB17E81D2808}"/>
              </a:ext>
            </a:extLst>
          </p:cNvPr>
          <p:cNvSpPr>
            <a:spLocks/>
          </p:cNvSpPr>
          <p:nvPr/>
        </p:nvSpPr>
        <p:spPr>
          <a:xfrm>
            <a:off x="3751738" y="1555370"/>
            <a:ext cx="1085885" cy="241980"/>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err="1">
                <a:ln>
                  <a:noFill/>
                </a:ln>
                <a:effectLst/>
                <a:uLnTx/>
                <a:uFillTx/>
                <a:latin typeface="+mj-lt"/>
                <a:ea typeface="Open Sans" panose="020B0606030504020204" pitchFamily="34" charset="0"/>
                <a:cs typeface="Calibri" panose="020F0502020204030204" pitchFamily="34" charset="0"/>
              </a:rPr>
              <a:t>Settlement</a:t>
            </a: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 </a:t>
            </a:r>
          </a:p>
        </p:txBody>
      </p:sp>
      <p:sp>
        <p:nvSpPr>
          <p:cNvPr id="85" name="Rectangle 84">
            <a:extLst>
              <a:ext uri="{FF2B5EF4-FFF2-40B4-BE49-F238E27FC236}">
                <a16:creationId xmlns:a16="http://schemas.microsoft.com/office/drawing/2014/main" id="{BC1BC54B-1757-FB84-00E4-C10580B291ED}"/>
              </a:ext>
            </a:extLst>
          </p:cNvPr>
          <p:cNvSpPr>
            <a:spLocks/>
          </p:cNvSpPr>
          <p:nvPr/>
        </p:nvSpPr>
        <p:spPr>
          <a:xfrm>
            <a:off x="6803769" y="1555370"/>
            <a:ext cx="1923711" cy="411257"/>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Carve-out e cessione entità giuridica bancaria a Unipol</a:t>
            </a:r>
          </a:p>
        </p:txBody>
      </p:sp>
      <p:sp>
        <p:nvSpPr>
          <p:cNvPr id="87" name="Rectangle 86">
            <a:extLst>
              <a:ext uri="{FF2B5EF4-FFF2-40B4-BE49-F238E27FC236}">
                <a16:creationId xmlns:a16="http://schemas.microsoft.com/office/drawing/2014/main" id="{29717254-824D-2F88-9431-CE522F5753D9}"/>
              </a:ext>
            </a:extLst>
          </p:cNvPr>
          <p:cNvSpPr>
            <a:spLocks/>
          </p:cNvSpPr>
          <p:nvPr/>
        </p:nvSpPr>
        <p:spPr>
          <a:xfrm>
            <a:off x="7265410" y="1325334"/>
            <a:ext cx="1000429" cy="257369"/>
          </a:xfrm>
          <a:prstGeom prst="rect">
            <a:avLst/>
          </a:prstGeom>
          <a:noFill/>
          <a:ln>
            <a:noFill/>
          </a:ln>
        </p:spPr>
        <p:txBody>
          <a:bodyPr wrap="square" lIns="36000" tIns="36000" rIns="0" bIns="36000" rtlCol="0" anchor="ctr">
            <a:spAutoFit/>
          </a:bodyPr>
          <a:lstStyle/>
          <a:p>
            <a:pPr lvl="0" algn="ctr" defTabSz="914217">
              <a:defRPr/>
            </a:pPr>
            <a:r>
              <a:rPr lang="it-IT" sz="1200" b="1" cap="all">
                <a:solidFill>
                  <a:schemeClr val="tx2"/>
                </a:solidFill>
                <a:ea typeface="Open Sans" panose="020B0606030504020204" pitchFamily="34" charset="0"/>
                <a:cs typeface="Calibri" panose="020F0502020204030204" pitchFamily="34" charset="0"/>
              </a:rPr>
              <a:t>Q3 – Q4 ‘27</a:t>
            </a:r>
          </a:p>
        </p:txBody>
      </p:sp>
      <p:sp>
        <p:nvSpPr>
          <p:cNvPr id="88" name="Rectangle 87">
            <a:extLst>
              <a:ext uri="{FF2B5EF4-FFF2-40B4-BE49-F238E27FC236}">
                <a16:creationId xmlns:a16="http://schemas.microsoft.com/office/drawing/2014/main" id="{4386E382-1150-608D-0F99-83D3A6552E54}"/>
              </a:ext>
            </a:extLst>
          </p:cNvPr>
          <p:cNvSpPr>
            <a:spLocks/>
          </p:cNvSpPr>
          <p:nvPr/>
        </p:nvSpPr>
        <p:spPr>
          <a:xfrm>
            <a:off x="10079183" y="1555370"/>
            <a:ext cx="1558081" cy="411257"/>
          </a:xfrm>
          <a:prstGeom prst="rect">
            <a:avLst/>
          </a:prstGeom>
        </p:spPr>
        <p:txBody>
          <a:bodyPr wrap="square" lIns="36000" tIns="36000" rIns="0" bIns="3600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Conclusione della integrazione</a:t>
            </a:r>
          </a:p>
        </p:txBody>
      </p:sp>
      <p:sp>
        <p:nvSpPr>
          <p:cNvPr id="89" name="Rectangle 88">
            <a:extLst>
              <a:ext uri="{FF2B5EF4-FFF2-40B4-BE49-F238E27FC236}">
                <a16:creationId xmlns:a16="http://schemas.microsoft.com/office/drawing/2014/main" id="{42F05B60-AE80-9F05-8CD7-4BE3EE4B2DBF}"/>
              </a:ext>
            </a:extLst>
          </p:cNvPr>
          <p:cNvSpPr>
            <a:spLocks/>
          </p:cNvSpPr>
          <p:nvPr/>
        </p:nvSpPr>
        <p:spPr>
          <a:xfrm>
            <a:off x="10727784" y="1325334"/>
            <a:ext cx="909481" cy="257369"/>
          </a:xfrm>
          <a:prstGeom prst="rect">
            <a:avLst/>
          </a:prstGeom>
          <a:noFill/>
          <a:ln>
            <a:noFill/>
          </a:ln>
        </p:spPr>
        <p:txBody>
          <a:bodyPr wrap="square" lIns="36000" tIns="36000" rIns="0" bIns="36000" rtlCol="0" anchor="ctr">
            <a:spAutoFit/>
          </a:bodyPr>
          <a:lstStyle/>
          <a:p>
            <a:pPr lvl="0" algn="r" defTabSz="914217">
              <a:defRPr/>
            </a:pPr>
            <a:r>
              <a:rPr lang="it-IT" sz="1200" b="1" cap="all">
                <a:solidFill>
                  <a:schemeClr val="tx2"/>
                </a:solidFill>
                <a:ea typeface="Open Sans" panose="020B0606030504020204" pitchFamily="34" charset="0"/>
                <a:cs typeface="Calibri" panose="020F0502020204030204" pitchFamily="34" charset="0"/>
              </a:rPr>
              <a:t>TBD</a:t>
            </a:r>
          </a:p>
        </p:txBody>
      </p:sp>
      <p:cxnSp>
        <p:nvCxnSpPr>
          <p:cNvPr id="109" name="Straight Connector 108">
            <a:extLst>
              <a:ext uri="{FF2B5EF4-FFF2-40B4-BE49-F238E27FC236}">
                <a16:creationId xmlns:a16="http://schemas.microsoft.com/office/drawing/2014/main" id="{BE755674-8C26-26C1-6D92-407928C18ED1}"/>
              </a:ext>
            </a:extLst>
          </p:cNvPr>
          <p:cNvCxnSpPr>
            <a:cxnSpLocks/>
          </p:cNvCxnSpPr>
          <p:nvPr/>
        </p:nvCxnSpPr>
        <p:spPr>
          <a:xfrm flipH="1">
            <a:off x="554736" y="2540272"/>
            <a:ext cx="11082528" cy="0"/>
          </a:xfrm>
          <a:prstGeom prst="line">
            <a:avLst/>
          </a:prstGeom>
          <a:ln w="6350">
            <a:solidFill>
              <a:srgbClr val="D0D0D0"/>
            </a:solidFill>
            <a:prstDash val="lgDash"/>
          </a:ln>
          <a:effectLst/>
        </p:spPr>
        <p:style>
          <a:lnRef idx="1">
            <a:schemeClr val="accent1"/>
          </a:lnRef>
          <a:fillRef idx="0">
            <a:schemeClr val="accent1"/>
          </a:fillRef>
          <a:effectRef idx="0">
            <a:schemeClr val="accent1"/>
          </a:effectRef>
          <a:fontRef idx="minor">
            <a:schemeClr val="tx1"/>
          </a:fontRef>
        </p:style>
      </p:cxnSp>
      <p:sp>
        <p:nvSpPr>
          <p:cNvPr id="6" name="Isosceles Triangle 5">
            <a:extLst>
              <a:ext uri="{FF2B5EF4-FFF2-40B4-BE49-F238E27FC236}">
                <a16:creationId xmlns:a16="http://schemas.microsoft.com/office/drawing/2014/main" id="{BB8A277B-49C5-0E9B-756D-E7903B9AB061}"/>
              </a:ext>
            </a:extLst>
          </p:cNvPr>
          <p:cNvSpPr/>
          <p:nvPr/>
        </p:nvSpPr>
        <p:spPr>
          <a:xfrm rot="10800000">
            <a:off x="5739346" y="2026817"/>
            <a:ext cx="252959" cy="218068"/>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7" name="Rectangle 6">
            <a:extLst>
              <a:ext uri="{FF2B5EF4-FFF2-40B4-BE49-F238E27FC236}">
                <a16:creationId xmlns:a16="http://schemas.microsoft.com/office/drawing/2014/main" id="{251FDEB0-39D8-EADF-55F4-1A250926817B}"/>
              </a:ext>
            </a:extLst>
          </p:cNvPr>
          <p:cNvSpPr>
            <a:spLocks/>
          </p:cNvSpPr>
          <p:nvPr/>
        </p:nvSpPr>
        <p:spPr>
          <a:xfrm>
            <a:off x="5070903" y="1555370"/>
            <a:ext cx="1589844" cy="411257"/>
          </a:xfrm>
          <a:prstGeom prst="rect">
            <a:avLst/>
          </a:prstGeom>
        </p:spPr>
        <p:txBody>
          <a:bodyPr lIns="36000" tIns="36000" rIns="0" bIns="36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Assemblea MPS e nomina nuovo </a:t>
            </a:r>
            <a:r>
              <a:rPr kumimoji="0" lang="it-IT" sz="1100" i="0" u="none" strike="noStrike" kern="0" cap="none" spc="0" normalizeH="0" baseline="0" noProof="0" err="1">
                <a:ln>
                  <a:noFill/>
                </a:ln>
                <a:effectLst/>
                <a:uLnTx/>
                <a:uFillTx/>
                <a:latin typeface="+mj-lt"/>
                <a:ea typeface="Open Sans" panose="020B0606030504020204" pitchFamily="34" charset="0"/>
                <a:cs typeface="Calibri" panose="020F0502020204030204" pitchFamily="34" charset="0"/>
              </a:rPr>
              <a:t>CdA</a:t>
            </a:r>
            <a:endParaRPr kumimoji="0" lang="it-IT" sz="11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endParaRPr>
          </a:p>
        </p:txBody>
      </p:sp>
      <p:grpSp>
        <p:nvGrpSpPr>
          <p:cNvPr id="18" name="Group 17">
            <a:extLst>
              <a:ext uri="{FF2B5EF4-FFF2-40B4-BE49-F238E27FC236}">
                <a16:creationId xmlns:a16="http://schemas.microsoft.com/office/drawing/2014/main" id="{562C531A-9198-64A6-3EFE-D587936CC0B2}"/>
              </a:ext>
            </a:extLst>
          </p:cNvPr>
          <p:cNvGrpSpPr/>
          <p:nvPr/>
        </p:nvGrpSpPr>
        <p:grpSpPr>
          <a:xfrm>
            <a:off x="10197130" y="1033568"/>
            <a:ext cx="1440133" cy="211203"/>
            <a:chOff x="8146843" y="920098"/>
            <a:chExt cx="1440133" cy="211203"/>
          </a:xfrm>
        </p:grpSpPr>
        <p:sp>
          <p:nvSpPr>
            <p:cNvPr id="19" name="Rectangle 18">
              <a:extLst>
                <a:ext uri="{FF2B5EF4-FFF2-40B4-BE49-F238E27FC236}">
                  <a16:creationId xmlns:a16="http://schemas.microsoft.com/office/drawing/2014/main" id="{3031E93E-3944-DE74-9F95-849F21163707}"/>
                </a:ext>
              </a:extLst>
            </p:cNvPr>
            <p:cNvSpPr>
              <a:spLocks/>
            </p:cNvSpPr>
            <p:nvPr/>
          </p:nvSpPr>
          <p:spPr>
            <a:xfrm>
              <a:off x="8146843" y="953572"/>
              <a:ext cx="236634" cy="144255"/>
            </a:xfrm>
            <a:prstGeom prst="rect">
              <a:avLst/>
            </a:prstGeom>
            <a:solidFill>
              <a:srgbClr val="406B9B"/>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ctr">
                <a:spcBef>
                  <a:spcPts val="300"/>
                </a:spcBef>
                <a:spcAft>
                  <a:spcPts val="300"/>
                </a:spcAft>
              </a:pPr>
              <a:endParaRPr lang="en-US" sz="1400" b="1" kern="0" err="1">
                <a:solidFill>
                  <a:srgbClr val="FFFFFF"/>
                </a:solidFill>
              </a:endParaRPr>
            </a:p>
          </p:txBody>
        </p:sp>
        <p:sp>
          <p:nvSpPr>
            <p:cNvPr id="20" name="Rectangle 19">
              <a:extLst>
                <a:ext uri="{FF2B5EF4-FFF2-40B4-BE49-F238E27FC236}">
                  <a16:creationId xmlns:a16="http://schemas.microsoft.com/office/drawing/2014/main" id="{8BC39CD7-14E5-E6B7-5CB7-1416838D3F40}"/>
                </a:ext>
              </a:extLst>
            </p:cNvPr>
            <p:cNvSpPr>
              <a:spLocks/>
            </p:cNvSpPr>
            <p:nvPr/>
          </p:nvSpPr>
          <p:spPr>
            <a:xfrm>
              <a:off x="8461767" y="920098"/>
              <a:ext cx="1125209" cy="211203"/>
            </a:xfrm>
            <a:prstGeom prst="rect">
              <a:avLst/>
            </a:prstGeom>
          </p:spPr>
          <p:txBody>
            <a:bodyPr lIns="36000" tIns="36000" rIns="0" bIns="36000" rtlCol="0" anchor="t">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it-IT" sz="900" i="0" u="none" strike="noStrike" kern="0" cap="none" spc="0" normalizeH="0" baseline="0" noProof="0">
                  <a:ln>
                    <a:noFill/>
                  </a:ln>
                  <a:effectLst/>
                  <a:uLnTx/>
                  <a:uFillTx/>
                  <a:latin typeface="+mj-lt"/>
                  <a:ea typeface="Open Sans" panose="020B0606030504020204" pitchFamily="34" charset="0"/>
                  <a:cs typeface="Calibri" panose="020F0502020204030204" pitchFamily="34" charset="0"/>
                </a:rPr>
                <a:t>Focus della sezione</a:t>
              </a:r>
            </a:p>
          </p:txBody>
        </p:sp>
      </p:grpSp>
      <p:sp>
        <p:nvSpPr>
          <p:cNvPr id="16" name="Arrow: Chevron 15">
            <a:extLst>
              <a:ext uri="{FF2B5EF4-FFF2-40B4-BE49-F238E27FC236}">
                <a16:creationId xmlns:a16="http://schemas.microsoft.com/office/drawing/2014/main" id="{C7EBECD1-356F-47A1-BB80-240178174F29}"/>
              </a:ext>
            </a:extLst>
          </p:cNvPr>
          <p:cNvSpPr>
            <a:spLocks/>
          </p:cNvSpPr>
          <p:nvPr/>
        </p:nvSpPr>
        <p:spPr>
          <a:xfrm>
            <a:off x="4296956" y="4455914"/>
            <a:ext cx="3468669" cy="788836"/>
          </a:xfrm>
          <a:prstGeom prst="chevron">
            <a:avLst/>
          </a:prstGeom>
          <a:solidFill>
            <a:srgbClr val="406B9B"/>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400" b="1" i="0" u="none" strike="noStrike" kern="0" cap="none" spc="0" normalizeH="0" baseline="0" noProof="0" err="1">
                <a:ln>
                  <a:noFill/>
                </a:ln>
                <a:solidFill>
                  <a:srgbClr val="FFFFFF"/>
                </a:solidFill>
                <a:effectLst/>
                <a:uLnTx/>
                <a:uFillTx/>
                <a:latin typeface="Century Gothic"/>
                <a:ea typeface="+mn-ea"/>
                <a:cs typeface="+mn-cs"/>
              </a:rPr>
              <a:t>Transitorio</a:t>
            </a:r>
            <a:r>
              <a:rPr kumimoji="0" lang="en-US" sz="1400" b="1" i="0" u="none" strike="noStrike" kern="0" cap="none" spc="0" normalizeH="0" baseline="0" noProof="0">
                <a:ln>
                  <a:noFill/>
                </a:ln>
                <a:solidFill>
                  <a:srgbClr val="FFFFFF"/>
                </a:solidFill>
                <a:effectLst/>
                <a:uLnTx/>
                <a:uFillTx/>
                <a:latin typeface="Century Gothic"/>
                <a:ea typeface="+mn-ea"/>
                <a:cs typeface="+mn-cs"/>
              </a:rPr>
              <a:t> (pre-/post- </a:t>
            </a:r>
            <a:r>
              <a:rPr kumimoji="0" lang="en-US" sz="1400" b="1" i="0" u="none" strike="noStrike" kern="0" cap="none" spc="0" normalizeH="0" baseline="0" noProof="0" err="1">
                <a:ln>
                  <a:noFill/>
                </a:ln>
                <a:solidFill>
                  <a:srgbClr val="FFFFFF"/>
                </a:solidFill>
                <a:effectLst/>
                <a:uLnTx/>
                <a:uFillTx/>
                <a:latin typeface="Century Gothic"/>
                <a:ea typeface="+mn-ea"/>
                <a:cs typeface="+mn-cs"/>
              </a:rPr>
              <a:t>CdA</a:t>
            </a:r>
            <a:r>
              <a:rPr kumimoji="0" lang="en-US" sz="1400" b="1" i="0" u="none" strike="noStrike" kern="0" cap="none" spc="0" normalizeH="0" baseline="0" noProof="0">
                <a:ln>
                  <a:noFill/>
                </a:ln>
                <a:solidFill>
                  <a:srgbClr val="FFFFFF"/>
                </a:solidFill>
                <a:effectLst/>
                <a:uLnTx/>
                <a:uFillTx/>
                <a:latin typeface="Century Gothic"/>
                <a:ea typeface="+mn-ea"/>
                <a:cs typeface="+mn-cs"/>
              </a:rPr>
              <a:t>)</a:t>
            </a: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FFFFFF"/>
                </a:solidFill>
                <a:effectLst/>
                <a:uLnTx/>
                <a:uFillTx/>
                <a:latin typeface="Century Gothic"/>
                <a:ea typeface="+mn-ea"/>
                <a:cs typeface="+mn-cs"/>
              </a:rPr>
              <a:t>Gestione degli asset della target in preparazione del </a:t>
            </a:r>
            <a:r>
              <a:rPr kumimoji="0" lang="it-IT" sz="1000" i="0" u="none" strike="noStrike" kern="0" cap="none" spc="0" normalizeH="0" baseline="0" noProof="0" err="1">
                <a:ln>
                  <a:noFill/>
                </a:ln>
                <a:solidFill>
                  <a:srgbClr val="FFFFFF"/>
                </a:solidFill>
                <a:effectLst/>
                <a:uLnTx/>
                <a:uFillTx/>
                <a:latin typeface="Century Gothic"/>
                <a:ea typeface="+mn-ea"/>
                <a:cs typeface="+mn-cs"/>
              </a:rPr>
              <a:t>carve</a:t>
            </a:r>
            <a:r>
              <a:rPr kumimoji="0" lang="it-IT" sz="1000" i="0" u="none" strike="noStrike" kern="0" cap="none" spc="0" normalizeH="0" baseline="0" noProof="0">
                <a:ln>
                  <a:noFill/>
                </a:ln>
                <a:solidFill>
                  <a:srgbClr val="FFFFFF"/>
                </a:solidFill>
                <a:effectLst/>
                <a:uLnTx/>
                <a:uFillTx/>
                <a:latin typeface="Century Gothic"/>
                <a:ea typeface="+mn-ea"/>
                <a:cs typeface="+mn-cs"/>
              </a:rPr>
              <a:t>-out</a:t>
            </a:r>
          </a:p>
          <a:p>
            <a:pPr marL="0" marR="0" lvl="0" indent="0" algn="ctr" defTabSz="914400" eaLnBrk="1" fontAlgn="auto" latinLnBrk="0" hangingPunct="1">
              <a:lnSpc>
                <a:spcPct val="100000"/>
              </a:lnSpc>
              <a:buClrTx/>
              <a:buSzTx/>
              <a:buFontTx/>
              <a:buNone/>
              <a:tabLst/>
              <a:defRPr/>
            </a:pPr>
            <a:endParaRPr kumimoji="0" lang="en-US" sz="1400" b="1" i="0" u="none" strike="noStrike" kern="0" cap="none" spc="0" normalizeH="0" baseline="0" noProof="0">
              <a:ln>
                <a:noFill/>
              </a:ln>
              <a:solidFill>
                <a:srgbClr val="FFFFFF"/>
              </a:solidFill>
              <a:effectLst/>
              <a:uLnTx/>
              <a:uFillTx/>
              <a:latin typeface="Century Gothic"/>
              <a:ea typeface="+mn-ea"/>
              <a:cs typeface="+mn-cs"/>
            </a:endParaRPr>
          </a:p>
        </p:txBody>
      </p:sp>
      <p:sp>
        <p:nvSpPr>
          <p:cNvPr id="22" name="TrackerAlphaWhite 95">
            <a:extLst>
              <a:ext uri="{FF2B5EF4-FFF2-40B4-BE49-F238E27FC236}">
                <a16:creationId xmlns:a16="http://schemas.microsoft.com/office/drawing/2014/main" id="{30F3026F-AE23-E75E-FE14-BA98844DF84F}"/>
              </a:ext>
            </a:extLst>
          </p:cNvPr>
          <p:cNvSpPr>
            <a:spLocks/>
          </p:cNvSpPr>
          <p:nvPr>
            <p:custDataLst>
              <p:tags r:id="rId7"/>
            </p:custDataLst>
          </p:nvPr>
        </p:nvSpPr>
        <p:spPr>
          <a:xfrm>
            <a:off x="4572810" y="4525186"/>
            <a:ext cx="198154" cy="198000"/>
          </a:xfrm>
          <a:prstGeom prst="ellipse">
            <a:avLst/>
          </a:prstGeom>
          <a:solidFill>
            <a:srgbClr val="FFFFFF"/>
          </a:solidFill>
          <a:ln w="6350" cap="sq" cmpd="sng" algn="ctr">
            <a:solidFill>
              <a:srgbClr val="003A79"/>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003A79"/>
                </a:solidFill>
                <a:effectLst/>
                <a:uLnTx/>
                <a:uFillTx/>
                <a:latin typeface="Century Gothic"/>
                <a:ea typeface="+mn-ea"/>
                <a:cs typeface="+mn-cs"/>
              </a:rPr>
              <a:t>3</a:t>
            </a:r>
          </a:p>
        </p:txBody>
      </p:sp>
      <p:sp>
        <p:nvSpPr>
          <p:cNvPr id="24" name="Arrow: Chevron 23">
            <a:extLst>
              <a:ext uri="{FF2B5EF4-FFF2-40B4-BE49-F238E27FC236}">
                <a16:creationId xmlns:a16="http://schemas.microsoft.com/office/drawing/2014/main" id="{28F16932-C96B-88B3-7E34-D1ACD025570A}"/>
              </a:ext>
            </a:extLst>
          </p:cNvPr>
          <p:cNvSpPr>
            <a:spLocks/>
          </p:cNvSpPr>
          <p:nvPr/>
        </p:nvSpPr>
        <p:spPr>
          <a:xfrm>
            <a:off x="5876311" y="5107995"/>
            <a:ext cx="1889231" cy="160365"/>
          </a:xfrm>
          <a:prstGeom prst="chevron">
            <a:avLst/>
          </a:prstGeom>
          <a:solidFill>
            <a:schemeClr val="accent1">
              <a:lumMod val="40000"/>
              <a:lumOff val="60000"/>
            </a:schemeClr>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ctr" anchorCtr="0" forceAA="0" compatLnSpc="1">
            <a:prstTxWarp prst="textNoShape">
              <a:avLst/>
            </a:prstTxWarp>
            <a:noAutofit/>
          </a:bodyPr>
          <a:lstStyle/>
          <a:p>
            <a:pPr algn="ctr"/>
            <a:r>
              <a:rPr lang="en-US" sz="1000" b="1" kern="0">
                <a:latin typeface="Century Gothic"/>
              </a:rPr>
              <a:t>Post-CdA</a:t>
            </a:r>
          </a:p>
        </p:txBody>
      </p:sp>
      <p:sp>
        <p:nvSpPr>
          <p:cNvPr id="26" name="Arrow: Chevron 25">
            <a:extLst>
              <a:ext uri="{FF2B5EF4-FFF2-40B4-BE49-F238E27FC236}">
                <a16:creationId xmlns:a16="http://schemas.microsoft.com/office/drawing/2014/main" id="{D5C10027-91D5-020E-45E9-7FD9F60D1E67}"/>
              </a:ext>
            </a:extLst>
          </p:cNvPr>
          <p:cNvSpPr>
            <a:spLocks/>
          </p:cNvSpPr>
          <p:nvPr/>
        </p:nvSpPr>
        <p:spPr>
          <a:xfrm>
            <a:off x="4296957" y="5107995"/>
            <a:ext cx="1568870" cy="160365"/>
          </a:xfrm>
          <a:prstGeom prst="chevron">
            <a:avLst/>
          </a:prstGeom>
          <a:solidFill>
            <a:schemeClr val="accent1">
              <a:lumMod val="40000"/>
              <a:lumOff val="60000"/>
            </a:schemeClr>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000" b="1" i="0" u="none" strike="noStrike" kern="0" cap="none" spc="0" normalizeH="0" baseline="0" noProof="0">
                <a:ln>
                  <a:noFill/>
                </a:ln>
                <a:effectLst/>
                <a:uLnTx/>
                <a:uFillTx/>
                <a:latin typeface="Century Gothic"/>
                <a:ea typeface="+mn-ea"/>
                <a:cs typeface="+mn-cs"/>
              </a:rPr>
              <a:t>Pre-</a:t>
            </a:r>
            <a:r>
              <a:rPr kumimoji="0" lang="en-US" sz="1000" b="1" i="0" u="none" strike="noStrike" kern="0" cap="none" spc="0" normalizeH="0" baseline="0" noProof="0" err="1">
                <a:ln>
                  <a:noFill/>
                </a:ln>
                <a:effectLst/>
                <a:uLnTx/>
                <a:uFillTx/>
                <a:latin typeface="Century Gothic"/>
                <a:ea typeface="+mn-ea"/>
                <a:cs typeface="+mn-cs"/>
              </a:rPr>
              <a:t>CdA</a:t>
            </a:r>
            <a:endParaRPr kumimoji="0" lang="en-US" sz="1000" b="1" i="0" u="none" strike="noStrike" kern="0" cap="none" spc="0" normalizeH="0" baseline="0" noProof="0">
              <a:ln>
                <a:noFill/>
              </a:ln>
              <a:effectLst/>
              <a:uLnTx/>
              <a:uFillTx/>
              <a:latin typeface="Century Gothic"/>
              <a:ea typeface="+mn-ea"/>
              <a:cs typeface="+mn-cs"/>
            </a:endParaRPr>
          </a:p>
        </p:txBody>
      </p:sp>
      <p:sp>
        <p:nvSpPr>
          <p:cNvPr id="28" name="TrackerAlphaWhite 95">
            <a:extLst>
              <a:ext uri="{FF2B5EF4-FFF2-40B4-BE49-F238E27FC236}">
                <a16:creationId xmlns:a16="http://schemas.microsoft.com/office/drawing/2014/main" id="{07277995-DEF7-C95F-3405-58949D94EB53}"/>
              </a:ext>
            </a:extLst>
          </p:cNvPr>
          <p:cNvSpPr>
            <a:spLocks/>
          </p:cNvSpPr>
          <p:nvPr>
            <p:custDataLst>
              <p:tags r:id="rId8"/>
            </p:custDataLst>
          </p:nvPr>
        </p:nvSpPr>
        <p:spPr>
          <a:xfrm>
            <a:off x="4604823" y="5106360"/>
            <a:ext cx="163764" cy="163636"/>
          </a:xfrm>
          <a:prstGeom prst="ellipse">
            <a:avLst/>
          </a:prstGeom>
          <a:solidFill>
            <a:srgbClr val="FFFFFF"/>
          </a:solidFill>
          <a:ln w="6350" cap="sq" cmpd="sng" algn="ctr">
            <a:solidFill>
              <a:srgbClr val="003A79"/>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100" b="1" i="0" u="none" strike="noStrike" kern="0" cap="none" spc="0" normalizeH="0" baseline="0" noProof="0">
                <a:ln>
                  <a:noFill/>
                </a:ln>
                <a:solidFill>
                  <a:srgbClr val="003A79"/>
                </a:solidFill>
                <a:effectLst/>
                <a:uLnTx/>
                <a:uFillTx/>
                <a:latin typeface="Century Gothic"/>
                <a:ea typeface="+mn-ea"/>
                <a:cs typeface="+mn-cs"/>
              </a:rPr>
              <a:t>A</a:t>
            </a:r>
          </a:p>
        </p:txBody>
      </p:sp>
      <p:sp>
        <p:nvSpPr>
          <p:cNvPr id="36" name="Arrow: Pentagon 35">
            <a:extLst>
              <a:ext uri="{FF2B5EF4-FFF2-40B4-BE49-F238E27FC236}">
                <a16:creationId xmlns:a16="http://schemas.microsoft.com/office/drawing/2014/main" id="{7E77F7DE-8909-A788-B033-3848CD67B4FC}"/>
              </a:ext>
            </a:extLst>
          </p:cNvPr>
          <p:cNvSpPr>
            <a:spLocks/>
          </p:cNvSpPr>
          <p:nvPr/>
        </p:nvSpPr>
        <p:spPr>
          <a:xfrm>
            <a:off x="1805940" y="3568932"/>
            <a:ext cx="2488741" cy="788836"/>
          </a:xfrm>
          <a:prstGeom prst="homePlate">
            <a:avLst/>
          </a:prstGeom>
          <a:solidFill>
            <a:schemeClr val="tx1">
              <a:lumMod val="50000"/>
              <a:lumOff val="50000"/>
            </a:schemeClr>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algn="ctr"/>
            <a:r>
              <a:rPr lang="en-US" sz="1400" b="1" kern="0">
                <a:solidFill>
                  <a:srgbClr val="D0D0D0"/>
                </a:solidFill>
                <a:latin typeface="Century Gothic"/>
              </a:rPr>
              <a:t>Pre-Take Control</a:t>
            </a:r>
          </a:p>
          <a:p>
            <a:pPr algn="ctr"/>
            <a:r>
              <a:rPr lang="it-IT" sz="1000" kern="0" err="1">
                <a:solidFill>
                  <a:srgbClr val="D0D0D0"/>
                </a:solidFill>
                <a:latin typeface="Century Gothic"/>
              </a:rPr>
              <a:t>Execution</a:t>
            </a:r>
            <a:r>
              <a:rPr lang="it-IT" sz="1000" kern="0">
                <a:solidFill>
                  <a:srgbClr val="D0D0D0"/>
                </a:solidFill>
                <a:latin typeface="Century Gothic"/>
              </a:rPr>
              <a:t> dell’OPAS e completamento dell’impostazione progettuale</a:t>
            </a:r>
          </a:p>
          <a:p>
            <a:pPr algn="ctr"/>
            <a:endParaRPr lang="en-US" sz="1400" b="1" kern="0">
              <a:solidFill>
                <a:srgbClr val="D0D0D0"/>
              </a:solidFill>
              <a:latin typeface="Century Gothic"/>
            </a:endParaRPr>
          </a:p>
        </p:txBody>
      </p:sp>
      <p:sp>
        <p:nvSpPr>
          <p:cNvPr id="38" name="TrackerAlphaWhite 95">
            <a:extLst>
              <a:ext uri="{FF2B5EF4-FFF2-40B4-BE49-F238E27FC236}">
                <a16:creationId xmlns:a16="http://schemas.microsoft.com/office/drawing/2014/main" id="{77A9EAD9-6102-A062-9747-DFD41CF88DF1}"/>
              </a:ext>
            </a:extLst>
          </p:cNvPr>
          <p:cNvSpPr>
            <a:spLocks/>
          </p:cNvSpPr>
          <p:nvPr>
            <p:custDataLst>
              <p:tags r:id="rId9"/>
            </p:custDataLst>
          </p:nvPr>
        </p:nvSpPr>
        <p:spPr>
          <a:xfrm>
            <a:off x="1998986" y="3638204"/>
            <a:ext cx="198154" cy="198438"/>
          </a:xfrm>
          <a:prstGeom prst="ellipse">
            <a:avLst/>
          </a:prstGeom>
          <a:solidFill>
            <a:schemeClr val="bg1">
              <a:lumMod val="85000"/>
            </a:schemeClr>
          </a:solidFill>
          <a:ln w="6350" cap="sq" cmpd="sng" algn="ctr">
            <a:solidFill>
              <a:schemeClr val="tx1">
                <a:lumMod val="50000"/>
                <a:lumOff val="50000"/>
              </a:schemeClr>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spcBef>
                <a:spcPts val="300"/>
              </a:spcBef>
              <a:spcAft>
                <a:spcPts val="300"/>
              </a:spcAft>
            </a:pPr>
            <a:r>
              <a:rPr lang="en-US" sz="1400" b="1" kern="0">
                <a:solidFill>
                  <a:schemeClr val="tx1">
                    <a:lumMod val="50000"/>
                    <a:lumOff val="50000"/>
                  </a:schemeClr>
                </a:solidFill>
                <a:latin typeface="Century Gothic"/>
              </a:rPr>
              <a:t>2</a:t>
            </a:r>
          </a:p>
        </p:txBody>
      </p:sp>
      <p:sp>
        <p:nvSpPr>
          <p:cNvPr id="11" name="Arrow: Chevron 10">
            <a:extLst>
              <a:ext uri="{FF2B5EF4-FFF2-40B4-BE49-F238E27FC236}">
                <a16:creationId xmlns:a16="http://schemas.microsoft.com/office/drawing/2014/main" id="{E1CC8FCB-D727-7BD9-0549-F0E5165C0AE9}"/>
              </a:ext>
            </a:extLst>
          </p:cNvPr>
          <p:cNvSpPr>
            <a:spLocks/>
          </p:cNvSpPr>
          <p:nvPr/>
        </p:nvSpPr>
        <p:spPr>
          <a:xfrm>
            <a:off x="5863552" y="5342896"/>
            <a:ext cx="5469466" cy="788836"/>
          </a:xfrm>
          <a:prstGeom prst="chevron">
            <a:avLst/>
          </a:prstGeom>
          <a:solidFill>
            <a:srgbClr val="B3B3B3"/>
          </a:solidFill>
          <a:ln w="6350" cap="sq" cmpd="sng" algn="ctr">
            <a:solidFill>
              <a:srgbClr val="FFFFFF"/>
            </a:solid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63500" tIns="64943" rIns="63500" bIns="6350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buClrTx/>
              <a:buSzTx/>
              <a:buFontTx/>
              <a:buNone/>
              <a:tabLst/>
              <a:defRPr/>
            </a:pPr>
            <a:r>
              <a:rPr kumimoji="0" lang="en-US" sz="1400" b="1" i="0" u="none" strike="noStrike" kern="0" cap="none" spc="0" normalizeH="0" baseline="0" noProof="0" err="1">
                <a:ln>
                  <a:noFill/>
                </a:ln>
                <a:solidFill>
                  <a:srgbClr val="D0D0D0"/>
                </a:solidFill>
                <a:effectLst/>
                <a:uLnTx/>
                <a:uFillTx/>
                <a:latin typeface="Century Gothic"/>
                <a:ea typeface="+mn-ea"/>
                <a:cs typeface="+mn-cs"/>
              </a:rPr>
              <a:t>Percorso</a:t>
            </a:r>
            <a:r>
              <a:rPr kumimoji="0" lang="en-US" sz="1400" b="1" i="0" u="none" strike="noStrike" kern="0" cap="none" spc="0" normalizeH="0" baseline="0" noProof="0">
                <a:ln>
                  <a:noFill/>
                </a:ln>
                <a:solidFill>
                  <a:srgbClr val="D0D0D0"/>
                </a:solidFill>
                <a:effectLst/>
                <a:uLnTx/>
                <a:uFillTx/>
                <a:latin typeface="Century Gothic"/>
                <a:ea typeface="+mn-ea"/>
                <a:cs typeface="+mn-cs"/>
              </a:rPr>
              <a:t> di </a:t>
            </a:r>
            <a:r>
              <a:rPr kumimoji="0" lang="en-US" sz="1400" b="1" i="0" u="none" strike="noStrike" kern="0" cap="none" spc="0" normalizeH="0" baseline="0" noProof="0" err="1">
                <a:ln>
                  <a:noFill/>
                </a:ln>
                <a:solidFill>
                  <a:srgbClr val="D0D0D0"/>
                </a:solidFill>
                <a:effectLst/>
                <a:uLnTx/>
                <a:uFillTx/>
                <a:latin typeface="Century Gothic"/>
                <a:ea typeface="+mn-ea"/>
                <a:cs typeface="+mn-cs"/>
              </a:rPr>
              <a:t>integrazione</a:t>
            </a:r>
            <a:r>
              <a:rPr kumimoji="0" lang="en-US" sz="1400" b="1" i="0" u="none" strike="noStrike" kern="0" cap="none" spc="0" normalizeH="0" baseline="0" noProof="0">
                <a:ln>
                  <a:noFill/>
                </a:ln>
                <a:solidFill>
                  <a:srgbClr val="D0D0D0"/>
                </a:solidFill>
                <a:effectLst/>
                <a:uLnTx/>
                <a:uFillTx/>
                <a:latin typeface="Century Gothic"/>
                <a:ea typeface="+mn-ea"/>
                <a:cs typeface="+mn-cs"/>
              </a:rPr>
              <a:t> </a:t>
            </a:r>
          </a:p>
          <a:p>
            <a:pPr marL="0" marR="0" lvl="0" indent="0" algn="ctr" defTabSz="914400" eaLnBrk="1" fontAlgn="auto" latinLnBrk="0" hangingPunct="1">
              <a:lnSpc>
                <a:spcPct val="100000"/>
              </a:lnSpc>
              <a:buClrTx/>
              <a:buSzTx/>
              <a:buFontTx/>
              <a:buNone/>
              <a:tabLst/>
              <a:defRPr/>
            </a:pPr>
            <a:r>
              <a:rPr kumimoji="0" lang="it-IT" sz="1000" i="0" u="none" strike="noStrike" kern="0" cap="none" spc="0" normalizeH="0" baseline="0" noProof="0">
                <a:ln>
                  <a:noFill/>
                </a:ln>
                <a:solidFill>
                  <a:srgbClr val="D0D0D0"/>
                </a:solidFill>
                <a:effectLst/>
                <a:uLnTx/>
                <a:uFillTx/>
                <a:latin typeface="Century Gothic"/>
                <a:ea typeface="+mn-ea"/>
                <a:cs typeface="+mn-cs"/>
              </a:rPr>
              <a:t>Integrazione degli asset in linea con l’asset target</a:t>
            </a:r>
          </a:p>
          <a:p>
            <a:pPr marL="0" marR="0" lvl="0" indent="0" algn="ctr" defTabSz="914400" eaLnBrk="1" fontAlgn="auto" latinLnBrk="0" hangingPunct="1">
              <a:lnSpc>
                <a:spcPct val="100000"/>
              </a:lnSpc>
              <a:buClrTx/>
              <a:buSzTx/>
              <a:buFontTx/>
              <a:buNone/>
              <a:tabLst/>
              <a:defRPr/>
            </a:pPr>
            <a:endParaRPr kumimoji="0" lang="en-US" sz="1400" b="1" i="0" u="none" strike="noStrike" kern="0" cap="none" spc="0" normalizeH="0" baseline="0" noProof="0">
              <a:ln>
                <a:noFill/>
              </a:ln>
              <a:solidFill>
                <a:srgbClr val="D0D0D0"/>
              </a:solidFill>
              <a:effectLst/>
              <a:uLnTx/>
              <a:uFillTx/>
              <a:latin typeface="Century Gothic"/>
              <a:ea typeface="+mn-ea"/>
              <a:cs typeface="+mn-cs"/>
            </a:endParaRPr>
          </a:p>
        </p:txBody>
      </p:sp>
      <p:sp>
        <p:nvSpPr>
          <p:cNvPr id="13" name="TrackerAlphaWhite 95">
            <a:extLst>
              <a:ext uri="{FF2B5EF4-FFF2-40B4-BE49-F238E27FC236}">
                <a16:creationId xmlns:a16="http://schemas.microsoft.com/office/drawing/2014/main" id="{95C78A74-F134-3683-58E9-0ACF3B7B1255}"/>
              </a:ext>
            </a:extLst>
          </p:cNvPr>
          <p:cNvSpPr>
            <a:spLocks/>
          </p:cNvSpPr>
          <p:nvPr>
            <p:custDataLst>
              <p:tags r:id="rId10"/>
            </p:custDataLst>
          </p:nvPr>
        </p:nvSpPr>
        <p:spPr>
          <a:xfrm>
            <a:off x="7310493" y="5412168"/>
            <a:ext cx="198154" cy="198000"/>
          </a:xfrm>
          <a:prstGeom prst="ellipse">
            <a:avLst/>
          </a:prstGeom>
          <a:solidFill>
            <a:schemeClr val="bg1">
              <a:lumMod val="65000"/>
            </a:schemeClr>
          </a:solidFill>
          <a:ln w="6350" cap="sq" cmpd="sng" algn="ctr">
            <a:solidFill>
              <a:srgbClr val="D0D0D0"/>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D0D0D0"/>
                </a:solidFill>
                <a:effectLst/>
                <a:uLnTx/>
                <a:uFillTx/>
                <a:latin typeface="Century Gothic"/>
                <a:ea typeface="+mn-ea"/>
                <a:cs typeface="+mn-cs"/>
              </a:rPr>
              <a:t>4</a:t>
            </a:r>
          </a:p>
        </p:txBody>
      </p:sp>
      <p:sp>
        <p:nvSpPr>
          <p:cNvPr id="9" name="Rectangle 8">
            <a:extLst>
              <a:ext uri="{FF2B5EF4-FFF2-40B4-BE49-F238E27FC236}">
                <a16:creationId xmlns:a16="http://schemas.microsoft.com/office/drawing/2014/main" id="{3D2BE4F0-FC99-E50A-C4BD-AFB9F105569C}"/>
              </a:ext>
            </a:extLst>
          </p:cNvPr>
          <p:cNvSpPr>
            <a:spLocks/>
          </p:cNvSpPr>
          <p:nvPr/>
        </p:nvSpPr>
        <p:spPr>
          <a:xfrm>
            <a:off x="3408520" y="1325334"/>
            <a:ext cx="1772321" cy="257369"/>
          </a:xfrm>
          <a:prstGeom prst="rect">
            <a:avLst/>
          </a:prstGeom>
          <a:noFill/>
          <a:ln>
            <a:noFill/>
          </a:ln>
        </p:spPr>
        <p:txBody>
          <a:bodyPr wrap="square" lIns="36000" tIns="36000" rIns="0" bIns="36000" rtlCol="0" anchor="ctr">
            <a:spAutoFit/>
          </a:bodyPr>
          <a:lstStyle/>
          <a:p>
            <a:pPr marL="0" marR="0" lvl="0" indent="0" algn="ctr" defTabSz="914217" rtl="0" eaLnBrk="1" fontAlgn="auto" latinLnBrk="0" hangingPunct="1">
              <a:lnSpc>
                <a:spcPct val="100000"/>
              </a:lnSpc>
              <a:spcBef>
                <a:spcPts val="0"/>
              </a:spcBef>
              <a:spcAft>
                <a:spcPts val="0"/>
              </a:spcAft>
              <a:buClrTx/>
              <a:buSzTx/>
              <a:buFontTx/>
              <a:buNone/>
              <a:tabLst/>
              <a:defRPr/>
            </a:pPr>
            <a:r>
              <a:rPr kumimoji="0" lang="it-IT" sz="1200" b="1" i="0" u="none" strike="noStrike" kern="1200" cap="all" spc="0" normalizeH="0" baseline="0" noProof="0">
                <a:ln>
                  <a:noFill/>
                </a:ln>
                <a:solidFill>
                  <a:schemeClr val="tx2"/>
                </a:solidFill>
                <a:effectLst/>
                <a:uLnTx/>
                <a:uFillTx/>
                <a:latin typeface="+mj-lt"/>
                <a:ea typeface="Open Sans" panose="020B0606030504020204" pitchFamily="34" charset="0"/>
                <a:cs typeface="Calibri" panose="020F0502020204030204" pitchFamily="34" charset="0"/>
              </a:rPr>
              <a:t>26 GEN ‘27</a:t>
            </a:r>
          </a:p>
        </p:txBody>
      </p:sp>
      <p:sp>
        <p:nvSpPr>
          <p:cNvPr id="12" name="Rectangle 11">
            <a:extLst>
              <a:ext uri="{FF2B5EF4-FFF2-40B4-BE49-F238E27FC236}">
                <a16:creationId xmlns:a16="http://schemas.microsoft.com/office/drawing/2014/main" id="{1BD39DD1-F871-7F25-DB84-7651C3FE89E1}"/>
              </a:ext>
            </a:extLst>
          </p:cNvPr>
          <p:cNvSpPr>
            <a:spLocks/>
          </p:cNvSpPr>
          <p:nvPr/>
        </p:nvSpPr>
        <p:spPr>
          <a:xfrm>
            <a:off x="5365611" y="1325334"/>
            <a:ext cx="1000429" cy="257369"/>
          </a:xfrm>
          <a:prstGeom prst="rect">
            <a:avLst/>
          </a:prstGeom>
          <a:noFill/>
          <a:ln>
            <a:noFill/>
          </a:ln>
        </p:spPr>
        <p:txBody>
          <a:bodyPr wrap="square" lIns="36000" tIns="36000" rIns="0" bIns="36000" rtlCol="0" anchor="ctr">
            <a:spAutoFit/>
          </a:bodyPr>
          <a:lstStyle/>
          <a:p>
            <a:pPr lvl="0" algn="ctr" defTabSz="914217">
              <a:defRPr/>
            </a:pPr>
            <a:r>
              <a:rPr lang="it-IT" sz="1200" b="1" cap="all">
                <a:solidFill>
                  <a:schemeClr val="tx2"/>
                </a:solidFill>
                <a:ea typeface="Open Sans" panose="020B0606030504020204" pitchFamily="34" charset="0"/>
                <a:cs typeface="Calibri" panose="020F0502020204030204" pitchFamily="34" charset="0"/>
              </a:rPr>
              <a:t>17 MAR ‘27</a:t>
            </a:r>
          </a:p>
        </p:txBody>
      </p:sp>
      <p:sp>
        <p:nvSpPr>
          <p:cNvPr id="14" name="TrackerAlphaWhite 95">
            <a:extLst>
              <a:ext uri="{FF2B5EF4-FFF2-40B4-BE49-F238E27FC236}">
                <a16:creationId xmlns:a16="http://schemas.microsoft.com/office/drawing/2014/main" id="{F61282BE-D847-72D8-DFAA-8E7534C4BE77}"/>
              </a:ext>
            </a:extLst>
          </p:cNvPr>
          <p:cNvSpPr>
            <a:spLocks/>
          </p:cNvSpPr>
          <p:nvPr>
            <p:custDataLst>
              <p:tags r:id="rId11"/>
            </p:custDataLst>
          </p:nvPr>
        </p:nvSpPr>
        <p:spPr>
          <a:xfrm>
            <a:off x="6289675" y="5106360"/>
            <a:ext cx="163764" cy="163636"/>
          </a:xfrm>
          <a:prstGeom prst="ellipse">
            <a:avLst/>
          </a:prstGeom>
          <a:solidFill>
            <a:srgbClr val="FFFFFF"/>
          </a:solidFill>
          <a:ln w="6350" cap="sq" cmpd="sng" algn="ctr">
            <a:solidFill>
              <a:srgbClr val="003A79"/>
            </a:solid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lang="en-US" sz="1100" b="1" kern="0">
                <a:solidFill>
                  <a:srgbClr val="003A79"/>
                </a:solidFill>
                <a:latin typeface="Century Gothic"/>
              </a:rPr>
              <a:t>B</a:t>
            </a:r>
            <a:endParaRPr kumimoji="0" lang="en-US" sz="1100" b="1" i="0" u="none" strike="noStrike" kern="0" cap="none" spc="0" normalizeH="0" baseline="0" noProof="0">
              <a:ln>
                <a:noFill/>
              </a:ln>
              <a:solidFill>
                <a:srgbClr val="003A79"/>
              </a:solidFill>
              <a:effectLst/>
              <a:uLnTx/>
              <a:uFillTx/>
              <a:latin typeface="Century Gothic"/>
              <a:ea typeface="+mn-ea"/>
              <a:cs typeface="+mn-cs"/>
            </a:endParaRPr>
          </a:p>
        </p:txBody>
      </p:sp>
    </p:spTree>
    <p:extLst>
      <p:ext uri="{BB962C8B-B14F-4D97-AF65-F5344CB8AC3E}">
        <p14:creationId xmlns:p14="http://schemas.microsoft.com/office/powerpoint/2010/main" val="3978427022"/>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p:cNvSpPr/>
          <p:nvPr/>
        </p:nvSpPr>
        <p:spPr>
          <a:xfrm>
            <a:off x="7236000" y="1170000"/>
            <a:ext cx="4464000" cy="4554000"/>
          </a:xfrm>
          <a:prstGeom prst="rect">
            <a:avLst/>
          </a:prstGeom>
          <a:solidFill>
            <a:srgbClr val="C0C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54400" y="172800"/>
            <a:ext cx="9828000" cy="666000"/>
          </a:xfrm>
        </p:spPr>
        <p:txBody>
          <a:bodyPr wrap="square"/>
          <a:lstStyle/>
          <a:p>
            <a:r>
              <a:rPr sz="2140">
                <a:solidFill>
                  <a:schemeClr val="accent2"/>
                </a:solidFill>
                <a:latin typeface="Century Gothic"/>
              </a:rPr>
              <a:t>3. Transitorio (pre-/post- CdA) </a:t>
            </a:r>
            <a:r>
              <a:rPr sz="2140">
                <a:latin typeface="Century Gothic"/>
              </a:rPr>
              <a:t>| Quattro principi guida orientano la gestione del periodo transitorio</a:t>
            </a:r>
          </a:p>
        </p:txBody>
      </p:sp>
      <p:sp>
        <p:nvSpPr>
          <p:cNvPr id="4" name="Text Placeholder 3"/>
          <p:cNvSpPr>
            <a:spLocks noGrp="1"/>
          </p:cNvSpPr>
          <p:nvPr>
            <p:ph type="body" idx="10" sz="quarter"/>
          </p:nvPr>
        </p:nvSpPr>
        <p:spPr/>
        <p:txBody>
          <a:bodyPr/>
          <a:lstStyle/>
          <a:p/>
        </p:txBody>
      </p:sp>
      <p:sp>
        <p:nvSpPr>
          <p:cNvPr id="5" name="Rectangle 4"/>
          <p:cNvSpPr/>
          <p:nvPr/>
        </p:nvSpPr>
        <p:spPr>
          <a:xfrm>
            <a:off x="10080000" y="216000"/>
            <a:ext cx="1573200" cy="1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r"/>
            <a:r>
              <a:rPr sz="1000" b="0" u="sng">
                <a:solidFill>
                  <a:srgbClr val="003A79"/>
                </a:solidFill>
                <a:latin typeface="Century Gothic"/>
                <a:highlight>
                  <a:srgbClr val="FFFF00"/>
                </a:highlight>
              </a:rPr>
              <a:t>PER DISCUSSIONE</a:t>
            </a:r>
          </a:p>
        </p:txBody>
      </p:sp>
      <p:sp>
        <p:nvSpPr>
          <p:cNvPr id="7" name="Rectangle 6"/>
          <p:cNvSpPr/>
          <p:nvPr/>
        </p:nvSpPr>
        <p:spPr>
          <a:xfrm>
            <a:off x="554400" y="943200"/>
            <a:ext cx="2628000" cy="19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b" wrap="square" lIns="0" rIns="0" tIns="0" bIns="0">
            <a:normAutofit/>
          </a:bodyPr>
          <a:lstStyle/>
          <a:p>
            <a:pPr algn="l"/>
            <a:r>
              <a:rPr sz="1200" b="1">
                <a:solidFill>
                  <a:srgbClr val="003A79"/>
                </a:solidFill>
                <a:latin typeface="Century Gothic"/>
              </a:rPr>
              <a:t>Principio</a:t>
            </a:r>
          </a:p>
        </p:txBody>
      </p:sp>
      <p:sp>
        <p:nvSpPr>
          <p:cNvPr id="8" name="Rectangle 7"/>
          <p:cNvSpPr/>
          <p:nvPr/>
        </p:nvSpPr>
        <p:spPr>
          <a:xfrm>
            <a:off x="3348000" y="943200"/>
            <a:ext cx="3744000" cy="19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b" wrap="square" lIns="0" rIns="0" tIns="0" bIns="0">
            <a:normAutofit/>
          </a:bodyPr>
          <a:lstStyle/>
          <a:p>
            <a:pPr algn="l"/>
            <a:r>
              <a:rPr sz="1200" b="1">
                <a:solidFill>
                  <a:srgbClr val="003A79"/>
                </a:solidFill>
                <a:latin typeface="Century Gothic"/>
              </a:rPr>
              <a:t>Cosa vuol dire</a:t>
            </a:r>
          </a:p>
        </p:txBody>
      </p:sp>
      <p:sp>
        <p:nvSpPr>
          <p:cNvPr id="9" name="Rectangle 8"/>
          <p:cNvSpPr/>
          <p:nvPr/>
        </p:nvSpPr>
        <p:spPr>
          <a:xfrm>
            <a:off x="7343999" y="943200"/>
            <a:ext cx="4284000" cy="19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b" wrap="square" lIns="0" rIns="0" tIns="0" bIns="0">
            <a:normAutofit/>
          </a:bodyPr>
          <a:lstStyle/>
          <a:p>
            <a:pPr algn="l"/>
            <a:r>
              <a:rPr sz="1200" b="1">
                <a:solidFill>
                  <a:srgbClr val="003A79"/>
                </a:solidFill>
                <a:latin typeface="Century Gothic"/>
              </a:rPr>
              <a:t>Implicazioni sulla gestione del transitorio</a:t>
            </a:r>
          </a:p>
        </p:txBody>
      </p:sp>
      <p:sp>
        <p:nvSpPr>
          <p:cNvPr id="10" name="Oval 9"/>
          <p:cNvSpPr/>
          <p:nvPr/>
        </p:nvSpPr>
        <p:spPr>
          <a:xfrm>
            <a:off x="554400" y="1242000"/>
            <a:ext cx="288000" cy="288000"/>
          </a:xfrm>
          <a:prstGeom prst="ellipse">
            <a:avLst/>
          </a:prstGeom>
          <a:solidFill>
            <a:srgbClr val="F18B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a:bodyPr>
          <a:lstStyle/>
          <a:p>
            <a:pPr algn="ctr"/>
            <a:r>
              <a:rPr sz="1200" b="1">
                <a:solidFill>
                  <a:srgbClr val="FFFFFF"/>
                </a:solidFill>
                <a:latin typeface="Century Gothic"/>
              </a:rPr>
              <a:t>1</a:t>
            </a:r>
          </a:p>
        </p:txBody>
      </p:sp>
      <p:sp>
        <p:nvSpPr>
          <p:cNvPr id="11" name="Rounded Rectangle 10"/>
          <p:cNvSpPr/>
          <p:nvPr/>
        </p:nvSpPr>
        <p:spPr>
          <a:xfrm>
            <a:off x="917999" y="1224000"/>
            <a:ext cx="2250000" cy="1044000"/>
          </a:xfrm>
          <a:prstGeom prst="roundRect">
            <a:avLst/>
          </a:prstGeom>
          <a:solidFill>
            <a:srgbClr val="003A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72000" tIns="36000" bIns="36000">
            <a:normAutofit/>
          </a:bodyPr>
          <a:lstStyle/>
          <a:p>
            <a:pPr algn="l"/>
            <a:r>
              <a:rPr sz="800" b="0">
                <a:solidFill>
                  <a:srgbClr val="C0CCE4"/>
                </a:solidFill>
                <a:latin typeface="Century Gothic"/>
              </a:rPr>
              <a:t>PERIMETRO IN USCITA</a:t>
            </a:r>
          </a:p>
          <a:p>
            <a:pPr algn="l">
              <a:spcBef>
                <a:spcPts val="400"/>
              </a:spcBef>
            </a:pPr>
            <a:r>
              <a:rPr sz="1200" b="1">
                <a:solidFill>
                  <a:srgbClr val="FFFFFF"/>
                </a:solidFill>
                <a:latin typeface="Century Gothic"/>
              </a:rPr>
              <a:t>Minima ingerenza e permanenza sul perimetro in uscita</a:t>
            </a:r>
          </a:p>
        </p:txBody>
      </p:sp>
      <p:sp>
        <p:nvSpPr>
          <p:cNvPr id="12" name="Rectangle 11"/>
          <p:cNvSpPr/>
          <p:nvPr/>
        </p:nvSpPr>
        <p:spPr>
          <a:xfrm>
            <a:off x="3348000" y="1224000"/>
            <a:ext cx="3744000" cy="1044000"/>
          </a:xfrm>
          <a:prstGeom prst="rect">
            <a:avLst/>
          </a:prstGeom>
          <a:solidFill>
            <a:srgbClr val="FFFFFF"/>
          </a:solidFill>
          <a:ln w="9525">
            <a:solidFill>
              <a:srgbClr val="C0CCE4"/>
            </a:solidFill>
          </a:ln>
          <a:effectLst/>
        </p:spPr>
        <p:style>
          <a:lnRef idx="1">
            <a:schemeClr val="accent1"/>
          </a:lnRef>
          <a:fillRef idx="3">
            <a:schemeClr val="accent1"/>
          </a:fillRef>
          <a:effectRef idx="2">
            <a:schemeClr val="accent1"/>
          </a:effectRef>
          <a:fontRef idx="minor">
            <a:schemeClr val="lt1"/>
          </a:fontRef>
        </p:style>
        <p:txBody>
          <a:bodyPr rtlCol="0" anchor="ctr" wrap="square" lIns="79200" rIns="79200" tIns="43200" bIns="43200">
            <a:normAutofit/>
          </a:bodyPr>
          <a:lstStyle/>
          <a:p>
            <a:pPr algn="l"/>
            <a:r>
              <a:rPr sz="1000" b="0">
                <a:solidFill>
                  <a:srgbClr val="003A79"/>
                </a:solidFill>
                <a:latin typeface="Century Gothic"/>
              </a:rPr>
              <a:t>Su tutto ciò che è destinato al carve-out – corporate center MPS, filiali e società in uscita – l’intervento di ISP è limitato al minimo indispensabile e il tempo di permanenza nel perimetro del Gruppo è il più breve possibile</a:t>
            </a:r>
          </a:p>
        </p:txBody>
      </p:sp>
      <p:sp>
        <p:nvSpPr>
          <p:cNvPr id="13" name="Rectangle 12"/>
          <p:cNvSpPr/>
          <p:nvPr/>
        </p:nvSpPr>
        <p:spPr>
          <a:xfrm>
            <a:off x="7343999" y="1224000"/>
            <a:ext cx="4284000" cy="104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8800" bIns="28800">
            <a:normAutofit/>
          </a:bodyPr>
          <a:lstStyle/>
          <a:p>
            <a:pPr algn="l" marL="200000" indent="-200000">
              <a:buClr>
                <a:srgbClr val="003A79"/>
              </a:buClr>
              <a:buFont typeface="Wingdings" pitchFamily="2" charset="2"/>
              <a:buChar char="§"/>
            </a:pPr>
            <a:r>
              <a:rPr sz="950" b="0">
                <a:solidFill>
                  <a:srgbClr val="003A79"/>
                </a:solidFill>
                <a:latin typeface="Century Gothic"/>
              </a:rPr>
              <a:t>Gestione in continuità, coerente con gli impegni assunti verso Unipol: nessuna manovra elusiva del business</a:t>
            </a:r>
          </a:p>
          <a:p>
            <a:pPr algn="l" marL="200000" indent="-200000">
              <a:spcBef>
                <a:spcPts val="600"/>
              </a:spcBef>
              <a:buClr>
                <a:srgbClr val="003A79"/>
              </a:buClr>
              <a:buFont typeface="Wingdings" pitchFamily="2" charset="2"/>
              <a:buChar char="§"/>
            </a:pPr>
            <a:r>
              <a:rPr sz="950" b="0">
                <a:solidFill>
                  <a:srgbClr val="003A79"/>
                </a:solidFill>
                <a:latin typeface="Century Gothic"/>
              </a:rPr>
              <a:t>Nessun allineamento ai modelli ISP sul perimetro in uscita (es. politiche di remunerazione, piano di integrazione)</a:t>
            </a:r>
          </a:p>
          <a:p>
            <a:pPr algn="l" marL="200000" indent="-200000">
              <a:spcBef>
                <a:spcPts val="600"/>
              </a:spcBef>
              <a:buClr>
                <a:srgbClr val="003A79"/>
              </a:buClr>
              <a:buFont typeface="Wingdings" pitchFamily="2" charset="2"/>
              <a:buChar char="§"/>
            </a:pPr>
            <a:r>
              <a:rPr sz="950" b="0">
                <a:solidFill>
                  <a:srgbClr val="003A79"/>
                </a:solidFill>
                <a:latin typeface="Century Gothic"/>
              </a:rPr>
              <a:t>Azioni e comunicazioni al personale segmentate per perimetro di destinazione</a:t>
            </a:r>
          </a:p>
        </p:txBody>
      </p:sp>
      <p:sp>
        <p:nvSpPr>
          <p:cNvPr id="14" name="Oval 13"/>
          <p:cNvSpPr/>
          <p:nvPr/>
        </p:nvSpPr>
        <p:spPr>
          <a:xfrm>
            <a:off x="554400" y="2376000"/>
            <a:ext cx="288000" cy="288000"/>
          </a:xfrm>
          <a:prstGeom prst="ellipse">
            <a:avLst/>
          </a:prstGeom>
          <a:solidFill>
            <a:srgbClr val="F18B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a:bodyPr>
          <a:lstStyle/>
          <a:p>
            <a:pPr algn="ctr"/>
            <a:r>
              <a:rPr sz="1200" b="1">
                <a:solidFill>
                  <a:srgbClr val="FFFFFF"/>
                </a:solidFill>
                <a:latin typeface="Century Gothic"/>
              </a:rPr>
              <a:t>2</a:t>
            </a:r>
          </a:p>
        </p:txBody>
      </p:sp>
      <p:sp>
        <p:nvSpPr>
          <p:cNvPr id="15" name="Rounded Rectangle 14"/>
          <p:cNvSpPr/>
          <p:nvPr/>
        </p:nvSpPr>
        <p:spPr>
          <a:xfrm>
            <a:off x="917999" y="2358000"/>
            <a:ext cx="2250000" cy="1044000"/>
          </a:xfrm>
          <a:prstGeom prst="roundRect">
            <a:avLst/>
          </a:prstGeom>
          <a:solidFill>
            <a:srgbClr val="003A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72000" tIns="36000" bIns="36000">
            <a:normAutofit/>
          </a:bodyPr>
          <a:lstStyle/>
          <a:p>
            <a:pPr algn="l"/>
            <a:r>
              <a:rPr sz="800" b="0">
                <a:solidFill>
                  <a:srgbClr val="C0CCE4"/>
                </a:solidFill>
                <a:latin typeface="Century Gothic"/>
              </a:rPr>
              <a:t>PERIMETRO IN INGRESSO</a:t>
            </a:r>
          </a:p>
          <a:p>
            <a:pPr algn="l">
              <a:spcBef>
                <a:spcPts val="400"/>
              </a:spcBef>
            </a:pPr>
            <a:r>
              <a:rPr sz="1200" b="1">
                <a:solidFill>
                  <a:srgbClr val="FFFFFF"/>
                </a:solidFill>
                <a:latin typeface="Century Gothic"/>
              </a:rPr>
              <a:t>Governance centralizzata sui meccanismi già esistenti</a:t>
            </a:r>
          </a:p>
        </p:txBody>
      </p:sp>
      <p:sp>
        <p:nvSpPr>
          <p:cNvPr id="16" name="Rectangle 15"/>
          <p:cNvSpPr/>
          <p:nvPr/>
        </p:nvSpPr>
        <p:spPr>
          <a:xfrm>
            <a:off x="3348000" y="2358000"/>
            <a:ext cx="3744000" cy="1044000"/>
          </a:xfrm>
          <a:prstGeom prst="rect">
            <a:avLst/>
          </a:prstGeom>
          <a:solidFill>
            <a:srgbClr val="FFFFFF"/>
          </a:solidFill>
          <a:ln w="9525">
            <a:solidFill>
              <a:srgbClr val="C0CCE4"/>
            </a:solidFill>
          </a:ln>
          <a:effectLst/>
        </p:spPr>
        <p:style>
          <a:lnRef idx="1">
            <a:schemeClr val="accent1"/>
          </a:lnRef>
          <a:fillRef idx="3">
            <a:schemeClr val="accent1"/>
          </a:fillRef>
          <a:effectRef idx="2">
            <a:schemeClr val="accent1"/>
          </a:effectRef>
          <a:fontRef idx="minor">
            <a:schemeClr val="lt1"/>
          </a:fontRef>
        </p:style>
        <p:txBody>
          <a:bodyPr rtlCol="0" anchor="ctr" wrap="square" lIns="79200" rIns="79200" tIns="43200" bIns="43200">
            <a:normAutofit/>
          </a:bodyPr>
          <a:lstStyle/>
          <a:p>
            <a:pPr algn="l"/>
            <a:r>
              <a:rPr sz="1000" b="0">
                <a:solidFill>
                  <a:srgbClr val="003A79"/>
                </a:solidFill>
                <a:latin typeface="Century Gothic"/>
              </a:rPr>
              <a:t>Sugli asset che restano in ISP si applica il modello di indirizzo e coordinamento già in essere nel Gruppo: non si istituiscono strutture o meccanismi ad hoc per il transitorio</a:t>
            </a:r>
          </a:p>
        </p:txBody>
      </p:sp>
      <p:sp>
        <p:nvSpPr>
          <p:cNvPr id="17" name="Rectangle 16"/>
          <p:cNvSpPr/>
          <p:nvPr/>
        </p:nvSpPr>
        <p:spPr>
          <a:xfrm>
            <a:off x="7343999" y="2358000"/>
            <a:ext cx="4284000" cy="104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8800" bIns="28800">
            <a:normAutofit/>
          </a:bodyPr>
          <a:lstStyle/>
          <a:p>
            <a:pPr algn="l" marL="200000" indent="-200000">
              <a:buClr>
                <a:srgbClr val="003A79"/>
              </a:buClr>
              <a:buFont typeface="Wingdings" pitchFamily="2" charset="2"/>
              <a:buChar char="§"/>
            </a:pPr>
            <a:r>
              <a:rPr sz="950" b="0">
                <a:solidFill>
                  <a:srgbClr val="003A79"/>
                </a:solidFill>
                <a:latin typeface="Century Gothic"/>
              </a:rPr>
              <a:t>Attivazione dei riporti funzionali verso i corrispettivi ISP, per Divisione e per Area di Governo</a:t>
            </a:r>
          </a:p>
          <a:p>
            <a:pPr algn="l" marL="200000" indent="-200000">
              <a:spcBef>
                <a:spcPts val="600"/>
              </a:spcBef>
              <a:buClr>
                <a:srgbClr val="003A79"/>
              </a:buClr>
              <a:buFont typeface="Wingdings" pitchFamily="2" charset="2"/>
              <a:buChar char="§"/>
            </a:pPr>
            <a:r>
              <a:rPr sz="950" b="0">
                <a:solidFill>
                  <a:srgbClr val="003A79"/>
                </a:solidFill>
                <a:latin typeface="Century Gothic"/>
              </a:rPr>
              <a:t>Presidio da rafforzare oltre i soli riporti funzionali, in un contesto atteso meno collaborativo rispetto a UBI</a:t>
            </a:r>
          </a:p>
          <a:p>
            <a:pPr algn="l" marL="200000" indent="-200000">
              <a:spcBef>
                <a:spcPts val="600"/>
              </a:spcBef>
              <a:buClr>
                <a:srgbClr val="003A79"/>
              </a:buClr>
              <a:buFont typeface="Wingdings" pitchFamily="2" charset="2"/>
              <a:buChar char="§"/>
            </a:pPr>
            <a:r>
              <a:rPr sz="950" b="0">
                <a:solidFill>
                  <a:srgbClr val="003A79"/>
                </a:solidFill>
                <a:latin typeface="Century Gothic"/>
              </a:rPr>
              <a:t>Focus sulle posizioni di governance della target (CEO, CFO, CRO, Comitati), più che sul presidio fisico in loco</a:t>
            </a:r>
          </a:p>
        </p:txBody>
      </p:sp>
      <p:cxnSp>
        <p:nvCxnSpPr>
          <p:cNvPr id="18" name="Connector 17"/>
          <p:cNvCxnSpPr/>
          <p:nvPr/>
        </p:nvCxnSpPr>
        <p:spPr>
          <a:xfrm>
            <a:off x="554400" y="2307600"/>
            <a:ext cx="11124000" cy="0"/>
          </a:xfrm>
          <a:prstGeom prst="line">
            <a:avLst/>
          </a:prstGeom>
          <a:ln w="9525">
            <a:solidFill>
              <a:srgbClr val="B3B3B3"/>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554400" y="3510000"/>
            <a:ext cx="288000" cy="288000"/>
          </a:xfrm>
          <a:prstGeom prst="ellipse">
            <a:avLst/>
          </a:prstGeom>
          <a:solidFill>
            <a:srgbClr val="F18B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a:bodyPr>
          <a:lstStyle/>
          <a:p>
            <a:pPr algn="ctr"/>
            <a:r>
              <a:rPr sz="1200" b="1">
                <a:solidFill>
                  <a:srgbClr val="FFFFFF"/>
                </a:solidFill>
                <a:latin typeface="Century Gothic"/>
              </a:rPr>
              <a:t>3</a:t>
            </a:r>
          </a:p>
        </p:txBody>
      </p:sp>
      <p:sp>
        <p:nvSpPr>
          <p:cNvPr id="20" name="Rounded Rectangle 19"/>
          <p:cNvSpPr/>
          <p:nvPr/>
        </p:nvSpPr>
        <p:spPr>
          <a:xfrm>
            <a:off x="917999" y="3491999"/>
            <a:ext cx="2250000" cy="1044000"/>
          </a:xfrm>
          <a:prstGeom prst="roundRect">
            <a:avLst/>
          </a:prstGeom>
          <a:solidFill>
            <a:srgbClr val="003A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72000" tIns="36000" bIns="36000">
            <a:normAutofit/>
          </a:bodyPr>
          <a:lstStyle/>
          <a:p>
            <a:pPr algn="l"/>
            <a:r>
              <a:rPr sz="800" b="0">
                <a:solidFill>
                  <a:srgbClr val="C0CCE4"/>
                </a:solidFill>
                <a:latin typeface="Century Gothic"/>
              </a:rPr>
              <a:t>ENTRAMBI I PERIMETRI</a:t>
            </a:r>
          </a:p>
          <a:p>
            <a:pPr algn="l">
              <a:spcBef>
                <a:spcPts val="400"/>
              </a:spcBef>
            </a:pPr>
            <a:r>
              <a:rPr sz="1200" b="1">
                <a:solidFill>
                  <a:srgbClr val="FFFFFF"/>
                </a:solidFill>
                <a:latin typeface="Century Gothic"/>
              </a:rPr>
              <a:t>Riduzione delle legal entity come opzione di default</a:t>
            </a:r>
          </a:p>
        </p:txBody>
      </p:sp>
      <p:sp>
        <p:nvSpPr>
          <p:cNvPr id="21" name="Rectangle 20"/>
          <p:cNvSpPr/>
          <p:nvPr/>
        </p:nvSpPr>
        <p:spPr>
          <a:xfrm>
            <a:off x="3348000" y="3491999"/>
            <a:ext cx="3744000" cy="1044000"/>
          </a:xfrm>
          <a:prstGeom prst="rect">
            <a:avLst/>
          </a:prstGeom>
          <a:solidFill>
            <a:srgbClr val="FFFFFF"/>
          </a:solidFill>
          <a:ln w="9525">
            <a:solidFill>
              <a:srgbClr val="C0CCE4"/>
            </a:solidFill>
          </a:ln>
          <a:effectLst/>
        </p:spPr>
        <p:style>
          <a:lnRef idx="1">
            <a:schemeClr val="accent1"/>
          </a:lnRef>
          <a:fillRef idx="3">
            <a:schemeClr val="accent1"/>
          </a:fillRef>
          <a:effectRef idx="2">
            <a:schemeClr val="accent1"/>
          </a:effectRef>
          <a:fontRef idx="minor">
            <a:schemeClr val="lt1"/>
          </a:fontRef>
        </p:style>
        <p:txBody>
          <a:bodyPr rtlCol="0" anchor="ctr" wrap="square" lIns="79200" rIns="79200" tIns="43200" bIns="43200">
            <a:normAutofit/>
          </a:bodyPr>
          <a:lstStyle/>
          <a:p>
            <a:pPr algn="l"/>
            <a:r>
              <a:rPr sz="1000" b="0">
                <a:solidFill>
                  <a:srgbClr val="003A79"/>
                </a:solidFill>
                <a:latin typeface="Century Gothic"/>
              </a:rPr>
              <a:t>Coerentemente con l’obiettivo di Piano già comunicato al mercato, l’ipotesi di base è la razionalizzazione delle legal entity acquisite; il mantenimento è l’eccezione e va motivato</a:t>
            </a:r>
          </a:p>
        </p:txBody>
      </p:sp>
      <p:sp>
        <p:nvSpPr>
          <p:cNvPr id="22" name="Rectangle 21"/>
          <p:cNvSpPr/>
          <p:nvPr/>
        </p:nvSpPr>
        <p:spPr>
          <a:xfrm>
            <a:off x="7343999" y="3491999"/>
            <a:ext cx="4284000" cy="104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8800" bIns="28800">
            <a:normAutofit/>
          </a:bodyPr>
          <a:lstStyle/>
          <a:p>
            <a:pPr algn="l" marL="200000" indent="-200000">
              <a:buClr>
                <a:srgbClr val="003A79"/>
              </a:buClr>
              <a:buFont typeface="Wingdings" pitchFamily="2" charset="2"/>
              <a:buChar char="§"/>
            </a:pPr>
            <a:r>
              <a:rPr sz="950" b="0">
                <a:solidFill>
                  <a:srgbClr val="003A79"/>
                </a:solidFill>
                <a:latin typeface="Century Gothic"/>
              </a:rPr>
              <a:t>Verifica delle sovrapposizioni con entità già presenti nel Gruppo (es. fiduciarie/trust)</a:t>
            </a:r>
          </a:p>
          <a:p>
            <a:pPr algn="l" marL="200000" indent="-200000">
              <a:spcBef>
                <a:spcPts val="600"/>
              </a:spcBef>
              <a:buClr>
                <a:srgbClr val="003A79"/>
              </a:buClr>
              <a:buFont typeface="Wingdings" pitchFamily="2" charset="2"/>
              <a:buChar char="§"/>
            </a:pPr>
            <a:r>
              <a:rPr sz="950" b="0">
                <a:solidFill>
                  <a:srgbClr val="003A79"/>
                </a:solidFill>
                <a:latin typeface="Century Gothic"/>
              </a:rPr>
              <a:t>Le scelte di presidio del transitorio non devono pregiudicare la successiva razionalizzazione societaria</a:t>
            </a:r>
          </a:p>
        </p:txBody>
      </p:sp>
      <p:cxnSp>
        <p:nvCxnSpPr>
          <p:cNvPr id="23" name="Connector 22"/>
          <p:cNvCxnSpPr/>
          <p:nvPr/>
        </p:nvCxnSpPr>
        <p:spPr>
          <a:xfrm>
            <a:off x="554400" y="3441599"/>
            <a:ext cx="11124000" cy="0"/>
          </a:xfrm>
          <a:prstGeom prst="line">
            <a:avLst/>
          </a:prstGeom>
          <a:ln w="9525">
            <a:solidFill>
              <a:srgbClr val="B3B3B3"/>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554400" y="4644000"/>
            <a:ext cx="288000" cy="288000"/>
          </a:xfrm>
          <a:prstGeom prst="ellipse">
            <a:avLst/>
          </a:prstGeom>
          <a:solidFill>
            <a:srgbClr val="F18B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a:bodyPr>
          <a:lstStyle/>
          <a:p>
            <a:pPr algn="ctr"/>
            <a:r>
              <a:rPr sz="1200" b="1">
                <a:solidFill>
                  <a:srgbClr val="FFFFFF"/>
                </a:solidFill>
                <a:latin typeface="Century Gothic"/>
              </a:rPr>
              <a:t>4</a:t>
            </a:r>
          </a:p>
        </p:txBody>
      </p:sp>
      <p:sp>
        <p:nvSpPr>
          <p:cNvPr id="25" name="Rounded Rectangle 24"/>
          <p:cNvSpPr/>
          <p:nvPr/>
        </p:nvSpPr>
        <p:spPr>
          <a:xfrm>
            <a:off x="917999" y="4626000"/>
            <a:ext cx="2250000" cy="1044000"/>
          </a:xfrm>
          <a:prstGeom prst="roundRect">
            <a:avLst/>
          </a:prstGeom>
          <a:solidFill>
            <a:srgbClr val="003A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72000" tIns="36000" bIns="36000">
            <a:normAutofit/>
          </a:bodyPr>
          <a:lstStyle/>
          <a:p>
            <a:pPr algn="l"/>
            <a:r>
              <a:rPr sz="800" b="0">
                <a:solidFill>
                  <a:srgbClr val="C0CCE4"/>
                </a:solidFill>
                <a:latin typeface="Century Gothic"/>
              </a:rPr>
              <a:t>ENTRAMBI I PERIMETRI</a:t>
            </a:r>
          </a:p>
          <a:p>
            <a:pPr algn="l">
              <a:spcBef>
                <a:spcPts val="400"/>
              </a:spcBef>
            </a:pPr>
            <a:r>
              <a:rPr sz="1200" b="1">
                <a:solidFill>
                  <a:srgbClr val="FFFFFF"/>
                </a:solidFill>
                <a:latin typeface="Century Gothic"/>
              </a:rPr>
              <a:t>Nessuno «spezzatino»: al Day 1 una società, un responsabile</a:t>
            </a:r>
          </a:p>
        </p:txBody>
      </p:sp>
      <p:sp>
        <p:nvSpPr>
          <p:cNvPr id="26" name="Rectangle 25"/>
          <p:cNvSpPr/>
          <p:nvPr/>
        </p:nvSpPr>
        <p:spPr>
          <a:xfrm>
            <a:off x="3348000" y="4626000"/>
            <a:ext cx="3744000" cy="1044000"/>
          </a:xfrm>
          <a:prstGeom prst="rect">
            <a:avLst/>
          </a:prstGeom>
          <a:solidFill>
            <a:srgbClr val="FFFFFF"/>
          </a:solidFill>
          <a:ln w="9525">
            <a:solidFill>
              <a:srgbClr val="C0CCE4"/>
            </a:solidFill>
          </a:ln>
          <a:effectLst/>
        </p:spPr>
        <p:style>
          <a:lnRef idx="1">
            <a:schemeClr val="accent1"/>
          </a:lnRef>
          <a:fillRef idx="3">
            <a:schemeClr val="accent1"/>
          </a:fillRef>
          <a:effectRef idx="2">
            <a:schemeClr val="accent1"/>
          </a:effectRef>
          <a:fontRef idx="minor">
            <a:schemeClr val="lt1"/>
          </a:fontRef>
        </p:style>
        <p:txBody>
          <a:bodyPr rtlCol="0" anchor="ctr" wrap="square" lIns="79200" rIns="79200" tIns="43200" bIns="43200">
            <a:normAutofit/>
          </a:bodyPr>
          <a:lstStyle/>
          <a:p>
            <a:pPr algn="l"/>
            <a:r>
              <a:rPr sz="1000" b="0">
                <a:solidFill>
                  <a:srgbClr val="003A79"/>
                </a:solidFill>
                <a:latin typeface="Century Gothic"/>
              </a:rPr>
              <a:t>Nel transitorio ciascuna società è assegnata per intero a un unico responsabile, individuato per prevalenza dell’attività; le entity non vengono suddivise tra più presidi</a:t>
            </a:r>
          </a:p>
        </p:txBody>
      </p:sp>
      <p:sp>
        <p:nvSpPr>
          <p:cNvPr id="27" name="Rectangle 26"/>
          <p:cNvSpPr/>
          <p:nvPr/>
        </p:nvSpPr>
        <p:spPr>
          <a:xfrm>
            <a:off x="7343999" y="4626000"/>
            <a:ext cx="4284000" cy="104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8800" bIns="28800">
            <a:normAutofit/>
          </a:bodyPr>
          <a:lstStyle/>
          <a:p>
            <a:pPr algn="l" marL="200000" indent="-200000">
              <a:buClr>
                <a:srgbClr val="003A79"/>
              </a:buClr>
              <a:buFont typeface="Wingdings" pitchFamily="2" charset="2"/>
              <a:buChar char="§"/>
            </a:pPr>
            <a:r>
              <a:rPr sz="950" b="0">
                <a:solidFill>
                  <a:srgbClr val="003A79"/>
                </a:solidFill>
                <a:latin typeface="Century Gothic"/>
              </a:rPr>
              <a:t>L’assegnazione al Day 1 è la migliore ipotesi disponibile ed è rivedibile in una fase successiva</a:t>
            </a:r>
          </a:p>
          <a:p>
            <a:pPr algn="l" marL="200000" indent="-200000">
              <a:spcBef>
                <a:spcPts val="600"/>
              </a:spcBef>
              <a:buClr>
                <a:srgbClr val="003A79"/>
              </a:buClr>
              <a:buFont typeface="Wingdings" pitchFamily="2" charset="2"/>
              <a:buChar char="§"/>
            </a:pPr>
            <a:r>
              <a:rPr sz="950" b="0">
                <a:solidFill>
                  <a:srgbClr val="003A79"/>
                </a:solidFill>
                <a:latin typeface="Century Gothic"/>
              </a:rPr>
              <a:t>Dove la prevalenza non è univoca l’assegnazione resta TBD (es. Compass, possibile veicolo per il carve-out)</a:t>
            </a:r>
          </a:p>
        </p:txBody>
      </p:sp>
      <p:cxnSp>
        <p:nvCxnSpPr>
          <p:cNvPr id="28" name="Connector 27"/>
          <p:cNvCxnSpPr/>
          <p:nvPr/>
        </p:nvCxnSpPr>
        <p:spPr>
          <a:xfrm>
            <a:off x="554400" y="4575600"/>
            <a:ext cx="11124000" cy="0"/>
          </a:xfrm>
          <a:prstGeom prst="line">
            <a:avLst/>
          </a:prstGeom>
          <a:ln w="9525">
            <a:solidFill>
              <a:srgbClr val="B3B3B3"/>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54400" y="5850000"/>
            <a:ext cx="11124000" cy="630000"/>
          </a:xfrm>
          <a:prstGeom prst="roundRect">
            <a:avLst/>
          </a:prstGeom>
          <a:solidFill>
            <a:srgbClr val="003A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5999" rIns="125999" tIns="43200" bIns="43200">
            <a:normAutofit/>
          </a:bodyPr>
          <a:lstStyle/>
          <a:p>
            <a:pPr algn="ctr"/>
            <a:r>
              <a:rPr sz="1200" b="1">
                <a:solidFill>
                  <a:srgbClr val="FFFFFF"/>
                </a:solidFill>
                <a:latin typeface="Century Gothic"/>
              </a:rPr>
              <a:t>Chiave di lettura | Definizione nel pre-settlement, attivazione nel transitorio</a:t>
            </a:r>
          </a:p>
          <a:p>
            <a:pPr algn="l">
              <a:spcBef>
                <a:spcPts val="300"/>
              </a:spcBef>
            </a:pPr>
            <a:r>
              <a:rPr sz="1050" b="0">
                <a:solidFill>
                  <a:srgbClr val="FFFFFF"/>
                </a:solidFill>
                <a:latin typeface="Century Gothic"/>
              </a:rPr>
              <a:t>Perimetri, riporti funzionali e policy sono definiti prima del settlement; nel periodo transitorio se ne attiva l’operatività. Analogamente, il setup della macchina di integrazione è impostato nel pre-settlement e attivato nel transitorio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772CC-1178-2F0C-DCB2-074E7D1CAC18}"/>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C6FC8125-6B55-6E90-43C9-B94AABA8168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5" name="Object 2" hidden="1">
                        <a:extLst>
                          <a:ext uri="{FF2B5EF4-FFF2-40B4-BE49-F238E27FC236}">
                            <a16:creationId xmlns:a16="http://schemas.microsoft.com/office/drawing/2014/main" id="{C6FC8125-6B55-6E90-43C9-B94AABA81680}"/>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6" name="2. Slide Title">
            <a:extLst>
              <a:ext uri="{FF2B5EF4-FFF2-40B4-BE49-F238E27FC236}">
                <a16:creationId xmlns:a16="http://schemas.microsoft.com/office/drawing/2014/main" id="{DDB9DBEE-8580-2B84-34F1-E65226D13649}"/>
              </a:ext>
            </a:extLst>
          </p:cNvPr>
          <p:cNvSpPr>
            <a:spLocks noGrp="1"/>
          </p:cNvSpPr>
          <p:nvPr>
            <p:ph type="title"/>
            <p:custDataLst>
              <p:tags r:id="rId2"/>
            </p:custDataLst>
          </p:nvPr>
        </p:nvSpPr>
        <p:spPr>
          <a:xfrm>
            <a:off x="554736" y="2744369"/>
            <a:ext cx="3465576" cy="677108"/>
          </a:xfrm>
        </p:spPr>
        <p:txBody>
          <a:bodyPr vert="horz" anchor="ctr"/>
          <a:lstStyle/>
          <a:p>
            <a:r>
              <a:rPr lang="en-US" sz="2200">
                <a:solidFill>
                  <a:schemeClr val="accent2"/>
                </a:solidFill>
              </a:rPr>
              <a:t>3. </a:t>
            </a:r>
            <a:r>
              <a:rPr lang="it-IT" sz="2200">
                <a:solidFill>
                  <a:schemeClr val="accent2"/>
                </a:solidFill>
              </a:rPr>
              <a:t>Transitorio (</a:t>
            </a:r>
            <a:r>
              <a:rPr lang="it-IT" sz="2200" err="1">
                <a:solidFill>
                  <a:schemeClr val="accent2"/>
                </a:solidFill>
              </a:rPr>
              <a:t>pre</a:t>
            </a:r>
            <a:r>
              <a:rPr lang="it-IT" sz="2200">
                <a:solidFill>
                  <a:schemeClr val="accent2"/>
                </a:solidFill>
              </a:rPr>
              <a:t>-/post- </a:t>
            </a:r>
            <a:r>
              <a:rPr lang="it-IT" sz="2200" err="1">
                <a:solidFill>
                  <a:schemeClr val="accent2"/>
                </a:solidFill>
              </a:rPr>
              <a:t>CdA</a:t>
            </a:r>
            <a:r>
              <a:rPr lang="it-IT" sz="2200">
                <a:solidFill>
                  <a:schemeClr val="accent2"/>
                </a:solidFill>
              </a:rPr>
              <a:t>) |</a:t>
            </a:r>
            <a:r>
              <a:rPr lang="it-IT" sz="2200"/>
              <a:t> Attività del filone</a:t>
            </a:r>
            <a:endParaRPr lang="en-US" sz="2200"/>
          </a:p>
        </p:txBody>
      </p:sp>
      <p:sp>
        <p:nvSpPr>
          <p:cNvPr id="8" name="1. On-page tracker">
            <a:extLst>
              <a:ext uri="{FF2B5EF4-FFF2-40B4-BE49-F238E27FC236}">
                <a16:creationId xmlns:a16="http://schemas.microsoft.com/office/drawing/2014/main" id="{B5DA5DC3-65A7-E3FA-22DE-753586EE5EAE}"/>
              </a:ext>
            </a:extLst>
          </p:cNvPr>
          <p:cNvSpPr>
            <a:spLocks noGrp="1"/>
          </p:cNvSpPr>
          <p:nvPr>
            <p:ph type="body" sz="quarter" idx="10"/>
            <p:custDataLst>
              <p:tags r:id="rId3"/>
            </p:custDataLst>
          </p:nvPr>
        </p:nvSpPr>
        <p:spPr/>
        <p:txBody>
          <a:bodyPr/>
          <a:lstStyle/>
          <a:p>
            <a:endParaRPr lang="en-US"/>
          </a:p>
        </p:txBody>
      </p:sp>
      <p:sp>
        <p:nvSpPr>
          <p:cNvPr id="24" name="Oval 23">
            <a:extLst>
              <a:ext uri="{FF2B5EF4-FFF2-40B4-BE49-F238E27FC236}">
                <a16:creationId xmlns:a16="http://schemas.microsoft.com/office/drawing/2014/main" id="{8C192D8B-E4DC-22EC-EE88-63139E3BBBE3}"/>
              </a:ext>
            </a:extLst>
          </p:cNvPr>
          <p:cNvSpPr/>
          <p:nvPr/>
        </p:nvSpPr>
        <p:spPr>
          <a:xfrm>
            <a:off x="5010924" y="3993672"/>
            <a:ext cx="396228" cy="396228"/>
          </a:xfrm>
          <a:prstGeom prst="ellipse">
            <a:avLst/>
          </a:prstGeom>
          <a:solidFill>
            <a:schemeClr val="bg1"/>
          </a:solidFill>
          <a:ln w="57150" cap="sq">
            <a:solidFill>
              <a:schemeClr val="tx2"/>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25" name="Oval 24">
            <a:extLst>
              <a:ext uri="{FF2B5EF4-FFF2-40B4-BE49-F238E27FC236}">
                <a16:creationId xmlns:a16="http://schemas.microsoft.com/office/drawing/2014/main" id="{7E1960F2-9268-5E14-8879-F5293D04DF67}"/>
              </a:ext>
            </a:extLst>
          </p:cNvPr>
          <p:cNvSpPr/>
          <p:nvPr/>
        </p:nvSpPr>
        <p:spPr>
          <a:xfrm>
            <a:off x="5010924" y="2790936"/>
            <a:ext cx="396228" cy="396228"/>
          </a:xfrm>
          <a:prstGeom prst="ellipse">
            <a:avLst/>
          </a:prstGeom>
          <a:solidFill>
            <a:schemeClr val="bg1"/>
          </a:solidFill>
          <a:ln w="57150" cap="sq">
            <a:solidFill>
              <a:schemeClr val="tx2"/>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27" name="TextBox 26">
            <a:extLst>
              <a:ext uri="{FF2B5EF4-FFF2-40B4-BE49-F238E27FC236}">
                <a16:creationId xmlns:a16="http://schemas.microsoft.com/office/drawing/2014/main" id="{F2B8E0A6-A6FC-D80B-4A1A-E5B732B56BEA}"/>
              </a:ext>
            </a:extLst>
          </p:cNvPr>
          <p:cNvSpPr txBox="1"/>
          <p:nvPr/>
        </p:nvSpPr>
        <p:spPr>
          <a:xfrm>
            <a:off x="6000750" y="1336572"/>
            <a:ext cx="5143500" cy="984885"/>
          </a:xfrm>
          <a:prstGeom prst="rect">
            <a:avLst/>
          </a:prstGeom>
          <a:ln w="6350">
            <a:noFill/>
            <a:miter lim="800000"/>
          </a:ln>
        </p:spPr>
        <p:txBody>
          <a:bodyPr vert="horz" wrap="square" lIns="0" tIns="0" rIns="0" bIns="0" rtlCol="0">
            <a:spAutoFit/>
          </a:bodyPr>
          <a:lstStyle/>
          <a:p>
            <a:pPr lvl="0"/>
            <a:r>
              <a:rPr lang="it-IT" sz="1600" b="1">
                <a:solidFill>
                  <a:schemeClr val="tx2"/>
                </a:solidFill>
              </a:rPr>
              <a:t>Assegnazione perimetri</a:t>
            </a:r>
            <a:r>
              <a:rPr lang="it-IT" sz="1600"/>
              <a:t>: attivazione delle responsabilità per la gestione degli asset acquisiti durante la fase transitoria, mappatura delle controparti e meccanismi di interazione</a:t>
            </a:r>
          </a:p>
        </p:txBody>
      </p:sp>
      <p:sp>
        <p:nvSpPr>
          <p:cNvPr id="28" name="TextBox 27">
            <a:extLst>
              <a:ext uri="{FF2B5EF4-FFF2-40B4-BE49-F238E27FC236}">
                <a16:creationId xmlns:a16="http://schemas.microsoft.com/office/drawing/2014/main" id="{633F1F7B-D038-276E-BD50-94080F29E786}"/>
              </a:ext>
            </a:extLst>
          </p:cNvPr>
          <p:cNvSpPr txBox="1"/>
          <p:nvPr/>
        </p:nvSpPr>
        <p:spPr>
          <a:xfrm>
            <a:off x="6000750" y="2790936"/>
            <a:ext cx="5143500" cy="738664"/>
          </a:xfrm>
          <a:prstGeom prst="rect">
            <a:avLst/>
          </a:prstGeom>
          <a:ln w="6350">
            <a:noFill/>
            <a:miter lim="800000"/>
          </a:ln>
        </p:spPr>
        <p:txBody>
          <a:bodyPr vert="horz" wrap="square" lIns="0" tIns="0" rIns="0" bIns="0" rtlCol="0">
            <a:spAutoFit/>
          </a:bodyPr>
          <a:lstStyle>
            <a:defPPr>
              <a:defRPr lang="en-US"/>
            </a:defPPr>
            <a:lvl1pPr lvl="0">
              <a:defRPr sz="1600"/>
            </a:lvl1pPr>
          </a:lstStyle>
          <a:p>
            <a:r>
              <a:rPr lang="it-IT" b="1">
                <a:solidFill>
                  <a:schemeClr val="tx2"/>
                </a:solidFill>
              </a:rPr>
              <a:t>Policy</a:t>
            </a:r>
            <a:r>
              <a:rPr lang="it-IT"/>
              <a:t>: attivazione delle regole standard e di gestione strutturata delle eccezioni / casistiche complesse (use cases), definite nel pre-settlement</a:t>
            </a:r>
          </a:p>
        </p:txBody>
      </p:sp>
      <p:sp>
        <p:nvSpPr>
          <p:cNvPr id="29" name="TextBox 28">
            <a:extLst>
              <a:ext uri="{FF2B5EF4-FFF2-40B4-BE49-F238E27FC236}">
                <a16:creationId xmlns:a16="http://schemas.microsoft.com/office/drawing/2014/main" id="{6034BBBE-FA2E-5841-0D94-8C66EF42932E}"/>
              </a:ext>
            </a:extLst>
          </p:cNvPr>
          <p:cNvSpPr txBox="1"/>
          <p:nvPr/>
        </p:nvSpPr>
        <p:spPr>
          <a:xfrm>
            <a:off x="6000750" y="3993672"/>
            <a:ext cx="5143500" cy="738664"/>
          </a:xfrm>
          <a:prstGeom prst="rect">
            <a:avLst/>
          </a:prstGeom>
          <a:ln w="6350">
            <a:noFill/>
            <a:miter lim="800000"/>
          </a:ln>
        </p:spPr>
        <p:txBody>
          <a:bodyPr vert="horz" wrap="square" lIns="0" tIns="0" rIns="0" bIns="0" rtlCol="0">
            <a:spAutoFit/>
          </a:bodyPr>
          <a:lstStyle>
            <a:defPPr>
              <a:defRPr lang="en-US"/>
            </a:defPPr>
            <a:lvl1pPr lvl="0">
              <a:defRPr sz="1600"/>
            </a:lvl1pPr>
          </a:lstStyle>
          <a:p>
            <a:r>
              <a:rPr lang="it-IT" b="1">
                <a:solidFill>
                  <a:schemeClr val="tx2"/>
                </a:solidFill>
              </a:rPr>
              <a:t>Governance e monitoraggio</a:t>
            </a:r>
            <a:r>
              <a:rPr lang="it-IT"/>
              <a:t>: istituzione di un Comitato di gestione e definizione di una meccanismo di monitoraggio (TBD)</a:t>
            </a:r>
          </a:p>
        </p:txBody>
      </p:sp>
      <p:grpSp>
        <p:nvGrpSpPr>
          <p:cNvPr id="9" name="CheckmarkDashWhite 19">
            <a:extLst>
              <a:ext uri="{FF2B5EF4-FFF2-40B4-BE49-F238E27FC236}">
                <a16:creationId xmlns:a16="http://schemas.microsoft.com/office/drawing/2014/main" id="{113CAB2E-8713-35F6-D1B2-377B2253D9D8}"/>
              </a:ext>
            </a:extLst>
          </p:cNvPr>
          <p:cNvGrpSpPr>
            <a:grpSpLocks noChangeAspect="1"/>
          </p:cNvGrpSpPr>
          <p:nvPr>
            <p:custDataLst>
              <p:tags r:id="rId4"/>
            </p:custDataLst>
          </p:nvPr>
        </p:nvGrpSpPr>
        <p:grpSpPr>
          <a:xfrm>
            <a:off x="5010924" y="1336572"/>
            <a:ext cx="396228" cy="396228"/>
            <a:chOff x="1016000" y="1016000"/>
            <a:chExt cx="396228" cy="396228"/>
          </a:xfrm>
        </p:grpSpPr>
        <p:sp>
          <p:nvSpPr>
            <p:cNvPr id="12" name="Oval 11">
              <a:extLst>
                <a:ext uri="{FF2B5EF4-FFF2-40B4-BE49-F238E27FC236}">
                  <a16:creationId xmlns:a16="http://schemas.microsoft.com/office/drawing/2014/main" id="{5828FE1A-54D7-32B7-2D94-6C0D6F6FB669}"/>
                </a:ext>
              </a:extLst>
            </p:cNvPr>
            <p:cNvSpPr/>
            <p:nvPr/>
          </p:nvSpPr>
          <p:spPr>
            <a:xfrm>
              <a:off x="1016000" y="1016000"/>
              <a:ext cx="396228" cy="396228"/>
            </a:xfrm>
            <a:prstGeom prst="ellipse">
              <a:avLst/>
            </a:prstGeom>
            <a:solidFill>
              <a:schemeClr val="accent1">
                <a:lumMod val="20000"/>
                <a:lumOff val="80000"/>
              </a:schemeClr>
            </a:solidFill>
            <a:ln w="57150" cap="sq">
              <a:solidFill>
                <a:schemeClr val="tx2"/>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pic>
          <p:nvPicPr>
            <p:cNvPr id="15" name="Graphic 14">
              <a:extLst>
                <a:ext uri="{FF2B5EF4-FFF2-40B4-BE49-F238E27FC236}">
                  <a16:creationId xmlns:a16="http://schemas.microsoft.com/office/drawing/2014/main" id="{7ECCF265-853D-8F89-E5B1-5F964E38F00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23614" y="1023614"/>
              <a:ext cx="381000" cy="381000"/>
            </a:xfrm>
            <a:prstGeom prst="rect">
              <a:avLst/>
            </a:prstGeom>
          </p:spPr>
        </p:pic>
      </p:grpSp>
      <p:cxnSp>
        <p:nvCxnSpPr>
          <p:cNvPr id="2" name="LineBasicDefault 2">
            <a:extLst>
              <a:ext uri="{FF2B5EF4-FFF2-40B4-BE49-F238E27FC236}">
                <a16:creationId xmlns:a16="http://schemas.microsoft.com/office/drawing/2014/main" id="{C83B3C6C-282A-CCF6-3773-AC79DAE09264}"/>
              </a:ext>
            </a:extLst>
          </p:cNvPr>
          <p:cNvCxnSpPr>
            <a:cxnSpLocks/>
          </p:cNvCxnSpPr>
          <p:nvPr>
            <p:custDataLst>
              <p:tags r:id="rId5"/>
            </p:custDataLst>
          </p:nvPr>
        </p:nvCxnSpPr>
        <p:spPr>
          <a:xfrm>
            <a:off x="5018538" y="2565765"/>
            <a:ext cx="6125712"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 name="LineBasicDefault 2">
            <a:extLst>
              <a:ext uri="{FF2B5EF4-FFF2-40B4-BE49-F238E27FC236}">
                <a16:creationId xmlns:a16="http://schemas.microsoft.com/office/drawing/2014/main" id="{7EC6FC1E-3757-CAD8-A79E-35C6A7E9D233}"/>
              </a:ext>
            </a:extLst>
          </p:cNvPr>
          <p:cNvCxnSpPr>
            <a:cxnSpLocks/>
          </p:cNvCxnSpPr>
          <p:nvPr>
            <p:custDataLst>
              <p:tags r:id="rId6"/>
            </p:custDataLst>
          </p:nvPr>
        </p:nvCxnSpPr>
        <p:spPr>
          <a:xfrm>
            <a:off x="5018538" y="3754771"/>
            <a:ext cx="6125712"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8D982501-28CF-F9F1-C834-B71DBB117F40}"/>
              </a:ext>
            </a:extLst>
          </p:cNvPr>
          <p:cNvSpPr/>
          <p:nvPr/>
        </p:nvSpPr>
        <p:spPr>
          <a:xfrm>
            <a:off x="5105400" y="5244715"/>
            <a:ext cx="6125712" cy="584965"/>
          </a:xfrm>
          <a:prstGeom prst="roundRect">
            <a:avLst/>
          </a:prstGeom>
          <a:solidFill>
            <a:schemeClr val="bg2"/>
          </a:solidFill>
          <a:ln w="63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ctr" anchorCtr="0" forceAA="0" compatLnSpc="1">
            <a:prstTxWarp prst="textNoShape">
              <a:avLst/>
            </a:prstTxWarp>
            <a:noAutofit/>
          </a:bodyPr>
          <a:lstStyle/>
          <a:p>
            <a:pPr>
              <a:spcBef>
                <a:spcPts val="300"/>
              </a:spcBef>
              <a:spcAft>
                <a:spcPts val="300"/>
              </a:spcAft>
            </a:pPr>
            <a:r>
              <a:rPr lang="en-US" sz="1400" i="1">
                <a:solidFill>
                  <a:srgbClr val="000000"/>
                </a:solidFill>
              </a:rPr>
              <a:t>Il setup della macchina di integrazione è impostato nel pre-settlement e attivato nel corso del periodo transitorio</a:t>
            </a:r>
            <a:endParaRPr lang="en-US" sz="1400" b="1" i="1">
              <a:solidFill>
                <a:schemeClr val="tx2"/>
              </a:solidFill>
            </a:endParaRPr>
          </a:p>
        </p:txBody>
      </p:sp>
      <p:grpSp>
        <p:nvGrpSpPr>
          <p:cNvPr id="17" name="AsteriskWhite 17">
            <a:extLst>
              <a:ext uri="{FF2B5EF4-FFF2-40B4-BE49-F238E27FC236}">
                <a16:creationId xmlns:a16="http://schemas.microsoft.com/office/drawing/2014/main" id="{50F8E581-5129-D0B4-20B6-3974EDBD3347}"/>
              </a:ext>
            </a:extLst>
          </p:cNvPr>
          <p:cNvGrpSpPr>
            <a:grpSpLocks noChangeAspect="1"/>
          </p:cNvGrpSpPr>
          <p:nvPr>
            <p:custDataLst>
              <p:tags r:id="rId7"/>
            </p:custDataLst>
          </p:nvPr>
        </p:nvGrpSpPr>
        <p:grpSpPr>
          <a:xfrm>
            <a:off x="4904035" y="5104407"/>
            <a:ext cx="319527" cy="319527"/>
            <a:chOff x="1016000" y="1016000"/>
            <a:chExt cx="396228" cy="396228"/>
          </a:xfrm>
        </p:grpSpPr>
        <p:sp>
          <p:nvSpPr>
            <p:cNvPr id="13" name="Oval 12">
              <a:extLst>
                <a:ext uri="{FF2B5EF4-FFF2-40B4-BE49-F238E27FC236}">
                  <a16:creationId xmlns:a16="http://schemas.microsoft.com/office/drawing/2014/main" id="{63A7B249-2A96-8546-DF31-CB0D929B4432}"/>
                </a:ext>
              </a:extLst>
            </p:cNvPr>
            <p:cNvSpPr/>
            <p:nvPr/>
          </p:nvSpPr>
          <p:spPr>
            <a:xfrm>
              <a:off x="1016000" y="1016000"/>
              <a:ext cx="396228" cy="396228"/>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pic>
          <p:nvPicPr>
            <p:cNvPr id="16" name="Graphic 15">
              <a:extLst>
                <a:ext uri="{FF2B5EF4-FFF2-40B4-BE49-F238E27FC236}">
                  <a16:creationId xmlns:a16="http://schemas.microsoft.com/office/drawing/2014/main" id="{132BF188-32BD-4FF3-2BA2-75F2457FE4C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23614" y="1023614"/>
              <a:ext cx="381000" cy="381000"/>
            </a:xfrm>
            <a:prstGeom prst="rect">
              <a:avLst/>
            </a:prstGeom>
          </p:spPr>
        </p:pic>
      </p:grpSp>
      <p:sp>
        <p:nvSpPr>
          <p:cNvPr id="3" name="Sticky">
            <a:extLst>
              <a:ext uri="{FF2B5EF4-FFF2-40B4-BE49-F238E27FC236}">
                <a16:creationId xmlns:a16="http://schemas.microsoft.com/office/drawing/2014/main" id="{1BDEFC0D-AE0D-35CA-A430-A8F744F15B8E}"/>
              </a:ext>
            </a:extLst>
          </p:cNvPr>
          <p:cNvSpPr/>
          <p:nvPr>
            <p:custDataLst>
              <p:tags r:id="rId8"/>
            </p:custDataLst>
          </p:nvPr>
        </p:nvSpPr>
        <p:spPr>
          <a:xfrm>
            <a:off x="12192000" y="0"/>
            <a:ext cx="1905000" cy="1926539"/>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2144" rIns="63500" bIns="63500" numCol="1" spcCol="0" rtlCol="0" fromWordArt="0" anchor="t" anchorCtr="0" forceAA="0" compatLnSpc="1">
            <a:prstTxWarp prst="textNoShape">
              <a:avLst/>
            </a:prstTxWarp>
            <a:spAutoFit/>
          </a:bodyPr>
          <a:lstStyle/>
          <a:p>
            <a:pPr>
              <a:spcBef>
                <a:spcPts val="300"/>
              </a:spcBef>
              <a:spcAft>
                <a:spcPts val="300"/>
              </a:spcAft>
            </a:pPr>
            <a:r>
              <a:rPr lang="en-US" sz="1600" err="1">
                <a:solidFill>
                  <a:srgbClr val="000000"/>
                </a:solidFill>
              </a:rPr>
              <a:t>Attivazione</a:t>
            </a:r>
            <a:r>
              <a:rPr lang="en-US" sz="1600">
                <a:solidFill>
                  <a:srgbClr val="000000"/>
                </a:solidFill>
              </a:rPr>
              <a:t> </a:t>
            </a:r>
            <a:r>
              <a:rPr lang="en-US" sz="1600" err="1">
                <a:solidFill>
                  <a:srgbClr val="000000"/>
                </a:solidFill>
              </a:rPr>
              <a:t>dei</a:t>
            </a:r>
            <a:r>
              <a:rPr lang="en-US" sz="1600">
                <a:solidFill>
                  <a:srgbClr val="000000"/>
                </a:solidFill>
              </a:rPr>
              <a:t> </a:t>
            </a:r>
            <a:r>
              <a:rPr lang="en-US" sz="1600" err="1">
                <a:solidFill>
                  <a:srgbClr val="000000"/>
                </a:solidFill>
              </a:rPr>
              <a:t>riporti</a:t>
            </a:r>
            <a:r>
              <a:rPr lang="en-US" sz="1600">
                <a:solidFill>
                  <a:srgbClr val="000000"/>
                </a:solidFill>
              </a:rPr>
              <a:t> </a:t>
            </a:r>
            <a:r>
              <a:rPr lang="en-US" sz="1600" err="1">
                <a:solidFill>
                  <a:srgbClr val="000000"/>
                </a:solidFill>
              </a:rPr>
              <a:t>funzionali</a:t>
            </a:r>
            <a:r>
              <a:rPr lang="en-US" sz="1600">
                <a:solidFill>
                  <a:srgbClr val="000000"/>
                </a:solidFill>
              </a:rPr>
              <a:t> (</a:t>
            </a:r>
            <a:r>
              <a:rPr lang="en-US" sz="1600" err="1">
                <a:solidFill>
                  <a:srgbClr val="000000"/>
                </a:solidFill>
              </a:rPr>
              <a:t>invece</a:t>
            </a:r>
            <a:r>
              <a:rPr lang="en-US" sz="1600">
                <a:solidFill>
                  <a:srgbClr val="000000"/>
                </a:solidFill>
              </a:rPr>
              <a:t> di </a:t>
            </a:r>
            <a:r>
              <a:rPr lang="en-US" sz="1600" err="1">
                <a:solidFill>
                  <a:srgbClr val="000000"/>
                </a:solidFill>
              </a:rPr>
              <a:t>definizione</a:t>
            </a:r>
            <a:r>
              <a:rPr lang="en-US" sz="1600">
                <a:solidFill>
                  <a:srgbClr val="000000"/>
                </a:solidFill>
              </a:rPr>
              <a:t> </a:t>
            </a:r>
            <a:r>
              <a:rPr lang="en-US" sz="1600" err="1">
                <a:solidFill>
                  <a:srgbClr val="000000"/>
                </a:solidFill>
              </a:rPr>
              <a:t>mettiamo</a:t>
            </a:r>
            <a:r>
              <a:rPr lang="en-US" sz="1600">
                <a:solidFill>
                  <a:srgbClr val="000000"/>
                </a:solidFill>
              </a:rPr>
              <a:t> </a:t>
            </a:r>
            <a:r>
              <a:rPr lang="en-US" sz="1600" err="1">
                <a:solidFill>
                  <a:srgbClr val="000000"/>
                </a:solidFill>
              </a:rPr>
              <a:t>attivazione</a:t>
            </a:r>
            <a:r>
              <a:rPr lang="en-US" sz="1600">
                <a:solidFill>
                  <a:srgbClr val="000000"/>
                </a:solidFill>
              </a:rPr>
              <a:t>)</a:t>
            </a:r>
          </a:p>
        </p:txBody>
      </p:sp>
    </p:spTree>
    <p:extLst>
      <p:ext uri="{BB962C8B-B14F-4D97-AF65-F5344CB8AC3E}">
        <p14:creationId xmlns:p14="http://schemas.microsoft.com/office/powerpoint/2010/main" val="1534640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B29B0-2D19-7F8E-A1BB-C94E30A0B91E}"/>
            </a:ext>
          </a:extLst>
        </p:cNvPr>
        <p:cNvGrpSpPr/>
        <p:nvPr/>
      </p:nvGrpSpPr>
      <p:grpSpPr>
        <a:xfrm>
          <a:off x="0" y="0"/>
          <a:ext cx="0" cy="0"/>
          <a:chOff x="0" y="0"/>
          <a:chExt cx="0" cy="0"/>
        </a:xfrm>
      </p:grpSpPr>
      <p:graphicFrame>
        <p:nvGraphicFramePr>
          <p:cNvPr id="307" name="think-cell data - do not delete" hidden="1">
            <a:extLst>
              <a:ext uri="{FF2B5EF4-FFF2-40B4-BE49-F238E27FC236}">
                <a16:creationId xmlns:a16="http://schemas.microsoft.com/office/drawing/2014/main" id="{846206A7-B7AD-22C5-01F2-B9614C89DD66}"/>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84" imgH="486" progId="TCLayout.ActiveDocument.1">
                  <p:embed/>
                </p:oleObj>
              </mc:Choice>
              <mc:Fallback>
                <p:oleObj name="think-cell Slide" r:id="rId5" imgW="484" imgH="486" progId="TCLayout.ActiveDocument.1">
                  <p:embed/>
                  <p:pic>
                    <p:nvPicPr>
                      <p:cNvPr id="307" name="think-cell data - do not delete" hidden="1">
                        <a:extLst>
                          <a:ext uri="{FF2B5EF4-FFF2-40B4-BE49-F238E27FC236}">
                            <a16:creationId xmlns:a16="http://schemas.microsoft.com/office/drawing/2014/main" id="{846206A7-B7AD-22C5-01F2-B9614C89DD6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06" name="Rectangle 305">
            <a:extLst>
              <a:ext uri="{FF2B5EF4-FFF2-40B4-BE49-F238E27FC236}">
                <a16:creationId xmlns:a16="http://schemas.microsoft.com/office/drawing/2014/main" id="{2DBF7599-B9B9-337B-B959-DCB772C091B6}"/>
              </a:ext>
            </a:extLst>
          </p:cNvPr>
          <p:cNvSpPr/>
          <p:nvPr/>
        </p:nvSpPr>
        <p:spPr>
          <a:xfrm>
            <a:off x="554734" y="2117360"/>
            <a:ext cx="11154666" cy="4090400"/>
          </a:xfrm>
          <a:prstGeom prst="rect">
            <a:avLst/>
          </a:prstGeom>
          <a:solidFill>
            <a:schemeClr val="accent4">
              <a:lumMod val="20000"/>
              <a:lumOff val="80000"/>
            </a:schemeClr>
          </a:solidFill>
          <a:ln w="19050" cap="sq">
            <a:solidFill>
              <a:schemeClr val="tx2"/>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sp>
        <p:nvSpPr>
          <p:cNvPr id="3" name="Text 1">
            <a:extLst>
              <a:ext uri="{FF2B5EF4-FFF2-40B4-BE49-F238E27FC236}">
                <a16:creationId xmlns:a16="http://schemas.microsoft.com/office/drawing/2014/main" id="{497212E5-7611-E0D6-B44E-3FFE6DAC4253}"/>
              </a:ext>
            </a:extLst>
          </p:cNvPr>
          <p:cNvSpPr/>
          <p:nvPr/>
        </p:nvSpPr>
        <p:spPr>
          <a:xfrm>
            <a:off x="555041" y="402336"/>
            <a:ext cx="11082528" cy="365760"/>
          </a:xfrm>
          <a:prstGeom prst="rect">
            <a:avLst/>
          </a:prstGeom>
          <a:noFill/>
          <a:ln/>
        </p:spPr>
        <p:txBody>
          <a:bodyPr wrap="square" lIns="0" tIns="0" rIns="0" bIns="0" rtlCol="0" anchor="t">
            <a:normAutofit/>
          </a:bodyPr>
          <a:lstStyle/>
          <a:p>
            <a:pPr marL="0" indent="0">
              <a:buNone/>
            </a:pPr>
            <a:r>
              <a:rPr lang="en-US" sz="2140" b="1">
                <a:solidFill>
                  <a:srgbClr val="F18B40"/>
                </a:solidFill>
                <a:latin typeface="Century Gothic" pitchFamily="34" charset="0"/>
                <a:ea typeface="Century Gothic" pitchFamily="34" charset="-122"/>
                <a:cs typeface="Century Gothic" pitchFamily="34" charset="-120"/>
              </a:rPr>
              <a:t>3. </a:t>
            </a:r>
            <a:r>
              <a:rPr lang="en-US" sz="2140" b="1" err="1">
                <a:solidFill>
                  <a:srgbClr val="F18B40"/>
                </a:solidFill>
                <a:latin typeface="Century Gothic" pitchFamily="34" charset="0"/>
                <a:ea typeface="Century Gothic" pitchFamily="34" charset="-122"/>
                <a:cs typeface="Century Gothic" pitchFamily="34" charset="-120"/>
              </a:rPr>
              <a:t>Assegnazione</a:t>
            </a:r>
            <a:r>
              <a:rPr lang="en-US" sz="2140" b="1">
                <a:solidFill>
                  <a:srgbClr val="F18B40"/>
                </a:solidFill>
                <a:latin typeface="Century Gothic" pitchFamily="34" charset="0"/>
                <a:ea typeface="Century Gothic" pitchFamily="34" charset="-122"/>
                <a:cs typeface="Century Gothic" pitchFamily="34" charset="-120"/>
              </a:rPr>
              <a:t> </a:t>
            </a:r>
            <a:r>
              <a:rPr lang="en-US" sz="2140" b="1" err="1">
                <a:solidFill>
                  <a:srgbClr val="F18B40"/>
                </a:solidFill>
                <a:latin typeface="Century Gothic" pitchFamily="34" charset="0"/>
                <a:ea typeface="Century Gothic" pitchFamily="34" charset="-122"/>
                <a:cs typeface="Century Gothic" pitchFamily="34" charset="-120"/>
              </a:rPr>
              <a:t>perimetri</a:t>
            </a:r>
            <a:r>
              <a:rPr lang="en-US" sz="2140" b="1">
                <a:solidFill>
                  <a:srgbClr val="F18B40"/>
                </a:solidFill>
                <a:latin typeface="Century Gothic" pitchFamily="34" charset="0"/>
                <a:ea typeface="Century Gothic" pitchFamily="34" charset="-122"/>
                <a:cs typeface="Century Gothic" pitchFamily="34" charset="-120"/>
              </a:rPr>
              <a:t>| </a:t>
            </a:r>
            <a:r>
              <a:rPr lang="en-US" sz="2140" b="1">
                <a:solidFill>
                  <a:srgbClr val="003A79"/>
                </a:solidFill>
                <a:latin typeface="Century Gothic" pitchFamily="34" charset="0"/>
                <a:ea typeface="Century Gothic" pitchFamily="34" charset="-122"/>
                <a:cs typeface="Century Gothic" pitchFamily="34" charset="-120"/>
              </a:rPr>
              <a:t>Presidio delle legal entity </a:t>
            </a:r>
            <a:r>
              <a:rPr lang="en-US" sz="2140" b="1" err="1">
                <a:solidFill>
                  <a:srgbClr val="003A79"/>
                </a:solidFill>
                <a:latin typeface="Century Gothic" pitchFamily="34" charset="0"/>
                <a:ea typeface="Century Gothic" pitchFamily="34" charset="-122"/>
                <a:cs typeface="Century Gothic" pitchFamily="34" charset="-120"/>
              </a:rPr>
              <a:t>nel</a:t>
            </a:r>
            <a:r>
              <a:rPr lang="en-US" sz="2140" b="1">
                <a:solidFill>
                  <a:srgbClr val="003A79"/>
                </a:solidFill>
                <a:latin typeface="Century Gothic" pitchFamily="34" charset="0"/>
                <a:ea typeface="Century Gothic" pitchFamily="34" charset="-122"/>
                <a:cs typeface="Century Gothic" pitchFamily="34" charset="-120"/>
              </a:rPr>
              <a:t> </a:t>
            </a:r>
            <a:r>
              <a:rPr lang="en-US" sz="2140" b="1" err="1">
                <a:solidFill>
                  <a:srgbClr val="003A79"/>
                </a:solidFill>
                <a:latin typeface="Century Gothic" pitchFamily="34" charset="0"/>
                <a:ea typeface="Century Gothic" pitchFamily="34" charset="-122"/>
                <a:cs typeface="Century Gothic" pitchFamily="34" charset="-120"/>
              </a:rPr>
              <a:t>transitorio</a:t>
            </a:r>
            <a:endParaRPr lang="en-US" sz="2140"/>
          </a:p>
        </p:txBody>
      </p:sp>
      <p:sp>
        <p:nvSpPr>
          <p:cNvPr id="4" name="Text 2">
            <a:extLst>
              <a:ext uri="{FF2B5EF4-FFF2-40B4-BE49-F238E27FC236}">
                <a16:creationId xmlns:a16="http://schemas.microsoft.com/office/drawing/2014/main" id="{0C276D8F-3C72-D163-39B4-1A3DB936579E}"/>
              </a:ext>
            </a:extLst>
          </p:cNvPr>
          <p:cNvSpPr/>
          <p:nvPr/>
        </p:nvSpPr>
        <p:spPr>
          <a:xfrm>
            <a:off x="555041" y="841248"/>
            <a:ext cx="11082528" cy="192024"/>
          </a:xfrm>
          <a:prstGeom prst="rect">
            <a:avLst/>
          </a:prstGeom>
          <a:noFill/>
          <a:ln/>
        </p:spPr>
        <p:txBody>
          <a:bodyPr wrap="square" lIns="0" tIns="0" rIns="0" bIns="0" rtlCol="0" anchor="ctr"/>
          <a:lstStyle/>
          <a:p>
            <a:pPr marL="0" indent="0">
              <a:buNone/>
            </a:pPr>
            <a:r>
              <a:rPr lang="en-US" sz="1200">
                <a:solidFill>
                  <a:schemeClr val="bg1">
                    <a:lumMod val="50000"/>
                  </a:schemeClr>
                </a:solidFill>
                <a:latin typeface="Century Gothic" pitchFamily="34" charset="0"/>
              </a:rPr>
              <a:t>Presidio da </a:t>
            </a:r>
            <a:r>
              <a:rPr lang="en-US" sz="1200" err="1">
                <a:solidFill>
                  <a:schemeClr val="bg1">
                    <a:lumMod val="50000"/>
                  </a:schemeClr>
                </a:solidFill>
                <a:latin typeface="Century Gothic" pitchFamily="34" charset="0"/>
              </a:rPr>
              <a:t>parte</a:t>
            </a:r>
            <a:r>
              <a:rPr lang="en-US" sz="1200">
                <a:solidFill>
                  <a:schemeClr val="bg1">
                    <a:lumMod val="50000"/>
                  </a:schemeClr>
                </a:solidFill>
                <a:latin typeface="Century Gothic" pitchFamily="34" charset="0"/>
              </a:rPr>
              <a:t> di un Chairman e un </a:t>
            </a:r>
            <a:r>
              <a:rPr lang="en-US" sz="1200" err="1">
                <a:solidFill>
                  <a:schemeClr val="bg1">
                    <a:lumMod val="50000"/>
                  </a:schemeClr>
                </a:solidFill>
                <a:latin typeface="Century Gothic" pitchFamily="34" charset="0"/>
              </a:rPr>
              <a:t>reponsabile</a:t>
            </a:r>
            <a:r>
              <a:rPr lang="en-US" sz="1200">
                <a:solidFill>
                  <a:schemeClr val="bg1">
                    <a:lumMod val="50000"/>
                  </a:schemeClr>
                </a:solidFill>
                <a:latin typeface="Century Gothic" pitchFamily="34" charset="0"/>
              </a:rPr>
              <a:t> ad hoc per </a:t>
            </a:r>
            <a:r>
              <a:rPr lang="en-US" sz="1200" err="1">
                <a:solidFill>
                  <a:schemeClr val="bg1">
                    <a:lumMod val="50000"/>
                  </a:schemeClr>
                </a:solidFill>
                <a:latin typeface="Century Gothic" pitchFamily="34" charset="0"/>
              </a:rPr>
              <a:t>ciascuna</a:t>
            </a:r>
            <a:r>
              <a:rPr lang="en-US" sz="1200">
                <a:solidFill>
                  <a:schemeClr val="bg1">
                    <a:lumMod val="50000"/>
                  </a:schemeClr>
                </a:solidFill>
                <a:latin typeface="Century Gothic" pitchFamily="34" charset="0"/>
              </a:rPr>
              <a:t> LE della target</a:t>
            </a:r>
            <a:endParaRPr lang="en-US" sz="1200">
              <a:solidFill>
                <a:schemeClr val="bg1">
                  <a:lumMod val="50000"/>
                </a:schemeClr>
              </a:solidFill>
            </a:endParaRPr>
          </a:p>
        </p:txBody>
      </p:sp>
      <p:grpSp>
        <p:nvGrpSpPr>
          <p:cNvPr id="184" name="Group 183">
            <a:extLst>
              <a:ext uri="{FF2B5EF4-FFF2-40B4-BE49-F238E27FC236}">
                <a16:creationId xmlns:a16="http://schemas.microsoft.com/office/drawing/2014/main" id="{1A2C4D70-6E50-DBAB-F374-53FCEF148F40}"/>
              </a:ext>
            </a:extLst>
          </p:cNvPr>
          <p:cNvGrpSpPr/>
          <p:nvPr/>
        </p:nvGrpSpPr>
        <p:grpSpPr>
          <a:xfrm>
            <a:off x="5427599" y="1268662"/>
            <a:ext cx="1180335" cy="758402"/>
            <a:chOff x="5157491" y="1279988"/>
            <a:chExt cx="1180335" cy="758402"/>
          </a:xfrm>
        </p:grpSpPr>
        <p:sp>
          <p:nvSpPr>
            <p:cNvPr id="172" name="Rectangle: Rounded Corners 171">
              <a:extLst>
                <a:ext uri="{FF2B5EF4-FFF2-40B4-BE49-F238E27FC236}">
                  <a16:creationId xmlns:a16="http://schemas.microsoft.com/office/drawing/2014/main" id="{2BB1ACAB-2D50-708A-0DE4-0E7204061060}"/>
                </a:ext>
              </a:extLst>
            </p:cNvPr>
            <p:cNvSpPr/>
            <p:nvPr/>
          </p:nvSpPr>
          <p:spPr>
            <a:xfrm>
              <a:off x="5157491" y="1279988"/>
              <a:ext cx="1180335" cy="744834"/>
            </a:xfrm>
            <a:prstGeom prst="roundRect">
              <a:avLst/>
            </a:prstGeom>
            <a:solidFill>
              <a:schemeClr val="bg2"/>
            </a:solidFill>
            <a:ln w="63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lgn="l">
                <a:spcBef>
                  <a:spcPts val="300"/>
                </a:spcBef>
                <a:spcAft>
                  <a:spcPts val="300"/>
                </a:spcAft>
              </a:pPr>
              <a:endParaRPr lang="en-US" sz="1600" err="1">
                <a:solidFill>
                  <a:srgbClr val="000000"/>
                </a:solidFill>
              </a:endParaRPr>
            </a:p>
          </p:txBody>
        </p:sp>
        <p:sp>
          <p:nvSpPr>
            <p:cNvPr id="174" name="TextBox 173">
              <a:extLst>
                <a:ext uri="{FF2B5EF4-FFF2-40B4-BE49-F238E27FC236}">
                  <a16:creationId xmlns:a16="http://schemas.microsoft.com/office/drawing/2014/main" id="{E3260963-242C-66D0-9570-9CEA66F4C070}"/>
                </a:ext>
              </a:extLst>
            </p:cNvPr>
            <p:cNvSpPr txBox="1"/>
            <p:nvPr/>
          </p:nvSpPr>
          <p:spPr>
            <a:xfrm>
              <a:off x="5215551" y="1669058"/>
              <a:ext cx="1057239" cy="369332"/>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0"/>
                </a:spcAft>
              </a:pPr>
              <a:r>
                <a:rPr lang="it-IT" sz="1200" b="1" noProof="0">
                  <a:solidFill>
                    <a:schemeClr val="tx2"/>
                  </a:solidFill>
                </a:rPr>
                <a:t>Chairman</a:t>
              </a:r>
            </a:p>
            <a:p>
              <a:pPr algn="ctr">
                <a:spcBef>
                  <a:spcPts val="0"/>
                </a:spcBef>
                <a:spcAft>
                  <a:spcPts val="0"/>
                </a:spcAft>
              </a:pPr>
              <a:r>
                <a:rPr lang="it-IT" sz="1200" i="1" noProof="0">
                  <a:solidFill>
                    <a:schemeClr val="bg1">
                      <a:lumMod val="50000"/>
                    </a:schemeClr>
                  </a:solidFill>
                </a:rPr>
                <a:t>TBD</a:t>
              </a:r>
            </a:p>
          </p:txBody>
        </p:sp>
        <p:pic>
          <p:nvPicPr>
            <p:cNvPr id="176" name="CustomIcon">
              <a:extLst>
                <a:ext uri="{FF2B5EF4-FFF2-40B4-BE49-F238E27FC236}">
                  <a16:creationId xmlns:a16="http://schemas.microsoft.com/office/drawing/2014/main" id="{DE508386-45D9-60A9-56EB-0DCA807490A3}"/>
                </a:ext>
              </a:extLst>
            </p:cNvPr>
            <p:cNvPicPr>
              <a:picLocks noChangeAspect="1"/>
            </p:cNvPicPr>
            <p:nvPr>
              <p:custDataLst>
                <p:tags r:id="rId2"/>
              </p:custDataLst>
            </p:nvPr>
          </p:nvPicPr>
          <p:blipFill>
            <a:blip>
              <a:extLst>
                <a:ext uri="{96DAC541-7B7A-43D3-8B79-37D633B846F1}">
                  <asvg:svgBlip xmlns:asvg="http://schemas.microsoft.com/office/drawing/2016/SVG/main" r:embed="rId7"/>
                </a:ext>
              </a:extLst>
            </a:blip>
            <a:stretch>
              <a:fillRect/>
            </a:stretch>
          </p:blipFill>
          <p:spPr>
            <a:xfrm>
              <a:off x="5588081" y="1324835"/>
              <a:ext cx="328573" cy="328573"/>
            </a:xfrm>
            <a:prstGeom prst="rect">
              <a:avLst/>
            </a:prstGeom>
          </p:spPr>
        </p:pic>
      </p:grpSp>
      <p:grpSp>
        <p:nvGrpSpPr>
          <p:cNvPr id="15" name="Group 14">
            <a:extLst>
              <a:ext uri="{FF2B5EF4-FFF2-40B4-BE49-F238E27FC236}">
                <a16:creationId xmlns:a16="http://schemas.microsoft.com/office/drawing/2014/main" id="{7DFA2732-E658-D943-83EB-A327AE196770}"/>
              </a:ext>
            </a:extLst>
          </p:cNvPr>
          <p:cNvGrpSpPr/>
          <p:nvPr/>
        </p:nvGrpSpPr>
        <p:grpSpPr>
          <a:xfrm>
            <a:off x="723424" y="2199742"/>
            <a:ext cx="1748795" cy="1905728"/>
            <a:chOff x="723424" y="2199742"/>
            <a:chExt cx="1748795" cy="1905728"/>
          </a:xfrm>
        </p:grpSpPr>
        <p:sp>
          <p:nvSpPr>
            <p:cNvPr id="177" name="Rectangle: Rounded Corners 176">
              <a:extLst>
                <a:ext uri="{FF2B5EF4-FFF2-40B4-BE49-F238E27FC236}">
                  <a16:creationId xmlns:a16="http://schemas.microsoft.com/office/drawing/2014/main" id="{F06FF925-A4E5-A0BB-09EE-F9782A012FA6}"/>
                </a:ext>
              </a:extLst>
            </p:cNvPr>
            <p:cNvSpPr>
              <a:spLocks/>
            </p:cNvSpPr>
            <p:nvPr/>
          </p:nvSpPr>
          <p:spPr>
            <a:xfrm>
              <a:off x="723424" y="2199742"/>
              <a:ext cx="1748795" cy="1905728"/>
            </a:xfrm>
            <a:prstGeom prst="roundRect">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sp>
          <p:nvSpPr>
            <p:cNvPr id="202" name="TextBox 201">
              <a:extLst>
                <a:ext uri="{FF2B5EF4-FFF2-40B4-BE49-F238E27FC236}">
                  <a16:creationId xmlns:a16="http://schemas.microsoft.com/office/drawing/2014/main" id="{36496EF4-CA04-BB83-4F87-1908A6BD66C2}"/>
                </a:ext>
              </a:extLst>
            </p:cNvPr>
            <p:cNvSpPr txBox="1"/>
            <p:nvPr/>
          </p:nvSpPr>
          <p:spPr>
            <a:xfrm>
              <a:off x="1145942" y="2280105"/>
              <a:ext cx="955482" cy="215444"/>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err="1">
                  <a:solidFill>
                    <a:schemeClr val="tx2"/>
                  </a:solidFill>
                </a:rPr>
                <a:t>Filiali</a:t>
              </a:r>
              <a:r>
                <a:rPr lang="en-US" sz="1400" b="1">
                  <a:solidFill>
                    <a:schemeClr val="tx2"/>
                  </a:solidFill>
                </a:rPr>
                <a:t> retail</a:t>
              </a:r>
            </a:p>
          </p:txBody>
        </p:sp>
        <p:pic>
          <p:nvPicPr>
            <p:cNvPr id="204" name="Picture 4" descr="ASSEMBLEA DI BANCA MONTE DEI PASCHI DI SIENA: APPROVATE LE MODIFICHE ALLO  STATUTO SOCIALE">
              <a:extLst>
                <a:ext uri="{FF2B5EF4-FFF2-40B4-BE49-F238E27FC236}">
                  <a16:creationId xmlns:a16="http://schemas.microsoft.com/office/drawing/2014/main" id="{085B1CF3-693E-2963-F161-CAFD390A799C}"/>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t="29999" b="29999"/>
            <a:stretch>
              <a:fillRect/>
            </a:stretch>
          </p:blipFill>
          <p:spPr bwMode="auto">
            <a:xfrm>
              <a:off x="1154131" y="2772646"/>
              <a:ext cx="939105" cy="360236"/>
            </a:xfrm>
            <a:prstGeom prst="rect">
              <a:avLst/>
            </a:prstGeom>
            <a:noFill/>
            <a:extLst>
              <a:ext uri="{909E8E84-426E-40DD-AFC4-6F175D3DCCD1}">
                <a14:hiddenFill xmlns:a14="http://schemas.microsoft.com/office/drawing/2010/main">
                  <a:solidFill>
                    <a:srgbClr val="FFFFFF"/>
                  </a:solidFill>
                </a14:hiddenFill>
              </a:ext>
            </a:extLst>
          </p:spPr>
        </p:pic>
        <p:sp>
          <p:nvSpPr>
            <p:cNvPr id="206" name="TextBox 205">
              <a:extLst>
                <a:ext uri="{FF2B5EF4-FFF2-40B4-BE49-F238E27FC236}">
                  <a16:creationId xmlns:a16="http://schemas.microsoft.com/office/drawing/2014/main" id="{32FCD3D3-C389-3B3A-463B-1E96E022BE86}"/>
                </a:ext>
              </a:extLst>
            </p:cNvPr>
            <p:cNvSpPr txBox="1">
              <a:spLocks/>
            </p:cNvSpPr>
            <p:nvPr/>
          </p:nvSpPr>
          <p:spPr>
            <a:xfrm>
              <a:off x="993745" y="3679241"/>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b="1" noProof="0">
                  <a:solidFill>
                    <a:schemeClr val="tx2"/>
                  </a:solidFill>
                </a:rPr>
                <a:t>Banca dei Territori</a:t>
              </a:r>
            </a:p>
          </p:txBody>
        </p:sp>
        <p:sp>
          <p:nvSpPr>
            <p:cNvPr id="208" name="TextBox 207">
              <a:extLst>
                <a:ext uri="{FF2B5EF4-FFF2-40B4-BE49-F238E27FC236}">
                  <a16:creationId xmlns:a16="http://schemas.microsoft.com/office/drawing/2014/main" id="{0FCBCAB8-BA6B-7880-4CAC-6636EFFC33B1}"/>
                </a:ext>
              </a:extLst>
            </p:cNvPr>
            <p:cNvSpPr txBox="1">
              <a:spLocks/>
            </p:cNvSpPr>
            <p:nvPr/>
          </p:nvSpPr>
          <p:spPr>
            <a:xfrm>
              <a:off x="993745" y="3858197"/>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i="1" noProof="0">
                  <a:solidFill>
                    <a:schemeClr val="bg1">
                      <a:lumMod val="50000"/>
                    </a:schemeClr>
                  </a:solidFill>
                </a:rPr>
                <a:t>S. Barrese</a:t>
              </a:r>
            </a:p>
          </p:txBody>
        </p:sp>
        <p:sp>
          <p:nvSpPr>
            <p:cNvPr id="228" name="TextBox 227">
              <a:extLst>
                <a:ext uri="{FF2B5EF4-FFF2-40B4-BE49-F238E27FC236}">
                  <a16:creationId xmlns:a16="http://schemas.microsoft.com/office/drawing/2014/main" id="{89E3541E-0565-FE0E-22C7-51626DAC27CE}"/>
                </a:ext>
              </a:extLst>
            </p:cNvPr>
            <p:cNvSpPr txBox="1">
              <a:spLocks/>
            </p:cNvSpPr>
            <p:nvPr/>
          </p:nvSpPr>
          <p:spPr>
            <a:xfrm>
              <a:off x="993745" y="3180337"/>
              <a:ext cx="1259877" cy="3046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0"/>
                </a:spcAft>
                <a:buNone/>
              </a:pPr>
              <a:r>
                <a:rPr lang="it-IT" sz="900" i="1">
                  <a:solidFill>
                    <a:schemeClr val="bg1">
                      <a:lumMod val="50000"/>
                    </a:schemeClr>
                  </a:solidFill>
                </a:rPr>
                <a:t>Intero perimetro </a:t>
              </a:r>
              <a:r>
                <a:rPr lang="it-IT" sz="900" i="1" err="1">
                  <a:solidFill>
                    <a:schemeClr val="bg1">
                      <a:lumMod val="50000"/>
                    </a:schemeClr>
                  </a:solidFill>
                </a:rPr>
                <a:t>pre</a:t>
              </a:r>
              <a:r>
                <a:rPr lang="it-IT" sz="900" i="1">
                  <a:solidFill>
                    <a:schemeClr val="bg1">
                      <a:lumMod val="50000"/>
                    </a:schemeClr>
                  </a:solidFill>
                </a:rPr>
                <a:t> </a:t>
              </a:r>
              <a:r>
                <a:rPr lang="it-IT" sz="900" i="1" err="1">
                  <a:solidFill>
                    <a:schemeClr val="bg1">
                      <a:lumMod val="50000"/>
                    </a:schemeClr>
                  </a:solidFill>
                </a:rPr>
                <a:t>carve</a:t>
              </a:r>
              <a:r>
                <a:rPr lang="it-IT" sz="900" i="1">
                  <a:solidFill>
                    <a:schemeClr val="bg1">
                      <a:lumMod val="50000"/>
                    </a:schemeClr>
                  </a:solidFill>
                </a:rPr>
                <a:t>-out</a:t>
              </a:r>
              <a:endParaRPr lang="it-IT" sz="900" i="1" noProof="0">
                <a:solidFill>
                  <a:schemeClr val="bg1">
                    <a:lumMod val="50000"/>
                  </a:schemeClr>
                </a:solidFill>
              </a:endParaRPr>
            </a:p>
          </p:txBody>
        </p:sp>
      </p:grpSp>
      <p:grpSp>
        <p:nvGrpSpPr>
          <p:cNvPr id="16" name="Group 15">
            <a:extLst>
              <a:ext uri="{FF2B5EF4-FFF2-40B4-BE49-F238E27FC236}">
                <a16:creationId xmlns:a16="http://schemas.microsoft.com/office/drawing/2014/main" id="{2758B645-7BFE-F99B-5480-B541D7E4D72E}"/>
              </a:ext>
            </a:extLst>
          </p:cNvPr>
          <p:cNvGrpSpPr/>
          <p:nvPr/>
        </p:nvGrpSpPr>
        <p:grpSpPr>
          <a:xfrm>
            <a:off x="2923450" y="2160609"/>
            <a:ext cx="1748795" cy="1905728"/>
            <a:chOff x="2923450" y="2160609"/>
            <a:chExt cx="1748795" cy="1905728"/>
          </a:xfrm>
        </p:grpSpPr>
        <p:sp>
          <p:nvSpPr>
            <p:cNvPr id="191" name="Rectangle: Rounded Corners 190">
              <a:extLst>
                <a:ext uri="{FF2B5EF4-FFF2-40B4-BE49-F238E27FC236}">
                  <a16:creationId xmlns:a16="http://schemas.microsoft.com/office/drawing/2014/main" id="{B2428FFB-C6B6-AEAF-787D-6F615691A446}"/>
                </a:ext>
              </a:extLst>
            </p:cNvPr>
            <p:cNvSpPr>
              <a:spLocks/>
            </p:cNvSpPr>
            <p:nvPr/>
          </p:nvSpPr>
          <p:spPr>
            <a:xfrm>
              <a:off x="2923450" y="2160609"/>
              <a:ext cx="1748795" cy="1905728"/>
            </a:xfrm>
            <a:prstGeom prst="roundRect">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sp>
          <p:nvSpPr>
            <p:cNvPr id="209" name="TextBox 208">
              <a:extLst>
                <a:ext uri="{FF2B5EF4-FFF2-40B4-BE49-F238E27FC236}">
                  <a16:creationId xmlns:a16="http://schemas.microsoft.com/office/drawing/2014/main" id="{B32BB752-C323-20B1-14DD-621281881A20}"/>
                </a:ext>
              </a:extLst>
            </p:cNvPr>
            <p:cNvSpPr txBox="1"/>
            <p:nvPr/>
          </p:nvSpPr>
          <p:spPr>
            <a:xfrm>
              <a:off x="3214769" y="2280105"/>
              <a:ext cx="1166158" cy="215444"/>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a:solidFill>
                    <a:schemeClr val="tx2"/>
                  </a:solidFill>
                </a:rPr>
                <a:t>C&amp;IB</a:t>
              </a:r>
            </a:p>
          </p:txBody>
        </p:sp>
        <p:pic>
          <p:nvPicPr>
            <p:cNvPr id="211" name="Picture 210">
              <a:extLst>
                <a:ext uri="{FF2B5EF4-FFF2-40B4-BE49-F238E27FC236}">
                  <a16:creationId xmlns:a16="http://schemas.microsoft.com/office/drawing/2014/main" id="{0BD601A3-C7BF-BB78-516E-0AC79B1B2985}"/>
                </a:ext>
              </a:extLst>
            </p:cNvPr>
            <p:cNvPicPr>
              <a:picLocks noChangeAspect="1"/>
            </p:cNvPicPr>
            <p:nvPr/>
          </p:nvPicPr>
          <p:blipFill>
            <a:blip r:embed="rId9"/>
            <a:stretch>
              <a:fillRect/>
            </a:stretch>
          </p:blipFill>
          <p:spPr>
            <a:xfrm>
              <a:off x="3044776" y="2899715"/>
              <a:ext cx="1506143" cy="386385"/>
            </a:xfrm>
            <a:prstGeom prst="rect">
              <a:avLst/>
            </a:prstGeom>
          </p:spPr>
        </p:pic>
        <p:sp>
          <p:nvSpPr>
            <p:cNvPr id="229" name="TextBox 228">
              <a:extLst>
                <a:ext uri="{FF2B5EF4-FFF2-40B4-BE49-F238E27FC236}">
                  <a16:creationId xmlns:a16="http://schemas.microsoft.com/office/drawing/2014/main" id="{58E10AE3-5A00-5E4C-8BE0-9BDF979359B0}"/>
                </a:ext>
              </a:extLst>
            </p:cNvPr>
            <p:cNvSpPr txBox="1">
              <a:spLocks/>
            </p:cNvSpPr>
            <p:nvPr/>
          </p:nvSpPr>
          <p:spPr>
            <a:xfrm>
              <a:off x="3167909" y="3679241"/>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b="1" noProof="0">
                  <a:solidFill>
                    <a:schemeClr val="tx2"/>
                  </a:solidFill>
                </a:rPr>
                <a:t>IMI CIB</a:t>
              </a:r>
            </a:p>
          </p:txBody>
        </p:sp>
        <p:sp>
          <p:nvSpPr>
            <p:cNvPr id="230" name="TextBox 229">
              <a:extLst>
                <a:ext uri="{FF2B5EF4-FFF2-40B4-BE49-F238E27FC236}">
                  <a16:creationId xmlns:a16="http://schemas.microsoft.com/office/drawing/2014/main" id="{28C9CACD-1DEC-F305-3CEB-C2B2DD0AE81E}"/>
                </a:ext>
              </a:extLst>
            </p:cNvPr>
            <p:cNvSpPr txBox="1">
              <a:spLocks/>
            </p:cNvSpPr>
            <p:nvPr/>
          </p:nvSpPr>
          <p:spPr>
            <a:xfrm>
              <a:off x="3167909" y="3858197"/>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i="1" noProof="0">
                  <a:solidFill>
                    <a:schemeClr val="bg1">
                      <a:lumMod val="50000"/>
                    </a:schemeClr>
                  </a:solidFill>
                </a:rPr>
                <a:t>M. Micillo</a:t>
              </a:r>
            </a:p>
          </p:txBody>
        </p:sp>
      </p:grpSp>
      <p:grpSp>
        <p:nvGrpSpPr>
          <p:cNvPr id="17" name="Group 16">
            <a:extLst>
              <a:ext uri="{FF2B5EF4-FFF2-40B4-BE49-F238E27FC236}">
                <a16:creationId xmlns:a16="http://schemas.microsoft.com/office/drawing/2014/main" id="{06B981FE-01B2-A10C-6C4A-CFF2EDB28D46}"/>
              </a:ext>
            </a:extLst>
          </p:cNvPr>
          <p:cNvGrpSpPr/>
          <p:nvPr/>
        </p:nvGrpSpPr>
        <p:grpSpPr>
          <a:xfrm>
            <a:off x="5123476" y="2160609"/>
            <a:ext cx="1748795" cy="1905728"/>
            <a:chOff x="5123476" y="2160609"/>
            <a:chExt cx="1748795" cy="1905728"/>
          </a:xfrm>
        </p:grpSpPr>
        <p:sp>
          <p:nvSpPr>
            <p:cNvPr id="192" name="Rectangle: Rounded Corners 191">
              <a:extLst>
                <a:ext uri="{FF2B5EF4-FFF2-40B4-BE49-F238E27FC236}">
                  <a16:creationId xmlns:a16="http://schemas.microsoft.com/office/drawing/2014/main" id="{21BCABA5-E5F1-A818-E065-77FC35379714}"/>
                </a:ext>
              </a:extLst>
            </p:cNvPr>
            <p:cNvSpPr>
              <a:spLocks/>
            </p:cNvSpPr>
            <p:nvPr/>
          </p:nvSpPr>
          <p:spPr>
            <a:xfrm>
              <a:off x="5123476" y="2160609"/>
              <a:ext cx="1748795" cy="1905728"/>
            </a:xfrm>
            <a:prstGeom prst="roundRect">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sp>
          <p:nvSpPr>
            <p:cNvPr id="227" name="TextBox 226">
              <a:extLst>
                <a:ext uri="{FF2B5EF4-FFF2-40B4-BE49-F238E27FC236}">
                  <a16:creationId xmlns:a16="http://schemas.microsoft.com/office/drawing/2014/main" id="{528F00AF-5444-5DB8-3FD8-B1E1D3C341CB}"/>
                </a:ext>
              </a:extLst>
            </p:cNvPr>
            <p:cNvSpPr txBox="1"/>
            <p:nvPr/>
          </p:nvSpPr>
          <p:spPr>
            <a:xfrm>
              <a:off x="5365555" y="2280105"/>
              <a:ext cx="1264637" cy="215444"/>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a:solidFill>
                    <a:schemeClr val="tx2"/>
                  </a:solidFill>
                </a:rPr>
                <a:t>WM/PB</a:t>
              </a:r>
            </a:p>
          </p:txBody>
        </p:sp>
        <p:pic>
          <p:nvPicPr>
            <p:cNvPr id="233" name="Picture 28">
              <a:extLst>
                <a:ext uri="{FF2B5EF4-FFF2-40B4-BE49-F238E27FC236}">
                  <a16:creationId xmlns:a16="http://schemas.microsoft.com/office/drawing/2014/main" id="{D3C8E80D-87D6-94F3-243D-B6935AD431C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77704" y="3352278"/>
              <a:ext cx="1240339" cy="126778"/>
            </a:xfrm>
            <a:prstGeom prst="rect">
              <a:avLst/>
            </a:prstGeom>
            <a:noFill/>
            <a:extLst>
              <a:ext uri="{909E8E84-426E-40DD-AFC4-6F175D3DCCD1}">
                <a14:hiddenFill xmlns:a14="http://schemas.microsoft.com/office/drawing/2010/main">
                  <a:solidFill>
                    <a:srgbClr val="FFFFFF"/>
                  </a:solidFill>
                </a14:hiddenFill>
              </a:ext>
            </a:extLst>
          </p:spPr>
        </p:pic>
        <p:pic>
          <p:nvPicPr>
            <p:cNvPr id="235" name="Picture 24">
              <a:extLst>
                <a:ext uri="{FF2B5EF4-FFF2-40B4-BE49-F238E27FC236}">
                  <a16:creationId xmlns:a16="http://schemas.microsoft.com/office/drawing/2014/main" id="{5EBBFB2F-8D71-1595-34B5-C6F3AC2B528A}"/>
                </a:ext>
              </a:extLst>
            </p:cNvPr>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487825" y="2625060"/>
              <a:ext cx="1020097" cy="237490"/>
            </a:xfrm>
            <a:prstGeom prst="rect">
              <a:avLst/>
            </a:prstGeom>
            <a:noFill/>
            <a:extLst>
              <a:ext uri="{909E8E84-426E-40DD-AFC4-6F175D3DCCD1}">
                <a14:hiddenFill xmlns:a14="http://schemas.microsoft.com/office/drawing/2010/main">
                  <a:solidFill>
                    <a:srgbClr val="FFFFFF"/>
                  </a:solidFill>
                </a14:hiddenFill>
              </a:ext>
            </a:extLst>
          </p:spPr>
        </p:pic>
        <p:pic>
          <p:nvPicPr>
            <p:cNvPr id="237" name="Picture 2" descr="CMB Monaco - Wikipedia">
              <a:extLst>
                <a:ext uri="{FF2B5EF4-FFF2-40B4-BE49-F238E27FC236}">
                  <a16:creationId xmlns:a16="http://schemas.microsoft.com/office/drawing/2014/main" id="{856E3112-5AEA-757A-89D6-41937A5DD32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86580" y="2939036"/>
              <a:ext cx="622588" cy="350205"/>
            </a:xfrm>
            <a:prstGeom prst="rect">
              <a:avLst/>
            </a:prstGeom>
            <a:noFill/>
          </p:spPr>
        </p:pic>
        <p:sp>
          <p:nvSpPr>
            <p:cNvPr id="238" name="TextBox 237">
              <a:extLst>
                <a:ext uri="{FF2B5EF4-FFF2-40B4-BE49-F238E27FC236}">
                  <a16:creationId xmlns:a16="http://schemas.microsoft.com/office/drawing/2014/main" id="{F696D52A-DA34-D593-8125-4C2F2D839923}"/>
                </a:ext>
              </a:extLst>
            </p:cNvPr>
            <p:cNvSpPr txBox="1">
              <a:spLocks/>
            </p:cNvSpPr>
            <p:nvPr/>
          </p:nvSpPr>
          <p:spPr>
            <a:xfrm>
              <a:off x="5367935" y="3679241"/>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b="1" noProof="0">
                  <a:solidFill>
                    <a:schemeClr val="tx2"/>
                  </a:solidFill>
                </a:rPr>
                <a:t>WMD</a:t>
              </a:r>
            </a:p>
          </p:txBody>
        </p:sp>
        <p:sp>
          <p:nvSpPr>
            <p:cNvPr id="239" name="TextBox 238">
              <a:extLst>
                <a:ext uri="{FF2B5EF4-FFF2-40B4-BE49-F238E27FC236}">
                  <a16:creationId xmlns:a16="http://schemas.microsoft.com/office/drawing/2014/main" id="{052E88F2-1433-87E4-714C-AC4F12DDDA26}"/>
                </a:ext>
              </a:extLst>
            </p:cNvPr>
            <p:cNvSpPr txBox="1">
              <a:spLocks/>
            </p:cNvSpPr>
            <p:nvPr/>
          </p:nvSpPr>
          <p:spPr>
            <a:xfrm>
              <a:off x="5367935" y="3858197"/>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i="1">
                  <a:solidFill>
                    <a:schemeClr val="bg1">
                      <a:lumMod val="50000"/>
                    </a:schemeClr>
                  </a:solidFill>
                </a:rPr>
                <a:t>T</a:t>
              </a:r>
              <a:r>
                <a:rPr lang="it-IT" sz="1100" i="1" noProof="0">
                  <a:solidFill>
                    <a:schemeClr val="bg1">
                      <a:lumMod val="50000"/>
                    </a:schemeClr>
                  </a:solidFill>
                </a:rPr>
                <a:t>. Corcos</a:t>
              </a:r>
            </a:p>
          </p:txBody>
        </p:sp>
      </p:grpSp>
      <p:sp>
        <p:nvSpPr>
          <p:cNvPr id="249" name="Sticker">
            <a:extLst>
              <a:ext uri="{FF2B5EF4-FFF2-40B4-BE49-F238E27FC236}">
                <a16:creationId xmlns:a16="http://schemas.microsoft.com/office/drawing/2014/main" id="{6FC4C816-3C2D-F148-39D1-9FC784216902}"/>
              </a:ext>
            </a:extLst>
          </p:cNvPr>
          <p:cNvSpPr txBox="1"/>
          <p:nvPr/>
        </p:nvSpPr>
        <p:spPr>
          <a:xfrm>
            <a:off x="587331" y="1289273"/>
            <a:ext cx="947375" cy="153888"/>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solidFill>
                  <a:schemeClr val="accent6"/>
                </a:solidFill>
              </a:defRPr>
            </a:lvl1pPr>
          </a:lstStyle>
          <a:p>
            <a:pPr lvl="0" rtl="0"/>
            <a:r>
              <a:rPr lang="it-IT" sz="1000" u="sng">
                <a:highlight>
                  <a:srgbClr val="FFFF00"/>
                </a:highlight>
              </a:rPr>
              <a:t>PER DISCUSSIONE</a:t>
            </a:r>
          </a:p>
        </p:txBody>
      </p:sp>
      <p:grpSp>
        <p:nvGrpSpPr>
          <p:cNvPr id="28" name="Group 27">
            <a:extLst>
              <a:ext uri="{FF2B5EF4-FFF2-40B4-BE49-F238E27FC236}">
                <a16:creationId xmlns:a16="http://schemas.microsoft.com/office/drawing/2014/main" id="{7BF4FD9D-AC3C-2C37-4F28-8B0AFEB702DF}"/>
              </a:ext>
            </a:extLst>
          </p:cNvPr>
          <p:cNvGrpSpPr/>
          <p:nvPr/>
        </p:nvGrpSpPr>
        <p:grpSpPr>
          <a:xfrm>
            <a:off x="723424" y="4227517"/>
            <a:ext cx="1748795" cy="1905728"/>
            <a:chOff x="723424" y="4227517"/>
            <a:chExt cx="1748795" cy="1905728"/>
          </a:xfrm>
        </p:grpSpPr>
        <p:sp>
          <p:nvSpPr>
            <p:cNvPr id="214" name="Rectangle: Rounded Corners 213">
              <a:extLst>
                <a:ext uri="{FF2B5EF4-FFF2-40B4-BE49-F238E27FC236}">
                  <a16:creationId xmlns:a16="http://schemas.microsoft.com/office/drawing/2014/main" id="{073013B0-FD2B-92FC-47A5-8AA3B871278C}"/>
                </a:ext>
              </a:extLst>
            </p:cNvPr>
            <p:cNvSpPr>
              <a:spLocks/>
            </p:cNvSpPr>
            <p:nvPr/>
          </p:nvSpPr>
          <p:spPr>
            <a:xfrm>
              <a:off x="723424" y="4227517"/>
              <a:ext cx="1748795" cy="1905728"/>
            </a:xfrm>
            <a:prstGeom prst="roundRect">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sp>
          <p:nvSpPr>
            <p:cNvPr id="222" name="TextBox 221">
              <a:extLst>
                <a:ext uri="{FF2B5EF4-FFF2-40B4-BE49-F238E27FC236}">
                  <a16:creationId xmlns:a16="http://schemas.microsoft.com/office/drawing/2014/main" id="{471460F7-CBD1-410F-1556-466094D338B6}"/>
                </a:ext>
              </a:extLst>
            </p:cNvPr>
            <p:cNvSpPr txBox="1">
              <a:spLocks/>
            </p:cNvSpPr>
            <p:nvPr/>
          </p:nvSpPr>
          <p:spPr>
            <a:xfrm>
              <a:off x="967883" y="5773477"/>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b="1" i="1" noProof="0">
                  <a:solidFill>
                    <a:schemeClr val="tx2"/>
                  </a:solidFill>
                </a:rPr>
                <a:t>TBD</a:t>
              </a:r>
            </a:p>
          </p:txBody>
        </p:sp>
        <p:sp>
          <p:nvSpPr>
            <p:cNvPr id="264" name="TextBox 263">
              <a:extLst>
                <a:ext uri="{FF2B5EF4-FFF2-40B4-BE49-F238E27FC236}">
                  <a16:creationId xmlns:a16="http://schemas.microsoft.com/office/drawing/2014/main" id="{3BCF46AF-E3A9-8F95-DD99-EDF5F7701E39}"/>
                </a:ext>
              </a:extLst>
            </p:cNvPr>
            <p:cNvSpPr txBox="1"/>
            <p:nvPr/>
          </p:nvSpPr>
          <p:spPr>
            <a:xfrm>
              <a:off x="896782" y="4249867"/>
              <a:ext cx="1402080" cy="430887"/>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err="1">
                  <a:solidFill>
                    <a:schemeClr val="tx2"/>
                  </a:solidFill>
                </a:rPr>
                <a:t>Veicoli</a:t>
              </a:r>
              <a:r>
                <a:rPr lang="en-US" sz="1400" b="1">
                  <a:solidFill>
                    <a:schemeClr val="tx2"/>
                  </a:solidFill>
                </a:rPr>
                <a:t> di funding</a:t>
              </a:r>
              <a:r>
                <a:rPr lang="en-US" sz="1400" b="1" baseline="30000">
                  <a:solidFill>
                    <a:schemeClr val="tx2"/>
                  </a:solidFill>
                </a:rPr>
                <a:t>1</a:t>
              </a:r>
            </a:p>
          </p:txBody>
        </p:sp>
        <p:pic>
          <p:nvPicPr>
            <p:cNvPr id="265" name="Picture 4" descr="ASSEMBLEA DI BANCA MONTE DEI PASCHI DI SIENA: APPROVATE LE MODIFICHE ALLO  STATUTO SOCIALE">
              <a:extLst>
                <a:ext uri="{FF2B5EF4-FFF2-40B4-BE49-F238E27FC236}">
                  <a16:creationId xmlns:a16="http://schemas.microsoft.com/office/drawing/2014/main" id="{AFE78F69-3853-01BA-C59D-DA9E92D7CE8D}"/>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t="29999" b="29999"/>
            <a:stretch>
              <a:fillRect/>
            </a:stretch>
          </p:blipFill>
          <p:spPr bwMode="auto">
            <a:xfrm>
              <a:off x="1209761" y="4898416"/>
              <a:ext cx="776120" cy="297715"/>
            </a:xfrm>
            <a:prstGeom prst="rect">
              <a:avLst/>
            </a:prstGeom>
            <a:noFill/>
            <a:extLst>
              <a:ext uri="{909E8E84-426E-40DD-AFC4-6F175D3DCCD1}">
                <a14:hiddenFill xmlns:a14="http://schemas.microsoft.com/office/drawing/2010/main">
                  <a:solidFill>
                    <a:srgbClr val="FFFFFF"/>
                  </a:solidFill>
                </a14:hiddenFill>
              </a:ext>
            </a:extLst>
          </p:spPr>
        </p:pic>
        <p:pic>
          <p:nvPicPr>
            <p:cNvPr id="266" name="Picture 265">
              <a:extLst>
                <a:ext uri="{FF2B5EF4-FFF2-40B4-BE49-F238E27FC236}">
                  <a16:creationId xmlns:a16="http://schemas.microsoft.com/office/drawing/2014/main" id="{B0B76016-7460-4A7E-F3D0-43043C5E155B}"/>
                </a:ext>
              </a:extLst>
            </p:cNvPr>
            <p:cNvPicPr>
              <a:picLocks noChangeAspect="1"/>
            </p:cNvPicPr>
            <p:nvPr/>
          </p:nvPicPr>
          <p:blipFill>
            <a:blip r:embed="rId9"/>
            <a:stretch>
              <a:fillRect/>
            </a:stretch>
          </p:blipFill>
          <p:spPr>
            <a:xfrm>
              <a:off x="1032028" y="5219332"/>
              <a:ext cx="1131587" cy="290296"/>
            </a:xfrm>
            <a:prstGeom prst="rect">
              <a:avLst/>
            </a:prstGeom>
          </p:spPr>
        </p:pic>
      </p:grpSp>
      <p:sp>
        <p:nvSpPr>
          <p:cNvPr id="269" name="TextBox 268">
            <a:extLst>
              <a:ext uri="{FF2B5EF4-FFF2-40B4-BE49-F238E27FC236}">
                <a16:creationId xmlns:a16="http://schemas.microsoft.com/office/drawing/2014/main" id="{E4BDF0B6-F6E0-9ADE-1C8E-238E5C57088D}"/>
              </a:ext>
            </a:extLst>
          </p:cNvPr>
          <p:cNvSpPr txBox="1"/>
          <p:nvPr/>
        </p:nvSpPr>
        <p:spPr>
          <a:xfrm>
            <a:off x="554734" y="6319847"/>
            <a:ext cx="9229346" cy="415498"/>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solidFill>
                  <a:schemeClr val="bg1">
                    <a:lumMod val="50000"/>
                  </a:schemeClr>
                </a:solidFill>
              </a:rPr>
              <a:t>1. Include </a:t>
            </a:r>
            <a:r>
              <a:rPr lang="en-US" sz="900">
                <a:solidFill>
                  <a:schemeClr val="bg1">
                    <a:lumMod val="50000"/>
                  </a:schemeClr>
                </a:solidFill>
                <a:latin typeface="Century Gothic" pitchFamily="34" charset="0"/>
                <a:ea typeface="Century Gothic" pitchFamily="34" charset="-122"/>
                <a:cs typeface="Century Gothic" pitchFamily="34" charset="-120"/>
              </a:rPr>
              <a:t>MPS Covered Bond; MPS Covered Bond 2; </a:t>
            </a:r>
            <a:r>
              <a:rPr lang="en-US" sz="900" err="1">
                <a:solidFill>
                  <a:schemeClr val="bg1">
                    <a:lumMod val="50000"/>
                  </a:schemeClr>
                </a:solidFill>
                <a:latin typeface="Century Gothic" pitchFamily="34" charset="0"/>
                <a:ea typeface="Century Gothic" pitchFamily="34" charset="-122"/>
                <a:cs typeface="Century Gothic" pitchFamily="34" charset="-120"/>
              </a:rPr>
              <a:t>Cirene</a:t>
            </a:r>
            <a:r>
              <a:rPr lang="en-US" sz="900">
                <a:solidFill>
                  <a:schemeClr val="bg1">
                    <a:lumMod val="50000"/>
                  </a:schemeClr>
                </a:solidFill>
                <a:latin typeface="Century Gothic" pitchFamily="34" charset="0"/>
                <a:ea typeface="Century Gothic" pitchFamily="34" charset="-122"/>
                <a:cs typeface="Century Gothic" pitchFamily="34" charset="-120"/>
              </a:rPr>
              <a:t> Finance; Siena Mortgages 07-5; Siena PMI 2016. Mediobanca International (Luxembourg); MB Funding Luxembourg; Mediobanca Covered Bond; </a:t>
            </a:r>
            <a:r>
              <a:rPr lang="en-US" sz="900" err="1">
                <a:solidFill>
                  <a:schemeClr val="bg1">
                    <a:lumMod val="50000"/>
                  </a:schemeClr>
                </a:solidFill>
                <a:latin typeface="Century Gothic" pitchFamily="34" charset="0"/>
                <a:ea typeface="Century Gothic" pitchFamily="34" charset="-122"/>
                <a:cs typeface="Century Gothic" pitchFamily="34" charset="-120"/>
              </a:rPr>
              <a:t>Quarzo</a:t>
            </a:r>
            <a:r>
              <a:rPr lang="en-US" sz="900">
                <a:solidFill>
                  <a:schemeClr val="bg1">
                    <a:lumMod val="50000"/>
                  </a:schemeClr>
                </a:solidFill>
                <a:latin typeface="Century Gothic" pitchFamily="34" charset="0"/>
                <a:ea typeface="Century Gothic" pitchFamily="34" charset="-122"/>
                <a:cs typeface="Century Gothic" pitchFamily="34" charset="-120"/>
              </a:rPr>
              <a:t>; SPV Project 2224  | 2. MPS: </a:t>
            </a:r>
            <a:r>
              <a:rPr lang="it-IT" sz="900" err="1">
                <a:solidFill>
                  <a:schemeClr val="bg1">
                    <a:lumMod val="50000"/>
                  </a:schemeClr>
                </a:solidFill>
                <a:latin typeface="Century Gothic" pitchFamily="34" charset="0"/>
                <a:ea typeface="Century Gothic" pitchFamily="34" charset="-122"/>
                <a:cs typeface="Century Gothic" pitchFamily="34" charset="-120"/>
              </a:rPr>
              <a:t>G.Imm</a:t>
            </a:r>
            <a:r>
              <a:rPr lang="it-IT" sz="900">
                <a:solidFill>
                  <a:schemeClr val="bg1">
                    <a:lumMod val="50000"/>
                  </a:schemeClr>
                </a:solidFill>
                <a:latin typeface="Century Gothic" pitchFamily="34" charset="0"/>
                <a:ea typeface="Century Gothic" pitchFamily="34" charset="-122"/>
                <a:cs typeface="Century Gothic" pitchFamily="34" charset="-120"/>
              </a:rPr>
              <a:t> Astor; Magazzini Generali Fiduciari di Mantova; MPS Tenimenti Poggio Bonelli e Chigi Saracini, MB: Mediobanca International </a:t>
            </a:r>
            <a:r>
              <a:rPr lang="it-IT" sz="900" err="1">
                <a:solidFill>
                  <a:schemeClr val="bg1">
                    <a:lumMod val="50000"/>
                  </a:schemeClr>
                </a:solidFill>
                <a:latin typeface="Century Gothic" pitchFamily="34" charset="0"/>
                <a:ea typeface="Century Gothic" pitchFamily="34" charset="-122"/>
                <a:cs typeface="Century Gothic" pitchFamily="34" charset="-120"/>
              </a:rPr>
              <a:t>Immobilière</a:t>
            </a:r>
            <a:r>
              <a:rPr lang="it-IT" sz="900">
                <a:solidFill>
                  <a:schemeClr val="bg1">
                    <a:lumMod val="50000"/>
                  </a:schemeClr>
                </a:solidFill>
                <a:latin typeface="Century Gothic" pitchFamily="34" charset="0"/>
                <a:ea typeface="Century Gothic" pitchFamily="34" charset="-122"/>
                <a:cs typeface="Century Gothic" pitchFamily="34" charset="-120"/>
              </a:rPr>
              <a:t>; CMB Real Estate Development</a:t>
            </a:r>
            <a:endParaRPr lang="en-US" sz="900">
              <a:solidFill>
                <a:schemeClr val="bg1">
                  <a:lumMod val="50000"/>
                </a:schemeClr>
              </a:solidFill>
            </a:endParaRPr>
          </a:p>
        </p:txBody>
      </p:sp>
      <p:grpSp>
        <p:nvGrpSpPr>
          <p:cNvPr id="25" name="Group 24">
            <a:extLst>
              <a:ext uri="{FF2B5EF4-FFF2-40B4-BE49-F238E27FC236}">
                <a16:creationId xmlns:a16="http://schemas.microsoft.com/office/drawing/2014/main" id="{10381434-A92F-A2DB-F2DC-12D0DECB3892}"/>
              </a:ext>
            </a:extLst>
          </p:cNvPr>
          <p:cNvGrpSpPr/>
          <p:nvPr/>
        </p:nvGrpSpPr>
        <p:grpSpPr>
          <a:xfrm>
            <a:off x="6157954" y="4227517"/>
            <a:ext cx="1748795" cy="1905728"/>
            <a:chOff x="6086550" y="4227517"/>
            <a:chExt cx="1748795" cy="1905728"/>
          </a:xfrm>
        </p:grpSpPr>
        <p:sp>
          <p:nvSpPr>
            <p:cNvPr id="217" name="Rectangle: Rounded Corners 216">
              <a:extLst>
                <a:ext uri="{FF2B5EF4-FFF2-40B4-BE49-F238E27FC236}">
                  <a16:creationId xmlns:a16="http://schemas.microsoft.com/office/drawing/2014/main" id="{FE643B0F-001C-92F9-31F7-F49B6DBD31AE}"/>
                </a:ext>
              </a:extLst>
            </p:cNvPr>
            <p:cNvSpPr>
              <a:spLocks/>
            </p:cNvSpPr>
            <p:nvPr/>
          </p:nvSpPr>
          <p:spPr>
            <a:xfrm>
              <a:off x="6086550" y="4227517"/>
              <a:ext cx="1748795" cy="1905728"/>
            </a:xfrm>
            <a:prstGeom prst="roundRect">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a:solidFill>
                  <a:srgbClr val="000000"/>
                </a:solidFill>
              </a:endParaRPr>
            </a:p>
          </p:txBody>
        </p:sp>
        <p:sp>
          <p:nvSpPr>
            <p:cNvPr id="267" name="TextBox 266">
              <a:extLst>
                <a:ext uri="{FF2B5EF4-FFF2-40B4-BE49-F238E27FC236}">
                  <a16:creationId xmlns:a16="http://schemas.microsoft.com/office/drawing/2014/main" id="{453159FF-E185-3EFF-98F0-1AF423F332ED}"/>
                </a:ext>
              </a:extLst>
            </p:cNvPr>
            <p:cNvSpPr txBox="1"/>
            <p:nvPr/>
          </p:nvSpPr>
          <p:spPr>
            <a:xfrm>
              <a:off x="6325948" y="4357588"/>
              <a:ext cx="1270000" cy="215444"/>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a:solidFill>
                    <a:schemeClr val="tx2"/>
                  </a:solidFill>
                </a:rPr>
                <a:t>Real Estate</a:t>
              </a:r>
              <a:r>
                <a:rPr lang="en-US" sz="1400" b="1" baseline="30000">
                  <a:solidFill>
                    <a:schemeClr val="tx2"/>
                  </a:solidFill>
                </a:rPr>
                <a:t>2</a:t>
              </a:r>
            </a:p>
          </p:txBody>
        </p:sp>
        <p:pic>
          <p:nvPicPr>
            <p:cNvPr id="279" name="Picture 4" descr="ASSEMBLEA DI BANCA MONTE DEI PASCHI DI SIENA: APPROVATE LE MODIFICHE ALLO  STATUTO SOCIALE">
              <a:extLst>
                <a:ext uri="{FF2B5EF4-FFF2-40B4-BE49-F238E27FC236}">
                  <a16:creationId xmlns:a16="http://schemas.microsoft.com/office/drawing/2014/main" id="{57F4FDEF-B167-CE4E-BEDD-389D8BFE8F33}"/>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t="29999" b="29999"/>
            <a:stretch>
              <a:fillRect/>
            </a:stretch>
          </p:blipFill>
          <p:spPr bwMode="auto">
            <a:xfrm>
              <a:off x="6572888" y="4837456"/>
              <a:ext cx="776120" cy="297715"/>
            </a:xfrm>
            <a:prstGeom prst="rect">
              <a:avLst/>
            </a:prstGeom>
            <a:noFill/>
            <a:extLst>
              <a:ext uri="{909E8E84-426E-40DD-AFC4-6F175D3DCCD1}">
                <a14:hiddenFill xmlns:a14="http://schemas.microsoft.com/office/drawing/2010/main">
                  <a:solidFill>
                    <a:srgbClr val="FFFFFF"/>
                  </a:solidFill>
                </a14:hiddenFill>
              </a:ext>
            </a:extLst>
          </p:spPr>
        </p:pic>
        <p:pic>
          <p:nvPicPr>
            <p:cNvPr id="280" name="Picture 279">
              <a:extLst>
                <a:ext uri="{FF2B5EF4-FFF2-40B4-BE49-F238E27FC236}">
                  <a16:creationId xmlns:a16="http://schemas.microsoft.com/office/drawing/2014/main" id="{5BCD21E7-D1B9-197C-ACD5-93BDF793A931}"/>
                </a:ext>
              </a:extLst>
            </p:cNvPr>
            <p:cNvPicPr>
              <a:picLocks noChangeAspect="1"/>
            </p:cNvPicPr>
            <p:nvPr/>
          </p:nvPicPr>
          <p:blipFill>
            <a:blip r:embed="rId9"/>
            <a:stretch>
              <a:fillRect/>
            </a:stretch>
          </p:blipFill>
          <p:spPr>
            <a:xfrm>
              <a:off x="6395154" y="5158372"/>
              <a:ext cx="1131587" cy="290296"/>
            </a:xfrm>
            <a:prstGeom prst="rect">
              <a:avLst/>
            </a:prstGeom>
          </p:spPr>
        </p:pic>
        <p:sp>
          <p:nvSpPr>
            <p:cNvPr id="281" name="TextBox 280">
              <a:extLst>
                <a:ext uri="{FF2B5EF4-FFF2-40B4-BE49-F238E27FC236}">
                  <a16:creationId xmlns:a16="http://schemas.microsoft.com/office/drawing/2014/main" id="{4725A9B7-0233-CA0C-8DA7-3D111FC78B97}"/>
                </a:ext>
              </a:extLst>
            </p:cNvPr>
            <p:cNvSpPr txBox="1">
              <a:spLocks/>
            </p:cNvSpPr>
            <p:nvPr/>
          </p:nvSpPr>
          <p:spPr>
            <a:xfrm>
              <a:off x="6331009" y="5773477"/>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b="1" i="1" noProof="0">
                  <a:solidFill>
                    <a:schemeClr val="tx2"/>
                  </a:solidFill>
                </a:rPr>
                <a:t>TBD</a:t>
              </a:r>
            </a:p>
          </p:txBody>
        </p:sp>
      </p:grpSp>
      <p:grpSp>
        <p:nvGrpSpPr>
          <p:cNvPr id="24" name="Group 23">
            <a:extLst>
              <a:ext uri="{FF2B5EF4-FFF2-40B4-BE49-F238E27FC236}">
                <a16:creationId xmlns:a16="http://schemas.microsoft.com/office/drawing/2014/main" id="{A9B2E22F-F9DA-465A-851F-2E740A77D288}"/>
              </a:ext>
            </a:extLst>
          </p:cNvPr>
          <p:cNvGrpSpPr/>
          <p:nvPr/>
        </p:nvGrpSpPr>
        <p:grpSpPr>
          <a:xfrm>
            <a:off x="7969464" y="4227517"/>
            <a:ext cx="1748795" cy="1905728"/>
            <a:chOff x="7872915" y="4227517"/>
            <a:chExt cx="1748795" cy="1905728"/>
          </a:xfrm>
        </p:grpSpPr>
        <p:sp>
          <p:nvSpPr>
            <p:cNvPr id="218" name="Rectangle: Rounded Corners 217">
              <a:extLst>
                <a:ext uri="{FF2B5EF4-FFF2-40B4-BE49-F238E27FC236}">
                  <a16:creationId xmlns:a16="http://schemas.microsoft.com/office/drawing/2014/main" id="{3DEC723A-4BE4-6095-9064-9DCAB2D5F1B9}"/>
                </a:ext>
              </a:extLst>
            </p:cNvPr>
            <p:cNvSpPr>
              <a:spLocks/>
            </p:cNvSpPr>
            <p:nvPr/>
          </p:nvSpPr>
          <p:spPr>
            <a:xfrm>
              <a:off x="7872915" y="4227517"/>
              <a:ext cx="1748795" cy="1905728"/>
            </a:xfrm>
            <a:prstGeom prst="roundRect">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sp>
          <p:nvSpPr>
            <p:cNvPr id="250" name="TextBox 249">
              <a:extLst>
                <a:ext uri="{FF2B5EF4-FFF2-40B4-BE49-F238E27FC236}">
                  <a16:creationId xmlns:a16="http://schemas.microsoft.com/office/drawing/2014/main" id="{F9C38A0D-3E38-855B-4861-1D2C63241175}"/>
                </a:ext>
              </a:extLst>
            </p:cNvPr>
            <p:cNvSpPr txBox="1"/>
            <p:nvPr/>
          </p:nvSpPr>
          <p:spPr>
            <a:xfrm>
              <a:off x="8041193" y="4357588"/>
              <a:ext cx="1412239" cy="215444"/>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err="1">
                  <a:solidFill>
                    <a:schemeClr val="tx2"/>
                  </a:solidFill>
                </a:rPr>
                <a:t>Fiduciarie</a:t>
              </a:r>
              <a:r>
                <a:rPr lang="en-US" sz="1400" b="1">
                  <a:solidFill>
                    <a:schemeClr val="tx2"/>
                  </a:solidFill>
                </a:rPr>
                <a:t>/Trust</a:t>
              </a:r>
            </a:p>
          </p:txBody>
        </p:sp>
        <p:pic>
          <p:nvPicPr>
            <p:cNvPr id="283" name="Picture 282">
              <a:extLst>
                <a:ext uri="{FF2B5EF4-FFF2-40B4-BE49-F238E27FC236}">
                  <a16:creationId xmlns:a16="http://schemas.microsoft.com/office/drawing/2014/main" id="{ABF6349D-41B6-2415-8109-6116BCEDDAA5}"/>
                </a:ext>
              </a:extLst>
            </p:cNvPr>
            <p:cNvPicPr>
              <a:picLocks noChangeAspect="1"/>
            </p:cNvPicPr>
            <p:nvPr/>
          </p:nvPicPr>
          <p:blipFill>
            <a:blip r:embed="rId13"/>
            <a:stretch>
              <a:fillRect/>
            </a:stretch>
          </p:blipFill>
          <p:spPr>
            <a:xfrm>
              <a:off x="8413839" y="4791881"/>
              <a:ext cx="666946" cy="325645"/>
            </a:xfrm>
            <a:prstGeom prst="rect">
              <a:avLst/>
            </a:prstGeom>
          </p:spPr>
        </p:pic>
        <p:pic>
          <p:nvPicPr>
            <p:cNvPr id="285" name="Picture 284">
              <a:extLst>
                <a:ext uri="{FF2B5EF4-FFF2-40B4-BE49-F238E27FC236}">
                  <a16:creationId xmlns:a16="http://schemas.microsoft.com/office/drawing/2014/main" id="{94AB6942-A893-F207-4F3D-FA22C0D6FEAD}"/>
                </a:ext>
              </a:extLst>
            </p:cNvPr>
            <p:cNvPicPr>
              <a:picLocks noChangeAspect="1"/>
            </p:cNvPicPr>
            <p:nvPr/>
          </p:nvPicPr>
          <p:blipFill>
            <a:blip r:embed="rId14"/>
            <a:stretch>
              <a:fillRect/>
            </a:stretch>
          </p:blipFill>
          <p:spPr>
            <a:xfrm>
              <a:off x="8353468" y="5212921"/>
              <a:ext cx="787688" cy="292165"/>
            </a:xfrm>
            <a:prstGeom prst="rect">
              <a:avLst/>
            </a:prstGeom>
          </p:spPr>
        </p:pic>
        <p:sp>
          <p:nvSpPr>
            <p:cNvPr id="286" name="TextBox 285">
              <a:extLst>
                <a:ext uri="{FF2B5EF4-FFF2-40B4-BE49-F238E27FC236}">
                  <a16:creationId xmlns:a16="http://schemas.microsoft.com/office/drawing/2014/main" id="{30A201D5-0CA7-CF67-C946-9CB5E9DE758D}"/>
                </a:ext>
              </a:extLst>
            </p:cNvPr>
            <p:cNvSpPr txBox="1">
              <a:spLocks/>
            </p:cNvSpPr>
            <p:nvPr/>
          </p:nvSpPr>
          <p:spPr>
            <a:xfrm>
              <a:off x="8117374" y="5773477"/>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b="1" noProof="0">
                  <a:solidFill>
                    <a:schemeClr val="tx2"/>
                  </a:solidFill>
                </a:rPr>
                <a:t>TBD</a:t>
              </a:r>
            </a:p>
          </p:txBody>
        </p:sp>
      </p:grpSp>
      <p:sp>
        <p:nvSpPr>
          <p:cNvPr id="2" name="Rectangle 1">
            <a:extLst>
              <a:ext uri="{FF2B5EF4-FFF2-40B4-BE49-F238E27FC236}">
                <a16:creationId xmlns:a16="http://schemas.microsoft.com/office/drawing/2014/main" id="{F7684D13-52AA-B9D7-B979-6582E364EE5C}"/>
              </a:ext>
            </a:extLst>
          </p:cNvPr>
          <p:cNvSpPr/>
          <p:nvPr/>
        </p:nvSpPr>
        <p:spPr>
          <a:xfrm>
            <a:off x="0" y="668"/>
            <a:ext cx="12192000" cy="219137"/>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ctr" anchorCtr="0" forceAA="0" compatLnSpc="1">
            <a:prstTxWarp prst="textNoShape">
              <a:avLst/>
            </a:prstTxWarp>
            <a:noAutofit/>
          </a:bodyPr>
          <a:lstStyle/>
          <a:p>
            <a:pPr algn="ctr">
              <a:spcBef>
                <a:spcPts val="300"/>
              </a:spcBef>
              <a:spcAft>
                <a:spcPts val="300"/>
              </a:spcAft>
            </a:pPr>
            <a:r>
              <a:rPr lang="en-US" sz="1100" b="1">
                <a:solidFill>
                  <a:schemeClr val="bg2"/>
                </a:solidFill>
              </a:rPr>
              <a:t>ESEMPIO ILLUSTRATIVO - </a:t>
            </a:r>
            <a:r>
              <a:rPr lang="en-US" sz="1100" b="1" err="1">
                <a:solidFill>
                  <a:schemeClr val="bg2"/>
                </a:solidFill>
              </a:rPr>
              <a:t>proposta</a:t>
            </a:r>
            <a:r>
              <a:rPr lang="en-US" sz="1100" b="1">
                <a:solidFill>
                  <a:schemeClr val="bg2"/>
                </a:solidFill>
              </a:rPr>
              <a:t> da </a:t>
            </a:r>
            <a:r>
              <a:rPr lang="en-US" sz="1100" b="1" err="1">
                <a:solidFill>
                  <a:schemeClr val="bg2"/>
                </a:solidFill>
              </a:rPr>
              <a:t>validare</a:t>
            </a:r>
            <a:r>
              <a:rPr lang="en-US" sz="1100" b="1">
                <a:solidFill>
                  <a:schemeClr val="bg2"/>
                </a:solidFill>
              </a:rPr>
              <a:t> e </a:t>
            </a:r>
            <a:r>
              <a:rPr lang="en-US" sz="1100" b="1" err="1">
                <a:solidFill>
                  <a:schemeClr val="bg2"/>
                </a:solidFill>
              </a:rPr>
              <a:t>discutere</a:t>
            </a:r>
            <a:r>
              <a:rPr lang="en-US" sz="1100" b="1">
                <a:solidFill>
                  <a:schemeClr val="bg2"/>
                </a:solidFill>
              </a:rPr>
              <a:t> con </a:t>
            </a:r>
            <a:r>
              <a:rPr lang="en-US" sz="1100" b="1" err="1">
                <a:solidFill>
                  <a:schemeClr val="bg2"/>
                </a:solidFill>
              </a:rPr>
              <a:t>GdL</a:t>
            </a:r>
            <a:endParaRPr lang="en-US" sz="1100" b="1">
              <a:solidFill>
                <a:schemeClr val="bg2"/>
              </a:solidFill>
            </a:endParaRPr>
          </a:p>
        </p:txBody>
      </p:sp>
      <p:grpSp>
        <p:nvGrpSpPr>
          <p:cNvPr id="18" name="Group 17">
            <a:extLst>
              <a:ext uri="{FF2B5EF4-FFF2-40B4-BE49-F238E27FC236}">
                <a16:creationId xmlns:a16="http://schemas.microsoft.com/office/drawing/2014/main" id="{27AD8E7B-7DED-F93A-3011-1CED9285416C}"/>
              </a:ext>
            </a:extLst>
          </p:cNvPr>
          <p:cNvGrpSpPr/>
          <p:nvPr/>
        </p:nvGrpSpPr>
        <p:grpSpPr>
          <a:xfrm>
            <a:off x="7323502" y="2160609"/>
            <a:ext cx="1748795" cy="1905728"/>
            <a:chOff x="7323502" y="2160609"/>
            <a:chExt cx="1748795" cy="1905728"/>
          </a:xfrm>
        </p:grpSpPr>
        <p:sp>
          <p:nvSpPr>
            <p:cNvPr id="193" name="Rectangle: Rounded Corners 192">
              <a:extLst>
                <a:ext uri="{FF2B5EF4-FFF2-40B4-BE49-F238E27FC236}">
                  <a16:creationId xmlns:a16="http://schemas.microsoft.com/office/drawing/2014/main" id="{662FE0EC-7EF8-C2B2-4561-7C18400EB55E}"/>
                </a:ext>
              </a:extLst>
            </p:cNvPr>
            <p:cNvSpPr>
              <a:spLocks/>
            </p:cNvSpPr>
            <p:nvPr/>
          </p:nvSpPr>
          <p:spPr>
            <a:xfrm>
              <a:off x="7323502" y="2160609"/>
              <a:ext cx="1748795" cy="1905728"/>
            </a:xfrm>
            <a:prstGeom prst="roundRect">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sp>
          <p:nvSpPr>
            <p:cNvPr id="251" name="TextBox 250">
              <a:extLst>
                <a:ext uri="{FF2B5EF4-FFF2-40B4-BE49-F238E27FC236}">
                  <a16:creationId xmlns:a16="http://schemas.microsoft.com/office/drawing/2014/main" id="{40F57037-2A99-3AFE-7213-17179AC7A1EF}"/>
                </a:ext>
              </a:extLst>
            </p:cNvPr>
            <p:cNvSpPr txBox="1"/>
            <p:nvPr/>
          </p:nvSpPr>
          <p:spPr>
            <a:xfrm>
              <a:off x="7491780" y="2172383"/>
              <a:ext cx="1412239" cy="430887"/>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a:solidFill>
                    <a:schemeClr val="tx2"/>
                  </a:solidFill>
                </a:rPr>
                <a:t>Consumer finance</a:t>
              </a:r>
            </a:p>
          </p:txBody>
        </p:sp>
        <p:pic>
          <p:nvPicPr>
            <p:cNvPr id="253" name="Picture 252">
              <a:extLst>
                <a:ext uri="{FF2B5EF4-FFF2-40B4-BE49-F238E27FC236}">
                  <a16:creationId xmlns:a16="http://schemas.microsoft.com/office/drawing/2014/main" id="{FBF53FE4-D7EA-0D3C-A361-8E6834878E20}"/>
                </a:ext>
              </a:extLst>
            </p:cNvPr>
            <p:cNvPicPr>
              <a:picLocks noChangeAspect="1"/>
            </p:cNvPicPr>
            <p:nvPr/>
          </p:nvPicPr>
          <p:blipFill>
            <a:blip r:embed="rId15">
              <a:clrChange>
                <a:clrFrom>
                  <a:srgbClr val="FDFFFF"/>
                </a:clrFrom>
                <a:clrTo>
                  <a:srgbClr val="FDFFFF">
                    <a:alpha val="0"/>
                  </a:srgbClr>
                </a:clrTo>
              </a:clrChange>
            </a:blip>
            <a:stretch>
              <a:fillRect/>
            </a:stretch>
          </p:blipFill>
          <p:spPr>
            <a:xfrm>
              <a:off x="7529384" y="2847042"/>
              <a:ext cx="1337031" cy="311041"/>
            </a:xfrm>
            <a:prstGeom prst="rect">
              <a:avLst/>
            </a:prstGeom>
          </p:spPr>
        </p:pic>
        <p:sp>
          <p:nvSpPr>
            <p:cNvPr id="254" name="TextBox 253">
              <a:extLst>
                <a:ext uri="{FF2B5EF4-FFF2-40B4-BE49-F238E27FC236}">
                  <a16:creationId xmlns:a16="http://schemas.microsoft.com/office/drawing/2014/main" id="{A014305A-0089-C3F0-FD92-4D28F99A0BD0}"/>
                </a:ext>
              </a:extLst>
            </p:cNvPr>
            <p:cNvSpPr txBox="1">
              <a:spLocks/>
            </p:cNvSpPr>
            <p:nvPr/>
          </p:nvSpPr>
          <p:spPr>
            <a:xfrm>
              <a:off x="7567961" y="3679241"/>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b="1">
                  <a:solidFill>
                    <a:schemeClr val="tx2"/>
                  </a:solidFill>
                </a:rPr>
                <a:t>TBD</a:t>
              </a:r>
              <a:endParaRPr lang="it-IT" sz="1100" b="1" noProof="0">
                <a:solidFill>
                  <a:schemeClr val="tx2"/>
                </a:solidFill>
              </a:endParaRPr>
            </a:p>
          </p:txBody>
        </p:sp>
        <p:sp>
          <p:nvSpPr>
            <p:cNvPr id="256" name="TextBox 255">
              <a:extLst>
                <a:ext uri="{FF2B5EF4-FFF2-40B4-BE49-F238E27FC236}">
                  <a16:creationId xmlns:a16="http://schemas.microsoft.com/office/drawing/2014/main" id="{4FE42322-9449-BE48-8C3A-78C5C41F1E61}"/>
                </a:ext>
              </a:extLst>
            </p:cNvPr>
            <p:cNvSpPr txBox="1">
              <a:spLocks/>
            </p:cNvSpPr>
            <p:nvPr/>
          </p:nvSpPr>
          <p:spPr>
            <a:xfrm>
              <a:off x="7567961" y="3202946"/>
              <a:ext cx="1259877" cy="2769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0"/>
                </a:spcAft>
                <a:buNone/>
              </a:pPr>
              <a:r>
                <a:rPr lang="it-IT" sz="900" i="1">
                  <a:solidFill>
                    <a:schemeClr val="bg1">
                      <a:lumMod val="50000"/>
                    </a:schemeClr>
                  </a:solidFill>
                </a:rPr>
                <a:t>Incluse subsidiaries Compass – possibile veicolo per il carve-out</a:t>
              </a:r>
              <a:endParaRPr lang="it-IT" sz="900" i="1" noProof="0">
                <a:solidFill>
                  <a:schemeClr val="bg1">
                    <a:lumMod val="50000"/>
                  </a:schemeClr>
                </a:solidFill>
              </a:endParaRPr>
            </a:p>
          </p:txBody>
        </p:sp>
        <p:sp>
          <p:nvSpPr>
            <p:cNvPr id="5" name="TextBox 4">
              <a:extLst>
                <a:ext uri="{FF2B5EF4-FFF2-40B4-BE49-F238E27FC236}">
                  <a16:creationId xmlns:a16="http://schemas.microsoft.com/office/drawing/2014/main" id="{318849E8-EFC2-7BEC-A245-FA49E7E94EFA}"/>
                </a:ext>
              </a:extLst>
            </p:cNvPr>
            <p:cNvSpPr txBox="1">
              <a:spLocks/>
            </p:cNvSpPr>
            <p:nvPr/>
          </p:nvSpPr>
          <p:spPr>
            <a:xfrm>
              <a:off x="7567961" y="3834853"/>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i="1">
                  <a:solidFill>
                    <a:schemeClr val="bg1">
                      <a:lumMod val="50000"/>
                    </a:schemeClr>
                  </a:solidFill>
                </a:rPr>
                <a:t>[…]</a:t>
              </a:r>
              <a:endParaRPr lang="it-IT" sz="1100" i="1" noProof="0">
                <a:solidFill>
                  <a:schemeClr val="bg1">
                    <a:lumMod val="50000"/>
                  </a:schemeClr>
                </a:solidFill>
              </a:endParaRPr>
            </a:p>
          </p:txBody>
        </p:sp>
      </p:grpSp>
      <p:grpSp>
        <p:nvGrpSpPr>
          <p:cNvPr id="19" name="Group 18">
            <a:extLst>
              <a:ext uri="{FF2B5EF4-FFF2-40B4-BE49-F238E27FC236}">
                <a16:creationId xmlns:a16="http://schemas.microsoft.com/office/drawing/2014/main" id="{E958F8D1-8638-C568-183C-6C0F5CC9EF91}"/>
              </a:ext>
            </a:extLst>
          </p:cNvPr>
          <p:cNvGrpSpPr/>
          <p:nvPr/>
        </p:nvGrpSpPr>
        <p:grpSpPr>
          <a:xfrm>
            <a:off x="9735194" y="2160609"/>
            <a:ext cx="1748795" cy="1905728"/>
            <a:chOff x="9735194" y="2160609"/>
            <a:chExt cx="1748795" cy="1905728"/>
          </a:xfrm>
        </p:grpSpPr>
        <p:sp>
          <p:nvSpPr>
            <p:cNvPr id="195" name="Rectangle: Rounded Corners 194">
              <a:extLst>
                <a:ext uri="{FF2B5EF4-FFF2-40B4-BE49-F238E27FC236}">
                  <a16:creationId xmlns:a16="http://schemas.microsoft.com/office/drawing/2014/main" id="{3C74C808-FED6-1E0E-6EBF-7F218EF5D8C8}"/>
                </a:ext>
              </a:extLst>
            </p:cNvPr>
            <p:cNvSpPr>
              <a:spLocks/>
            </p:cNvSpPr>
            <p:nvPr/>
          </p:nvSpPr>
          <p:spPr>
            <a:xfrm>
              <a:off x="9735194" y="2160609"/>
              <a:ext cx="1748795" cy="1905728"/>
            </a:xfrm>
            <a:prstGeom prst="roundRect">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sp>
          <p:nvSpPr>
            <p:cNvPr id="257" name="TextBox 256">
              <a:extLst>
                <a:ext uri="{FF2B5EF4-FFF2-40B4-BE49-F238E27FC236}">
                  <a16:creationId xmlns:a16="http://schemas.microsoft.com/office/drawing/2014/main" id="{FA4082E0-B225-B420-2EE6-24532AA3CC61}"/>
                </a:ext>
              </a:extLst>
            </p:cNvPr>
            <p:cNvSpPr txBox="1"/>
            <p:nvPr/>
          </p:nvSpPr>
          <p:spPr>
            <a:xfrm>
              <a:off x="9827373" y="2280105"/>
              <a:ext cx="1564438" cy="215444"/>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a:solidFill>
                    <a:schemeClr val="tx2"/>
                  </a:solidFill>
                </a:rPr>
                <a:t>Leasing/Factoring</a:t>
              </a:r>
            </a:p>
          </p:txBody>
        </p:sp>
        <p:pic>
          <p:nvPicPr>
            <p:cNvPr id="259" name="Picture 24" descr="Milano, marzo 2026 Oggetto: Elenco dei ...">
              <a:extLst>
                <a:ext uri="{FF2B5EF4-FFF2-40B4-BE49-F238E27FC236}">
                  <a16:creationId xmlns:a16="http://schemas.microsoft.com/office/drawing/2014/main" id="{C20A110E-9A3D-1B3A-DA65-21F988C9A871}"/>
                </a:ext>
              </a:extLst>
            </p:cNvPr>
            <p:cNvPicPr>
              <a:picLocks noChangeAspect="1" noChangeArrowheads="1"/>
            </p:cNvPicPr>
            <p:nvPr/>
          </p:nvPicPr>
          <p:blipFill>
            <a:blip r:embed="rId1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310773" y="3152632"/>
              <a:ext cx="597638" cy="299024"/>
            </a:xfrm>
            <a:prstGeom prst="rect">
              <a:avLst/>
            </a:prstGeom>
            <a:noFill/>
            <a:extLst>
              <a:ext uri="{909E8E84-426E-40DD-AFC4-6F175D3DCCD1}">
                <a14:hiddenFill xmlns:a14="http://schemas.microsoft.com/office/drawing/2010/main">
                  <a:solidFill>
                    <a:srgbClr val="FFFFFF"/>
                  </a:solidFill>
                </a14:hiddenFill>
              </a:ext>
            </a:extLst>
          </p:spPr>
        </p:pic>
        <p:pic>
          <p:nvPicPr>
            <p:cNvPr id="261" name="Picture 6" descr="MBFACTA S.p.A. |">
              <a:extLst>
                <a:ext uri="{FF2B5EF4-FFF2-40B4-BE49-F238E27FC236}">
                  <a16:creationId xmlns:a16="http://schemas.microsoft.com/office/drawing/2014/main" id="{48D59192-00C6-D3E9-AA90-DEB8C5267440}"/>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151986" y="2772653"/>
              <a:ext cx="915211" cy="297442"/>
            </a:xfrm>
            <a:prstGeom prst="rect">
              <a:avLst/>
            </a:prstGeom>
            <a:noFill/>
            <a:extLst>
              <a:ext uri="{909E8E84-426E-40DD-AFC4-6F175D3DCCD1}">
                <a14:hiddenFill xmlns:a14="http://schemas.microsoft.com/office/drawing/2010/main">
                  <a:solidFill>
                    <a:srgbClr val="FFFFFF"/>
                  </a:solidFill>
                </a14:hiddenFill>
              </a:ext>
            </a:extLst>
          </p:spPr>
        </p:pic>
        <p:sp>
          <p:nvSpPr>
            <p:cNvPr id="262" name="TextBox 261">
              <a:extLst>
                <a:ext uri="{FF2B5EF4-FFF2-40B4-BE49-F238E27FC236}">
                  <a16:creationId xmlns:a16="http://schemas.microsoft.com/office/drawing/2014/main" id="{4F9BD1B6-ADFD-23D4-09B0-0EF86E7BE780}"/>
                </a:ext>
              </a:extLst>
            </p:cNvPr>
            <p:cNvSpPr txBox="1">
              <a:spLocks/>
            </p:cNvSpPr>
            <p:nvPr/>
          </p:nvSpPr>
          <p:spPr>
            <a:xfrm>
              <a:off x="9979653" y="3679241"/>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b="1" i="1" noProof="0">
                  <a:solidFill>
                    <a:schemeClr val="tx2"/>
                  </a:solidFill>
                </a:rPr>
                <a:t>Banca dei Territori</a:t>
              </a:r>
            </a:p>
          </p:txBody>
        </p:sp>
        <p:sp>
          <p:nvSpPr>
            <p:cNvPr id="6" name="TextBox 5">
              <a:extLst>
                <a:ext uri="{FF2B5EF4-FFF2-40B4-BE49-F238E27FC236}">
                  <a16:creationId xmlns:a16="http://schemas.microsoft.com/office/drawing/2014/main" id="{5DEFA46C-D90D-0E4D-9722-9F780467E862}"/>
                </a:ext>
              </a:extLst>
            </p:cNvPr>
            <p:cNvSpPr txBox="1">
              <a:spLocks/>
            </p:cNvSpPr>
            <p:nvPr/>
          </p:nvSpPr>
          <p:spPr>
            <a:xfrm>
              <a:off x="9979653" y="3834853"/>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i="1" noProof="0">
                  <a:solidFill>
                    <a:schemeClr val="bg1">
                      <a:lumMod val="50000"/>
                    </a:schemeClr>
                  </a:solidFill>
                </a:rPr>
                <a:t>S. Barrese</a:t>
              </a:r>
            </a:p>
          </p:txBody>
        </p:sp>
      </p:grpSp>
      <p:grpSp>
        <p:nvGrpSpPr>
          <p:cNvPr id="26" name="Group 25">
            <a:extLst>
              <a:ext uri="{FF2B5EF4-FFF2-40B4-BE49-F238E27FC236}">
                <a16:creationId xmlns:a16="http://schemas.microsoft.com/office/drawing/2014/main" id="{3D24F8E3-761E-D592-1A99-6FAAB1B9DFA2}"/>
              </a:ext>
            </a:extLst>
          </p:cNvPr>
          <p:cNvGrpSpPr/>
          <p:nvPr/>
        </p:nvGrpSpPr>
        <p:grpSpPr>
          <a:xfrm>
            <a:off x="4346444" y="4227517"/>
            <a:ext cx="1748795" cy="1905728"/>
            <a:chOff x="4304987" y="4227517"/>
            <a:chExt cx="1748795" cy="1905728"/>
          </a:xfrm>
        </p:grpSpPr>
        <p:sp>
          <p:nvSpPr>
            <p:cNvPr id="194" name="Rectangle: Rounded Corners 193">
              <a:extLst>
                <a:ext uri="{FF2B5EF4-FFF2-40B4-BE49-F238E27FC236}">
                  <a16:creationId xmlns:a16="http://schemas.microsoft.com/office/drawing/2014/main" id="{192D23DC-3CFB-4BFA-17B0-B8867E12FC2C}"/>
                </a:ext>
              </a:extLst>
            </p:cNvPr>
            <p:cNvSpPr>
              <a:spLocks/>
            </p:cNvSpPr>
            <p:nvPr/>
          </p:nvSpPr>
          <p:spPr>
            <a:xfrm>
              <a:off x="4304987" y="4227517"/>
              <a:ext cx="1748795" cy="1905728"/>
            </a:xfrm>
            <a:prstGeom prst="roundRect">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sp>
          <p:nvSpPr>
            <p:cNvPr id="240" name="TextBox 239">
              <a:extLst>
                <a:ext uri="{FF2B5EF4-FFF2-40B4-BE49-F238E27FC236}">
                  <a16:creationId xmlns:a16="http://schemas.microsoft.com/office/drawing/2014/main" id="{EFF72032-725C-2333-33AC-69BDD1D08B73}"/>
                </a:ext>
              </a:extLst>
            </p:cNvPr>
            <p:cNvSpPr txBox="1"/>
            <p:nvPr/>
          </p:nvSpPr>
          <p:spPr>
            <a:xfrm>
              <a:off x="4473265" y="4357588"/>
              <a:ext cx="1412239" cy="215444"/>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a:solidFill>
                    <a:schemeClr val="tx2"/>
                  </a:solidFill>
                </a:rPr>
                <a:t>AM/Alternatives</a:t>
              </a:r>
            </a:p>
          </p:txBody>
        </p:sp>
        <p:pic>
          <p:nvPicPr>
            <p:cNvPr id="241" name="Picture 240" descr="Polus Capital Management – Embracing complexity | Unlocking value">
              <a:extLst>
                <a:ext uri="{FF2B5EF4-FFF2-40B4-BE49-F238E27FC236}">
                  <a16:creationId xmlns:a16="http://schemas.microsoft.com/office/drawing/2014/main" id="{F2BBB5A5-0439-5630-9D96-CB002A534CB7}"/>
                </a:ext>
              </a:extLst>
            </p:cNvPr>
            <p:cNvPicPr>
              <a:picLocks noChangeAspect="1"/>
            </p:cNvPicPr>
            <p:nvPr/>
          </p:nvPicPr>
          <p:blipFill>
            <a:blip r:embed="rId18"/>
            <a:stretch>
              <a:fillRect/>
            </a:stretch>
          </p:blipFill>
          <p:spPr>
            <a:xfrm>
              <a:off x="4978684" y="4939135"/>
              <a:ext cx="401400" cy="377435"/>
            </a:xfrm>
            <a:prstGeom prst="rect">
              <a:avLst/>
            </a:prstGeom>
          </p:spPr>
        </p:pic>
        <p:pic>
          <p:nvPicPr>
            <p:cNvPr id="243" name="Picture 242">
              <a:extLst>
                <a:ext uri="{FF2B5EF4-FFF2-40B4-BE49-F238E27FC236}">
                  <a16:creationId xmlns:a16="http://schemas.microsoft.com/office/drawing/2014/main" id="{CBC94F5D-105F-7A0B-813A-6727CD155E07}"/>
                </a:ext>
              </a:extLst>
            </p:cNvPr>
            <p:cNvPicPr>
              <a:picLocks noChangeAspect="1"/>
            </p:cNvPicPr>
            <p:nvPr/>
          </p:nvPicPr>
          <p:blipFill>
            <a:blip r:embed="rId19"/>
            <a:stretch>
              <a:fillRect/>
            </a:stretch>
          </p:blipFill>
          <p:spPr>
            <a:xfrm>
              <a:off x="4646533" y="4690817"/>
              <a:ext cx="1065702" cy="248318"/>
            </a:xfrm>
            <a:prstGeom prst="rect">
              <a:avLst/>
            </a:prstGeom>
          </p:spPr>
        </p:pic>
        <p:pic>
          <p:nvPicPr>
            <p:cNvPr id="245" name="Picture 244">
              <a:extLst>
                <a:ext uri="{FF2B5EF4-FFF2-40B4-BE49-F238E27FC236}">
                  <a16:creationId xmlns:a16="http://schemas.microsoft.com/office/drawing/2014/main" id="{CFF455D1-CE84-CF8B-CAA3-127E3109050D}"/>
                </a:ext>
              </a:extLst>
            </p:cNvPr>
            <p:cNvPicPr>
              <a:picLocks noChangeAspect="1"/>
            </p:cNvPicPr>
            <p:nvPr/>
          </p:nvPicPr>
          <p:blipFill>
            <a:blip r:embed="rId20">
              <a:clrChange>
                <a:clrFrom>
                  <a:srgbClr val="FFFFFF"/>
                </a:clrFrom>
                <a:clrTo>
                  <a:srgbClr val="FFFFFF">
                    <a:alpha val="0"/>
                  </a:srgbClr>
                </a:clrTo>
              </a:clrChange>
            </a:blip>
            <a:stretch>
              <a:fillRect/>
            </a:stretch>
          </p:blipFill>
          <p:spPr>
            <a:xfrm>
              <a:off x="4893130" y="5297466"/>
              <a:ext cx="572508" cy="357072"/>
            </a:xfrm>
            <a:prstGeom prst="rect">
              <a:avLst/>
            </a:prstGeom>
          </p:spPr>
        </p:pic>
        <p:sp>
          <p:nvSpPr>
            <p:cNvPr id="246" name="TextBox 245">
              <a:extLst>
                <a:ext uri="{FF2B5EF4-FFF2-40B4-BE49-F238E27FC236}">
                  <a16:creationId xmlns:a16="http://schemas.microsoft.com/office/drawing/2014/main" id="{3D2D6937-A760-4F3C-D63C-1A425F14E7DF}"/>
                </a:ext>
              </a:extLst>
            </p:cNvPr>
            <p:cNvSpPr txBox="1">
              <a:spLocks/>
            </p:cNvSpPr>
            <p:nvPr/>
          </p:nvSpPr>
          <p:spPr>
            <a:xfrm>
              <a:off x="4549446" y="5700866"/>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b="1" noProof="0">
                  <a:solidFill>
                    <a:schemeClr val="tx2"/>
                  </a:solidFill>
                </a:rPr>
                <a:t>WMD</a:t>
              </a:r>
            </a:p>
          </p:txBody>
        </p:sp>
        <p:sp>
          <p:nvSpPr>
            <p:cNvPr id="7" name="TextBox 6">
              <a:extLst>
                <a:ext uri="{FF2B5EF4-FFF2-40B4-BE49-F238E27FC236}">
                  <a16:creationId xmlns:a16="http://schemas.microsoft.com/office/drawing/2014/main" id="{84EF0712-375B-2FCA-F6A7-801366D21687}"/>
                </a:ext>
              </a:extLst>
            </p:cNvPr>
            <p:cNvSpPr txBox="1">
              <a:spLocks/>
            </p:cNvSpPr>
            <p:nvPr/>
          </p:nvSpPr>
          <p:spPr>
            <a:xfrm>
              <a:off x="4549446" y="5867333"/>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i="1">
                  <a:solidFill>
                    <a:schemeClr val="bg1">
                      <a:lumMod val="50000"/>
                    </a:schemeClr>
                  </a:solidFill>
                </a:rPr>
                <a:t>T</a:t>
              </a:r>
              <a:r>
                <a:rPr lang="it-IT" sz="1100" i="1" noProof="0">
                  <a:solidFill>
                    <a:schemeClr val="bg1">
                      <a:lumMod val="50000"/>
                    </a:schemeClr>
                  </a:solidFill>
                </a:rPr>
                <a:t>. Corcos</a:t>
              </a:r>
            </a:p>
          </p:txBody>
        </p:sp>
      </p:grpSp>
      <p:grpSp>
        <p:nvGrpSpPr>
          <p:cNvPr id="27" name="Group 26">
            <a:extLst>
              <a:ext uri="{FF2B5EF4-FFF2-40B4-BE49-F238E27FC236}">
                <a16:creationId xmlns:a16="http://schemas.microsoft.com/office/drawing/2014/main" id="{B5AF2647-80B4-A14D-E058-07FE0209E9AD}"/>
              </a:ext>
            </a:extLst>
          </p:cNvPr>
          <p:cNvGrpSpPr/>
          <p:nvPr/>
        </p:nvGrpSpPr>
        <p:grpSpPr>
          <a:xfrm>
            <a:off x="2534934" y="4227517"/>
            <a:ext cx="1748795" cy="1905728"/>
            <a:chOff x="2514422" y="4227517"/>
            <a:chExt cx="1748795" cy="1905728"/>
          </a:xfrm>
        </p:grpSpPr>
        <p:sp>
          <p:nvSpPr>
            <p:cNvPr id="216" name="Rectangle: Rounded Corners 215">
              <a:extLst>
                <a:ext uri="{FF2B5EF4-FFF2-40B4-BE49-F238E27FC236}">
                  <a16:creationId xmlns:a16="http://schemas.microsoft.com/office/drawing/2014/main" id="{973C95D3-1F72-E08F-EE3A-4B3624E8492B}"/>
                </a:ext>
              </a:extLst>
            </p:cNvPr>
            <p:cNvSpPr>
              <a:spLocks/>
            </p:cNvSpPr>
            <p:nvPr/>
          </p:nvSpPr>
          <p:spPr>
            <a:xfrm>
              <a:off x="2514422" y="4227517"/>
              <a:ext cx="1748795" cy="1905728"/>
            </a:xfrm>
            <a:prstGeom prst="roundRect">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sp>
          <p:nvSpPr>
            <p:cNvPr id="270" name="TextBox 269">
              <a:extLst>
                <a:ext uri="{FF2B5EF4-FFF2-40B4-BE49-F238E27FC236}">
                  <a16:creationId xmlns:a16="http://schemas.microsoft.com/office/drawing/2014/main" id="{19372DE7-1F24-903A-6BB2-586FBF03B9B8}"/>
                </a:ext>
              </a:extLst>
            </p:cNvPr>
            <p:cNvSpPr txBox="1"/>
            <p:nvPr/>
          </p:nvSpPr>
          <p:spPr>
            <a:xfrm>
              <a:off x="2753820" y="4357588"/>
              <a:ext cx="1270000" cy="215444"/>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a:solidFill>
                    <a:schemeClr val="tx2"/>
                  </a:solidFill>
                </a:rPr>
                <a:t>Tech/Ops</a:t>
              </a:r>
            </a:p>
          </p:txBody>
        </p:sp>
        <p:pic>
          <p:nvPicPr>
            <p:cNvPr id="273" name="Picture 272">
              <a:extLst>
                <a:ext uri="{FF2B5EF4-FFF2-40B4-BE49-F238E27FC236}">
                  <a16:creationId xmlns:a16="http://schemas.microsoft.com/office/drawing/2014/main" id="{3412AA91-65B3-1B0D-BC8F-E98E099DD289}"/>
                </a:ext>
              </a:extLst>
            </p:cNvPr>
            <p:cNvPicPr>
              <a:picLocks noChangeAspect="1"/>
            </p:cNvPicPr>
            <p:nvPr/>
          </p:nvPicPr>
          <p:blipFill>
            <a:blip r:embed="rId9"/>
            <a:stretch>
              <a:fillRect/>
            </a:stretch>
          </p:blipFill>
          <p:spPr>
            <a:xfrm>
              <a:off x="2635748" y="4974171"/>
              <a:ext cx="1506143" cy="386385"/>
            </a:xfrm>
            <a:prstGeom prst="rect">
              <a:avLst/>
            </a:prstGeom>
          </p:spPr>
        </p:pic>
        <p:sp>
          <p:nvSpPr>
            <p:cNvPr id="274" name="TextBox 273">
              <a:extLst>
                <a:ext uri="{FF2B5EF4-FFF2-40B4-BE49-F238E27FC236}">
                  <a16:creationId xmlns:a16="http://schemas.microsoft.com/office/drawing/2014/main" id="{45884D3D-BCA0-4D63-F511-9EC9B1F73466}"/>
                </a:ext>
              </a:extLst>
            </p:cNvPr>
            <p:cNvSpPr txBox="1">
              <a:spLocks/>
            </p:cNvSpPr>
            <p:nvPr/>
          </p:nvSpPr>
          <p:spPr>
            <a:xfrm>
              <a:off x="2758881" y="5344962"/>
              <a:ext cx="1259877"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0"/>
                </a:spcAft>
                <a:buNone/>
              </a:pPr>
              <a:r>
                <a:rPr lang="it-IT" sz="900" i="1">
                  <a:solidFill>
                    <a:schemeClr val="bg1">
                      <a:lumMod val="50000"/>
                    </a:schemeClr>
                  </a:solidFill>
                </a:rPr>
                <a:t>Innovation services</a:t>
              </a:r>
              <a:endParaRPr lang="it-IT" sz="900" i="1" noProof="0">
                <a:solidFill>
                  <a:schemeClr val="bg1">
                    <a:lumMod val="50000"/>
                  </a:schemeClr>
                </a:solidFill>
              </a:endParaRPr>
            </a:p>
          </p:txBody>
        </p:sp>
        <p:sp>
          <p:nvSpPr>
            <p:cNvPr id="275" name="TextBox 274">
              <a:extLst>
                <a:ext uri="{FF2B5EF4-FFF2-40B4-BE49-F238E27FC236}">
                  <a16:creationId xmlns:a16="http://schemas.microsoft.com/office/drawing/2014/main" id="{E45D8919-D6B3-B7E2-DCE2-95183B6B299F}"/>
                </a:ext>
              </a:extLst>
            </p:cNvPr>
            <p:cNvSpPr txBox="1">
              <a:spLocks/>
            </p:cNvSpPr>
            <p:nvPr/>
          </p:nvSpPr>
          <p:spPr>
            <a:xfrm>
              <a:off x="2758881" y="5732837"/>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b="1" noProof="0">
                  <a:solidFill>
                    <a:schemeClr val="tx2"/>
                  </a:solidFill>
                </a:rPr>
                <a:t>CDAITO</a:t>
              </a:r>
            </a:p>
          </p:txBody>
        </p:sp>
        <p:sp>
          <p:nvSpPr>
            <p:cNvPr id="8" name="TextBox 7">
              <a:extLst>
                <a:ext uri="{FF2B5EF4-FFF2-40B4-BE49-F238E27FC236}">
                  <a16:creationId xmlns:a16="http://schemas.microsoft.com/office/drawing/2014/main" id="{FA5516AA-5C4B-ABDD-56AA-706277325BF9}"/>
                </a:ext>
              </a:extLst>
            </p:cNvPr>
            <p:cNvSpPr txBox="1">
              <a:spLocks/>
            </p:cNvSpPr>
            <p:nvPr/>
          </p:nvSpPr>
          <p:spPr>
            <a:xfrm>
              <a:off x="2768382" y="5867333"/>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i="1" noProof="0">
                  <a:solidFill>
                    <a:schemeClr val="bg1">
                      <a:lumMod val="50000"/>
                    </a:schemeClr>
                  </a:solidFill>
                </a:rPr>
                <a:t>M. Proverbio</a:t>
              </a:r>
            </a:p>
          </p:txBody>
        </p:sp>
      </p:grpSp>
      <p:grpSp>
        <p:nvGrpSpPr>
          <p:cNvPr id="22" name="Group 21">
            <a:extLst>
              <a:ext uri="{FF2B5EF4-FFF2-40B4-BE49-F238E27FC236}">
                <a16:creationId xmlns:a16="http://schemas.microsoft.com/office/drawing/2014/main" id="{652F11CD-3200-1B9E-6B53-558EB43AD843}"/>
              </a:ext>
            </a:extLst>
          </p:cNvPr>
          <p:cNvGrpSpPr/>
          <p:nvPr/>
        </p:nvGrpSpPr>
        <p:grpSpPr>
          <a:xfrm>
            <a:off x="9780974" y="4227517"/>
            <a:ext cx="1748795" cy="1905728"/>
            <a:chOff x="9780974" y="4227517"/>
            <a:chExt cx="1748795" cy="1905728"/>
          </a:xfrm>
        </p:grpSpPr>
        <p:sp>
          <p:nvSpPr>
            <p:cNvPr id="9" name="Rectangle: Rounded Corners 8">
              <a:extLst>
                <a:ext uri="{FF2B5EF4-FFF2-40B4-BE49-F238E27FC236}">
                  <a16:creationId xmlns:a16="http://schemas.microsoft.com/office/drawing/2014/main" id="{2FF4EC6F-EE2C-DFA0-1025-7D5BB164C4F1}"/>
                </a:ext>
              </a:extLst>
            </p:cNvPr>
            <p:cNvSpPr>
              <a:spLocks/>
            </p:cNvSpPr>
            <p:nvPr/>
          </p:nvSpPr>
          <p:spPr>
            <a:xfrm>
              <a:off x="9780974" y="4227517"/>
              <a:ext cx="1748795" cy="1905728"/>
            </a:xfrm>
            <a:prstGeom prst="roundRect">
              <a:avLst/>
            </a:prstGeom>
            <a:solidFill>
              <a:schemeClr val="bg2"/>
            </a:solidFill>
            <a:ln w="6350" cap="sq">
              <a:solidFill>
                <a:schemeClr val="tx2"/>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noAutofit/>
            </a:bodyPr>
            <a:lstStyle/>
            <a:p>
              <a:pPr algn="l">
                <a:spcBef>
                  <a:spcPts val="300"/>
                </a:spcBef>
                <a:spcAft>
                  <a:spcPts val="300"/>
                </a:spcAft>
              </a:pPr>
              <a:endParaRPr lang="en-US" sz="1600" err="1">
                <a:solidFill>
                  <a:srgbClr val="000000"/>
                </a:solidFill>
              </a:endParaRPr>
            </a:p>
          </p:txBody>
        </p:sp>
        <p:sp>
          <p:nvSpPr>
            <p:cNvPr id="10" name="TextBox 9">
              <a:extLst>
                <a:ext uri="{FF2B5EF4-FFF2-40B4-BE49-F238E27FC236}">
                  <a16:creationId xmlns:a16="http://schemas.microsoft.com/office/drawing/2014/main" id="{6C173378-0C15-6046-BF10-AE386458F99A}"/>
                </a:ext>
              </a:extLst>
            </p:cNvPr>
            <p:cNvSpPr txBox="1"/>
            <p:nvPr/>
          </p:nvSpPr>
          <p:spPr>
            <a:xfrm>
              <a:off x="9949252" y="4319070"/>
              <a:ext cx="1412239" cy="430887"/>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600" dirty="0">
                  <a:cs typeface="Arial" panose="020B0604020202020204" pitchFamily="34" charset="0"/>
                </a:defRPr>
              </a:lvl1pPr>
              <a:lvl2pPr marL="211138" lvl="1" indent="-207963">
                <a:lnSpc>
                  <a:spcPct val="100000"/>
                </a:lnSpc>
                <a:spcBef>
                  <a:spcPts val="0"/>
                </a:spcBef>
                <a:spcAft>
                  <a:spcPts val="300"/>
                </a:spcAft>
                <a:buClr>
                  <a:schemeClr val="tx2"/>
                </a:buClr>
                <a:buSzPct val="125000"/>
                <a:buFont typeface="Century Gothic" panose="020B0502020202020204" pitchFamily="34" charset="0"/>
                <a:buChar char="▪"/>
                <a:defRPr lang="en-US" sz="1600" dirty="0"/>
              </a:lvl2pPr>
              <a:lvl3pPr marL="442793" lvl="2" indent="-215997">
                <a:lnSpc>
                  <a:spcPct val="100000"/>
                </a:lnSpc>
                <a:spcBef>
                  <a:spcPts val="0"/>
                </a:spcBef>
                <a:spcAft>
                  <a:spcPts val="300"/>
                </a:spcAft>
                <a:buClr>
                  <a:schemeClr val="tx2"/>
                </a:buClr>
                <a:buSzPct val="110000"/>
                <a:buFont typeface="Arial" panose="020B0604020202020204" pitchFamily="34" charset="0"/>
                <a:buChar char="‒"/>
                <a:defRPr lang="en-US" sz="1600" dirty="0"/>
              </a:lvl3pPr>
              <a:lvl4pPr marL="732142" lvl="3" indent="-285750">
                <a:lnSpc>
                  <a:spcPct val="100000"/>
                </a:lnSpc>
                <a:spcBef>
                  <a:spcPts val="0"/>
                </a:spcBef>
                <a:spcAft>
                  <a:spcPts val="300"/>
                </a:spcAft>
                <a:buClr>
                  <a:schemeClr val="tx2"/>
                </a:buClr>
                <a:buSzPct val="120000"/>
                <a:buFont typeface="Century Gothic" panose="020B0502020202020204" pitchFamily="34" charset="0"/>
                <a:buChar char="▫"/>
                <a:defRPr lang="en-US" sz="1600" dirty="0"/>
              </a:lvl4pPr>
              <a:lvl5pPr marL="817187" lvl="4" indent="-147598">
                <a:lnSpc>
                  <a:spcPct val="100000"/>
                </a:lnSpc>
                <a:spcBef>
                  <a:spcPts val="0"/>
                </a:spcBef>
                <a:spcAft>
                  <a:spcPts val="300"/>
                </a:spcAft>
                <a:buClr>
                  <a:schemeClr val="tx2"/>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a:solidFill>
                    <a:schemeClr val="tx2"/>
                  </a:solidFill>
                </a:rPr>
                <a:t>JV Bancassurance</a:t>
              </a:r>
            </a:p>
          </p:txBody>
        </p:sp>
        <p:sp>
          <p:nvSpPr>
            <p:cNvPr id="13" name="TextBox 12">
              <a:extLst>
                <a:ext uri="{FF2B5EF4-FFF2-40B4-BE49-F238E27FC236}">
                  <a16:creationId xmlns:a16="http://schemas.microsoft.com/office/drawing/2014/main" id="{7AAB0453-CB12-1070-A0A8-E1B824C984B4}"/>
                </a:ext>
              </a:extLst>
            </p:cNvPr>
            <p:cNvSpPr txBox="1">
              <a:spLocks/>
            </p:cNvSpPr>
            <p:nvPr/>
          </p:nvSpPr>
          <p:spPr>
            <a:xfrm>
              <a:off x="10025433" y="5773477"/>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b="1" noProof="0">
                  <a:solidFill>
                    <a:schemeClr val="tx2"/>
                  </a:solidFill>
                </a:rPr>
                <a:t>WMD</a:t>
              </a:r>
            </a:p>
          </p:txBody>
        </p:sp>
        <p:sp>
          <p:nvSpPr>
            <p:cNvPr id="14" name="TextBox 13">
              <a:extLst>
                <a:ext uri="{FF2B5EF4-FFF2-40B4-BE49-F238E27FC236}">
                  <a16:creationId xmlns:a16="http://schemas.microsoft.com/office/drawing/2014/main" id="{24E57793-CF84-BD52-A280-72A5A4743FBD}"/>
                </a:ext>
              </a:extLst>
            </p:cNvPr>
            <p:cNvSpPr txBox="1">
              <a:spLocks/>
            </p:cNvSpPr>
            <p:nvPr/>
          </p:nvSpPr>
          <p:spPr>
            <a:xfrm>
              <a:off x="10005390" y="5916587"/>
              <a:ext cx="1259877"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0"/>
                </a:spcBef>
                <a:spcAft>
                  <a:spcPts val="100"/>
                </a:spcAft>
                <a:buNone/>
              </a:pPr>
              <a:r>
                <a:rPr lang="it-IT" sz="1100" i="1">
                  <a:solidFill>
                    <a:schemeClr val="bg1">
                      <a:lumMod val="50000"/>
                    </a:schemeClr>
                  </a:solidFill>
                </a:rPr>
                <a:t>T. Corcos</a:t>
              </a:r>
              <a:endParaRPr lang="it-IT" sz="1100" i="1" noProof="0">
                <a:solidFill>
                  <a:schemeClr val="bg1">
                    <a:lumMod val="50000"/>
                  </a:schemeClr>
                </a:solidFill>
              </a:endParaRPr>
            </a:p>
          </p:txBody>
        </p:sp>
        <p:pic>
          <p:nvPicPr>
            <p:cNvPr id="21" name="Picture 20">
              <a:extLst>
                <a:ext uri="{FF2B5EF4-FFF2-40B4-BE49-F238E27FC236}">
                  <a16:creationId xmlns:a16="http://schemas.microsoft.com/office/drawing/2014/main" id="{98D6C18B-11C6-D2A9-F34D-B3BC9D494F21}"/>
                </a:ext>
              </a:extLst>
            </p:cNvPr>
            <p:cNvPicPr>
              <a:picLocks noChangeAspect="1"/>
            </p:cNvPicPr>
            <p:nvPr/>
          </p:nvPicPr>
          <p:blipFill>
            <a:blip r:embed="rId21">
              <a:clrChange>
                <a:clrFrom>
                  <a:srgbClr val="FFFFFF"/>
                </a:clrFrom>
                <a:clrTo>
                  <a:srgbClr val="FFFFFF">
                    <a:alpha val="0"/>
                  </a:srgbClr>
                </a:clrTo>
              </a:clrChange>
            </a:blip>
            <a:stretch>
              <a:fillRect/>
            </a:stretch>
          </p:blipFill>
          <p:spPr>
            <a:xfrm>
              <a:off x="10250533" y="4966548"/>
              <a:ext cx="809675" cy="397247"/>
            </a:xfrm>
            <a:prstGeom prst="rect">
              <a:avLst/>
            </a:prstGeom>
          </p:spPr>
        </p:pic>
      </p:grpSp>
    </p:spTree>
    <p:extLst>
      <p:ext uri="{BB962C8B-B14F-4D97-AF65-F5344CB8AC3E}">
        <p14:creationId xmlns:p14="http://schemas.microsoft.com/office/powerpoint/2010/main" val="2779553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022B2-D0D5-6006-8421-53020619859F}"/>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CA6D31CB-315F-31E5-E7A0-676366C12FF2}"/>
              </a:ext>
            </a:extLst>
          </p:cNvPr>
          <p:cNvGraphicFramePr>
            <a:graphicFrameLocks/>
          </p:cNvGraphicFramePr>
          <p:nvPr>
            <p:custDataLst>
              <p:tags r:id="rId1"/>
            </p:custDataLst>
            <p:extLst>
              <p:ext uri="{D42A27DB-BD31-4B8C-83A1-F6EECF244321}">
                <p14:modId xmlns:p14="http://schemas.microsoft.com/office/powerpoint/2010/main" val="24144448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7" name="Object 6" hidden="1">
                        <a:extLst>
                          <a:ext uri="{FF2B5EF4-FFF2-40B4-BE49-F238E27FC236}">
                            <a16:creationId xmlns:a16="http://schemas.microsoft.com/office/drawing/2014/main" id="{CA6D31CB-315F-31E5-E7A0-676366C12FF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7282CC5-A67E-8E29-C224-BE15956791F3}"/>
              </a:ext>
            </a:extLst>
          </p:cNvPr>
          <p:cNvSpPr>
            <a:spLocks noGrp="1"/>
          </p:cNvSpPr>
          <p:nvPr>
            <p:ph type="title"/>
          </p:nvPr>
        </p:nvSpPr>
        <p:spPr>
          <a:xfrm>
            <a:off x="554736" y="226624"/>
            <a:ext cx="11082528" cy="677108"/>
          </a:xfrm>
        </p:spPr>
        <p:txBody>
          <a:bodyPr vert="horz" rIns="0">
            <a:spAutoFit/>
          </a:bodyPr>
          <a:lstStyle/>
          <a:p>
            <a:r>
              <a:rPr lang="it-IT" sz="2140">
                <a:solidFill>
                  <a:srgbClr val="F18B40"/>
                </a:solidFill>
                <a:latin typeface="Century Gothic" pitchFamily="34" charset="0"/>
              </a:rPr>
              <a:t>3. Meccanismi di coordinamenti e monitoraggio| </a:t>
            </a:r>
            <a:r>
              <a:rPr lang="it-IT" b="0"/>
              <a:t>In funzione dell'evoluzione del percorso societario sarà possibile attivare specifiche azioni di governo</a:t>
            </a:r>
            <a:endParaRPr lang="it-IT"/>
          </a:p>
        </p:txBody>
      </p:sp>
      <p:grpSp>
        <p:nvGrpSpPr>
          <p:cNvPr id="28" name="Group 27">
            <a:extLst>
              <a:ext uri="{FF2B5EF4-FFF2-40B4-BE49-F238E27FC236}">
                <a16:creationId xmlns:a16="http://schemas.microsoft.com/office/drawing/2014/main" id="{06DB46A0-1FA6-23E6-F27B-AD24F0AEAF3D}"/>
              </a:ext>
            </a:extLst>
          </p:cNvPr>
          <p:cNvGrpSpPr/>
          <p:nvPr/>
        </p:nvGrpSpPr>
        <p:grpSpPr>
          <a:xfrm>
            <a:off x="554736" y="955735"/>
            <a:ext cx="11082525" cy="515938"/>
            <a:chOff x="167616" y="955735"/>
            <a:chExt cx="6633511" cy="515938"/>
          </a:xfrm>
        </p:grpSpPr>
        <p:sp>
          <p:nvSpPr>
            <p:cNvPr id="29" name="TextBox 30">
              <a:extLst>
                <a:ext uri="{FF2B5EF4-FFF2-40B4-BE49-F238E27FC236}">
                  <a16:creationId xmlns:a16="http://schemas.microsoft.com/office/drawing/2014/main" id="{B21DF86A-9924-A834-B4D3-B5A21815C901}"/>
                </a:ext>
              </a:extLst>
            </p:cNvPr>
            <p:cNvSpPr txBox="1">
              <a:spLocks/>
            </p:cNvSpPr>
            <p:nvPr/>
          </p:nvSpPr>
          <p:spPr bwMode="gray">
            <a:xfrm>
              <a:off x="167616" y="955735"/>
              <a:ext cx="6633511" cy="515938"/>
            </a:xfrm>
            <a:prstGeom prst="rect">
              <a:avLst/>
            </a:prstGeom>
          </p:spPr>
          <p:txBody>
            <a:bodyPr vert="horz" wrap="square" lIns="3600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defTabSz="914400" eaLnBrk="1" fontAlgn="auto" hangingPunct="1">
                <a:spcBef>
                  <a:spcPts val="0"/>
                </a:spcBef>
                <a:spcAft>
                  <a:spcPts val="0"/>
                </a:spcAft>
                <a:buNone/>
                <a:defRPr/>
              </a:pPr>
              <a:r>
                <a:rPr lang="it-IT" b="1" kern="0">
                  <a:solidFill>
                    <a:srgbClr val="003A79"/>
                  </a:solidFill>
                  <a:latin typeface="Century Gothic" panose="020B0502020202020204" pitchFamily="34" charset="0"/>
                  <a:sym typeface="Century Gothic" panose="020B0502020202020204" pitchFamily="34" charset="0"/>
                </a:rPr>
                <a:t>Percorso OPAS | </a:t>
              </a:r>
              <a:r>
                <a:rPr lang="it-IT" kern="0">
                  <a:solidFill>
                    <a:srgbClr val="003A79"/>
                  </a:solidFill>
                  <a:latin typeface="Century Gothic" panose="020B0502020202020204" pitchFamily="34" charset="0"/>
                  <a:sym typeface="Century Gothic" panose="020B0502020202020204" pitchFamily="34" charset="0"/>
                </a:rPr>
                <a:t>Principali milestone con impatto sulla Governance</a:t>
              </a:r>
              <a:endParaRPr lang="it-IT" sz="1200" kern="0">
                <a:solidFill>
                  <a:srgbClr val="003A79"/>
                </a:solidFill>
                <a:latin typeface="Century Gothic" panose="020B0502020202020204" pitchFamily="34" charset="0"/>
                <a:sym typeface="Century Gothic" panose="020B0502020202020204" pitchFamily="34" charset="0"/>
              </a:endParaRPr>
            </a:p>
            <a:p>
              <a:pPr lvl="0" defTabSz="914400" eaLnBrk="1" fontAlgn="auto" hangingPunct="1">
                <a:spcBef>
                  <a:spcPts val="600"/>
                </a:spcBef>
                <a:spcAft>
                  <a:spcPts val="0"/>
                </a:spcAft>
                <a:buNone/>
                <a:defRPr/>
              </a:pPr>
              <a:r>
                <a:rPr lang="it-IT" sz="800" kern="0">
                  <a:solidFill>
                    <a:schemeClr val="bg1">
                      <a:lumMod val="50000"/>
                    </a:schemeClr>
                  </a:solidFill>
                  <a:latin typeface="Century Gothic" panose="020B0502020202020204" pitchFamily="34" charset="0"/>
                  <a:sym typeface="Century Gothic" panose="020B0502020202020204" pitchFamily="34" charset="0"/>
                </a:rPr>
                <a:t> </a:t>
              </a:r>
            </a:p>
          </p:txBody>
        </p:sp>
        <p:cxnSp>
          <p:nvCxnSpPr>
            <p:cNvPr id="30" name="Straight Connector 31">
              <a:extLst>
                <a:ext uri="{FF2B5EF4-FFF2-40B4-BE49-F238E27FC236}">
                  <a16:creationId xmlns:a16="http://schemas.microsoft.com/office/drawing/2014/main" id="{58B76A09-DB5C-50C2-7BC7-F201A077B098}"/>
                </a:ext>
              </a:extLst>
            </p:cNvPr>
            <p:cNvCxnSpPr>
              <a:cxnSpLocks/>
            </p:cNvCxnSpPr>
            <p:nvPr/>
          </p:nvCxnSpPr>
          <p:spPr bwMode="gray">
            <a:xfrm>
              <a:off x="167616" y="1320036"/>
              <a:ext cx="6633511" cy="0"/>
            </a:xfrm>
            <a:prstGeom prst="line">
              <a:avLst/>
            </a:prstGeom>
            <a:noFill/>
            <a:ln w="12700" cap="sq" cmpd="sng" algn="ctr">
              <a:solidFill>
                <a:schemeClr val="accent1"/>
              </a:solidFill>
              <a:prstDash val="solid"/>
              <a:miter lim="800000"/>
              <a:tailEnd type="none"/>
            </a:ln>
            <a:effectLst/>
          </p:spPr>
        </p:cxnSp>
      </p:grpSp>
      <p:sp>
        <p:nvSpPr>
          <p:cNvPr id="8" name="Rectangle 7">
            <a:extLst>
              <a:ext uri="{FF2B5EF4-FFF2-40B4-BE49-F238E27FC236}">
                <a16:creationId xmlns:a16="http://schemas.microsoft.com/office/drawing/2014/main" id="{3659B4BB-EDD1-B3D3-9D5A-F9705BD48F4F}"/>
              </a:ext>
            </a:extLst>
          </p:cNvPr>
          <p:cNvSpPr/>
          <p:nvPr/>
        </p:nvSpPr>
        <p:spPr bwMode="gray">
          <a:xfrm>
            <a:off x="481593" y="1824038"/>
            <a:ext cx="1940317" cy="4254138"/>
          </a:xfrm>
          <a:prstGeom prst="rect">
            <a:avLst/>
          </a:prstGeom>
          <a:solidFill>
            <a:srgbClr val="FFFFFF"/>
          </a:solidFill>
          <a:ln w="3175" algn="ctr">
            <a:solidFill>
              <a:schemeClr val="accent1"/>
            </a:solidFill>
            <a:miter lim="800000"/>
            <a:headEnd/>
            <a:tailEnd/>
          </a:ln>
        </p:spPr>
        <p:txBody>
          <a:bodyPr wrap="square" lIns="36000" tIns="88900" rIns="36000" bIns="88900" rtlCol="0" anchor="ctr"/>
          <a:lstStyle/>
          <a:p>
            <a:pPr algn="ctr">
              <a:lnSpc>
                <a:spcPct val="106000"/>
              </a:lnSpc>
            </a:pPr>
            <a:r>
              <a:rPr lang="it-IT" sz="1400" b="1">
                <a:solidFill>
                  <a:srgbClr val="003A79"/>
                </a:solidFill>
              </a:rPr>
              <a:t>DA SETTLEMENT OFFERTA A ASSEMBLEA MPS E NOMINA NUOVO CDA</a:t>
            </a:r>
            <a:endParaRPr lang="it-IT" sz="1400">
              <a:solidFill>
                <a:srgbClr val="003A79"/>
              </a:solidFill>
            </a:endParaRPr>
          </a:p>
        </p:txBody>
      </p:sp>
      <p:grpSp>
        <p:nvGrpSpPr>
          <p:cNvPr id="15" name="Group 14">
            <a:extLst>
              <a:ext uri="{FF2B5EF4-FFF2-40B4-BE49-F238E27FC236}">
                <a16:creationId xmlns:a16="http://schemas.microsoft.com/office/drawing/2014/main" id="{67E245A2-64D6-B700-C54E-AEB9FE394145}"/>
              </a:ext>
            </a:extLst>
          </p:cNvPr>
          <p:cNvGrpSpPr/>
          <p:nvPr/>
        </p:nvGrpSpPr>
        <p:grpSpPr>
          <a:xfrm>
            <a:off x="2539330" y="1424378"/>
            <a:ext cx="9097931" cy="4720243"/>
            <a:chOff x="2225353" y="1424378"/>
            <a:chExt cx="9799030" cy="4720243"/>
          </a:xfrm>
        </p:grpSpPr>
        <p:sp>
          <p:nvSpPr>
            <p:cNvPr id="40" name="Rectangle 39">
              <a:extLst>
                <a:ext uri="{FF2B5EF4-FFF2-40B4-BE49-F238E27FC236}">
                  <a16:creationId xmlns:a16="http://schemas.microsoft.com/office/drawing/2014/main" id="{04C98D36-2DA1-4E73-E615-D62C38BA001D}"/>
                </a:ext>
              </a:extLst>
            </p:cNvPr>
            <p:cNvSpPr/>
            <p:nvPr/>
          </p:nvSpPr>
          <p:spPr>
            <a:xfrm>
              <a:off x="6762755" y="1729298"/>
              <a:ext cx="5261599" cy="4415323"/>
            </a:xfrm>
            <a:prstGeom prst="rect">
              <a:avLst/>
            </a:prstGeom>
            <a:solidFill>
              <a:srgbClr val="F0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16" name="Rectangle 15">
              <a:extLst>
                <a:ext uri="{FF2B5EF4-FFF2-40B4-BE49-F238E27FC236}">
                  <a16:creationId xmlns:a16="http://schemas.microsoft.com/office/drawing/2014/main" id="{A8AA1686-A199-7809-E445-C2D77BB4D9C7}"/>
                </a:ext>
              </a:extLst>
            </p:cNvPr>
            <p:cNvSpPr/>
            <p:nvPr/>
          </p:nvSpPr>
          <p:spPr bwMode="gray">
            <a:xfrm>
              <a:off x="2225353" y="1424378"/>
              <a:ext cx="4337362" cy="304920"/>
            </a:xfrm>
            <a:prstGeom prst="rect">
              <a:avLst/>
            </a:prstGeom>
            <a:solidFill>
              <a:srgbClr val="406B9B"/>
            </a:solidFill>
            <a:ln w="3175" cap="flat" cmpd="sng" algn="ctr">
              <a:solidFill>
                <a:srgbClr val="007CB0"/>
              </a:solidFill>
              <a:prstDash val="solid"/>
            </a:ln>
            <a:effectLst/>
          </p:spPr>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lnSpc>
                  <a:spcPct val="110000"/>
                </a:lnSpc>
                <a:buClr>
                  <a:srgbClr val="003A79"/>
                </a:buClr>
                <a:buSzPct val="100000"/>
              </a:pPr>
              <a:r>
                <a:rPr lang="it-IT" sz="1400" b="1">
                  <a:solidFill>
                    <a:schemeClr val="bg1"/>
                  </a:solidFill>
                  <a:latin typeface="Century Gothic" panose="020B0502020202020204" pitchFamily="34" charset="0"/>
                  <a:cs typeface="Arial"/>
                </a:rPr>
                <a:t>ELEMENTI CHIAVE TIMELINE SOCIETARIA</a:t>
              </a:r>
            </a:p>
          </p:txBody>
        </p:sp>
        <p:cxnSp>
          <p:nvCxnSpPr>
            <p:cNvPr id="9" name="Straight Connector 8">
              <a:extLst>
                <a:ext uri="{FF2B5EF4-FFF2-40B4-BE49-F238E27FC236}">
                  <a16:creationId xmlns:a16="http://schemas.microsoft.com/office/drawing/2014/main" id="{9F3A426F-3AF2-8A79-13C1-E6A8CC635411}"/>
                </a:ext>
              </a:extLst>
            </p:cNvPr>
            <p:cNvCxnSpPr>
              <a:cxnSpLocks/>
            </p:cNvCxnSpPr>
            <p:nvPr/>
          </p:nvCxnSpPr>
          <p:spPr>
            <a:xfrm>
              <a:off x="6662740" y="1424378"/>
              <a:ext cx="0" cy="4720243"/>
            </a:xfrm>
            <a:prstGeom prst="line">
              <a:avLst/>
            </a:prstGeom>
            <a:ln w="3175" cap="flat">
              <a:solidFill>
                <a:schemeClr val="accent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0B23710-537A-FA61-7C28-D47520D794C5}"/>
                </a:ext>
              </a:extLst>
            </p:cNvPr>
            <p:cNvSpPr/>
            <p:nvPr/>
          </p:nvSpPr>
          <p:spPr bwMode="gray">
            <a:xfrm>
              <a:off x="6763366" y="1424378"/>
              <a:ext cx="5261017" cy="304920"/>
            </a:xfrm>
            <a:prstGeom prst="rect">
              <a:avLst/>
            </a:prstGeom>
            <a:solidFill>
              <a:srgbClr val="003A79"/>
            </a:solidFill>
            <a:ln w="3175" cap="flat" cmpd="sng" algn="ctr">
              <a:solidFill>
                <a:srgbClr val="007CB0"/>
              </a:solidFill>
              <a:prstDash val="solid"/>
            </a:ln>
            <a:effectLst/>
          </p:spPr>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lnSpc>
                  <a:spcPct val="110000"/>
                </a:lnSpc>
                <a:buClr>
                  <a:srgbClr val="003A79"/>
                </a:buClr>
                <a:buSzPct val="100000"/>
              </a:pPr>
              <a:r>
                <a:rPr lang="it-IT" sz="1400" b="1">
                  <a:solidFill>
                    <a:schemeClr val="bg1"/>
                  </a:solidFill>
                  <a:latin typeface="Century Gothic" panose="020B0502020202020204" pitchFamily="34" charset="0"/>
                  <a:cs typeface="Arial"/>
                </a:rPr>
                <a:t>AZIONI GOVERNO ISP</a:t>
              </a:r>
            </a:p>
          </p:txBody>
        </p:sp>
        <p:sp>
          <p:nvSpPr>
            <p:cNvPr id="53" name="文本框 106">
              <a:extLst>
                <a:ext uri="{FF2B5EF4-FFF2-40B4-BE49-F238E27FC236}">
                  <a16:creationId xmlns:a16="http://schemas.microsoft.com/office/drawing/2014/main" id="{D9B83EEC-CFAB-2654-7691-20ED9020D660}"/>
                </a:ext>
              </a:extLst>
            </p:cNvPr>
            <p:cNvSpPr txBox="1"/>
            <p:nvPr/>
          </p:nvSpPr>
          <p:spPr>
            <a:xfrm>
              <a:off x="2225362" y="1824038"/>
              <a:ext cx="4337362" cy="4254138"/>
            </a:xfrm>
            <a:prstGeom prst="rect">
              <a:avLst/>
            </a:prstGeom>
            <a:noFill/>
          </p:spPr>
          <p:txBody>
            <a:bodyPr vert="horz" wrap="square" lIns="0" tIns="0" rIns="0" bIns="0" rtlCol="0" anchor="ctr">
              <a:noAutofit/>
            </a:bodyPr>
            <a:lstStyle/>
            <a:p>
              <a:pPr marL="171450" indent="-171450">
                <a:lnSpc>
                  <a:spcPct val="120000"/>
                </a:lnSpc>
                <a:spcAft>
                  <a:spcPts val="1200"/>
                </a:spcAft>
                <a:buSzPct val="100000"/>
                <a:buFont typeface="Wingdings" panose="05000000000000000000" pitchFamily="2" charset="2"/>
                <a:buChar char="§"/>
              </a:pPr>
              <a:r>
                <a:rPr lang="it-IT" sz="1200" b="1">
                  <a:solidFill>
                    <a:srgbClr val="003A79"/>
                  </a:solidFill>
                  <a:latin typeface="Century Gothic" panose="020B0502020202020204" pitchFamily="34" charset="0"/>
                </a:rPr>
                <a:t>Settlement</a:t>
              </a:r>
              <a:r>
                <a:rPr lang="it-IT" sz="1200" b="1">
                  <a:latin typeface="Century Gothic" panose="020B0502020202020204" pitchFamily="34" charset="0"/>
                </a:rPr>
                <a:t> </a:t>
              </a:r>
              <a:r>
                <a:rPr lang="it-IT" sz="1200">
                  <a:latin typeface="Century Gothic" panose="020B0502020202020204" pitchFamily="34" charset="0"/>
                </a:rPr>
                <a:t>- Il settlement dell’Offerta e conseguente </a:t>
              </a:r>
              <a:r>
                <a:rPr lang="it-IT" sz="1200" b="1">
                  <a:latin typeface="Century Gothic" panose="020B0502020202020204" pitchFamily="34" charset="0"/>
                </a:rPr>
                <a:t>acquisizione </a:t>
              </a:r>
              <a:r>
                <a:rPr lang="it-IT" sz="1200">
                  <a:latin typeface="Century Gothic" panose="020B0502020202020204" pitchFamily="34" charset="0"/>
                </a:rPr>
                <a:t>del </a:t>
              </a:r>
              <a:r>
                <a:rPr lang="it-IT" sz="1200" b="1">
                  <a:latin typeface="Century Gothic" panose="020B0502020202020204" pitchFamily="34" charset="0"/>
                </a:rPr>
                <a:t>controllo </a:t>
              </a:r>
              <a:r>
                <a:rPr lang="it-IT" sz="1200">
                  <a:latin typeface="Century Gothic" panose="020B0502020202020204" pitchFamily="34" charset="0"/>
                </a:rPr>
                <a:t>di </a:t>
              </a:r>
              <a:r>
                <a:rPr lang="it-IT" sz="1200" b="1">
                  <a:latin typeface="Century Gothic" panose="020B0502020202020204" pitchFamily="34" charset="0"/>
                </a:rPr>
                <a:t>MPS </a:t>
              </a:r>
              <a:r>
                <a:rPr lang="it-IT" sz="1200">
                  <a:latin typeface="Century Gothic" panose="020B0502020202020204" pitchFamily="34" charset="0"/>
                </a:rPr>
                <a:t>da parte di ISP</a:t>
              </a:r>
            </a:p>
            <a:p>
              <a:pPr marL="171450" indent="-171450">
                <a:lnSpc>
                  <a:spcPct val="120000"/>
                </a:lnSpc>
                <a:spcAft>
                  <a:spcPts val="1200"/>
                </a:spcAft>
                <a:buSzPct val="100000"/>
                <a:buFont typeface="Wingdings" panose="05000000000000000000" pitchFamily="2" charset="2"/>
                <a:buChar char="§"/>
              </a:pPr>
              <a:r>
                <a:rPr lang="it-IT" sz="1200" b="1">
                  <a:solidFill>
                    <a:srgbClr val="003A79"/>
                  </a:solidFill>
                  <a:latin typeface="Century Gothic" panose="020B0502020202020204" pitchFamily="34" charset="0"/>
                </a:rPr>
                <a:t>Timing</a:t>
              </a:r>
              <a:r>
                <a:rPr lang="it-IT" sz="1200" b="1">
                  <a:latin typeface="Century Gothic" panose="020B0502020202020204" pitchFamily="34" charset="0"/>
                </a:rPr>
                <a:t> </a:t>
              </a:r>
              <a:r>
                <a:rPr lang="it-IT" sz="1200">
                  <a:latin typeface="Century Gothic" panose="020B0502020202020204" pitchFamily="34" charset="0"/>
                </a:rPr>
                <a:t>- Possibile </a:t>
              </a:r>
              <a:r>
                <a:rPr lang="it-IT" sz="1200" b="1">
                  <a:latin typeface="Century Gothic" panose="020B0502020202020204" pitchFamily="34" charset="0"/>
                </a:rPr>
                <a:t>evoluzione anticipata </a:t>
              </a:r>
              <a:r>
                <a:rPr lang="it-IT" sz="1200">
                  <a:latin typeface="Century Gothic" panose="020B0502020202020204" pitchFamily="34" charset="0"/>
                </a:rPr>
                <a:t>degli </a:t>
              </a:r>
              <a:r>
                <a:rPr lang="it-IT" sz="1200" b="1">
                  <a:latin typeface="Century Gothic" panose="020B0502020202020204" pitchFamily="34" charset="0"/>
                </a:rPr>
                <a:t>organi societari </a:t>
              </a:r>
              <a:r>
                <a:rPr lang="it-IT" sz="1200">
                  <a:latin typeface="Century Gothic" panose="020B0502020202020204" pitchFamily="34" charset="0"/>
                </a:rPr>
                <a:t>MPS, in funzione di </a:t>
              </a:r>
              <a:r>
                <a:rPr lang="it-IT" sz="1200" b="1">
                  <a:latin typeface="Century Gothic" panose="020B0502020202020204" pitchFamily="34" charset="0"/>
                </a:rPr>
                <a:t>eventuali dimissioni </a:t>
              </a:r>
              <a:r>
                <a:rPr lang="it-IT" sz="1200">
                  <a:latin typeface="Century Gothic" panose="020B0502020202020204" pitchFamily="34" charset="0"/>
                </a:rPr>
                <a:t>degli </a:t>
              </a:r>
              <a:r>
                <a:rPr lang="it-IT" sz="1200" b="1">
                  <a:latin typeface="Century Gothic" panose="020B0502020202020204" pitchFamily="34" charset="0"/>
                </a:rPr>
                <a:t>esponenti </a:t>
              </a:r>
              <a:r>
                <a:rPr lang="it-IT" sz="1200">
                  <a:latin typeface="Century Gothic" panose="020B0502020202020204" pitchFamily="34" charset="0"/>
                </a:rPr>
                <a:t>in carica:</a:t>
              </a:r>
            </a:p>
            <a:p>
              <a:pPr marL="357188" lvl="1" indent="-177800">
                <a:lnSpc>
                  <a:spcPct val="120000"/>
                </a:lnSpc>
                <a:spcAft>
                  <a:spcPts val="1200"/>
                </a:spcAft>
                <a:buSzPct val="100000"/>
                <a:buFont typeface="Century Gothic" panose="020B0502020202020204" pitchFamily="34" charset="0"/>
                <a:buChar char="–"/>
              </a:pPr>
              <a:r>
                <a:rPr lang="it-IT" sz="1200">
                  <a:latin typeface="Century Gothic" panose="020B0502020202020204" pitchFamily="34" charset="0"/>
                </a:rPr>
                <a:t>in caso di </a:t>
              </a:r>
              <a:r>
                <a:rPr lang="it-IT" sz="1200" b="1">
                  <a:latin typeface="Century Gothic" panose="020B0502020202020204" pitchFamily="34" charset="0"/>
                </a:rPr>
                <a:t>dimissioni </a:t>
              </a:r>
              <a:r>
                <a:rPr lang="it-IT" sz="1200">
                  <a:latin typeface="Century Gothic" panose="020B0502020202020204" pitchFamily="34" charset="0"/>
                </a:rPr>
                <a:t>del </a:t>
              </a:r>
              <a:r>
                <a:rPr lang="it-IT" sz="1200" b="1">
                  <a:latin typeface="Century Gothic" panose="020B0502020202020204" pitchFamily="34" charset="0"/>
                </a:rPr>
                <a:t>CEO</a:t>
              </a:r>
              <a:r>
                <a:rPr lang="it-IT" sz="1200">
                  <a:latin typeface="Century Gothic" panose="020B0502020202020204" pitchFamily="34" charset="0"/>
                </a:rPr>
                <a:t>, possibile </a:t>
              </a:r>
              <a:r>
                <a:rPr lang="it-IT" sz="1200" b="1">
                  <a:latin typeface="Century Gothic" panose="020B0502020202020204" pitchFamily="34" charset="0"/>
                </a:rPr>
                <a:t>cooptazione </a:t>
              </a:r>
              <a:r>
                <a:rPr lang="it-IT" sz="1200">
                  <a:latin typeface="Century Gothic" panose="020B0502020202020204" pitchFamily="34" charset="0"/>
                </a:rPr>
                <a:t>di un </a:t>
              </a:r>
              <a:r>
                <a:rPr lang="it-IT" sz="1200" b="1">
                  <a:latin typeface="Century Gothic" panose="020B0502020202020204" pitchFamily="34" charset="0"/>
                </a:rPr>
                <a:t>nuovo AD </a:t>
              </a:r>
              <a:r>
                <a:rPr lang="it-IT" sz="1200">
                  <a:latin typeface="Century Gothic" panose="020B0502020202020204" pitchFamily="34" charset="0"/>
                </a:rPr>
                <a:t>da parte del CdA in carica</a:t>
              </a:r>
            </a:p>
            <a:p>
              <a:pPr marL="357188" lvl="1" indent="-177800">
                <a:lnSpc>
                  <a:spcPct val="120000"/>
                </a:lnSpc>
                <a:spcAft>
                  <a:spcPts val="1200"/>
                </a:spcAft>
                <a:buSzPct val="100000"/>
                <a:buFont typeface="Century Gothic" panose="020B0502020202020204" pitchFamily="34" charset="0"/>
                <a:buChar char="–"/>
              </a:pPr>
              <a:r>
                <a:rPr lang="it-IT" sz="1200">
                  <a:latin typeface="Century Gothic" panose="020B0502020202020204" pitchFamily="34" charset="0"/>
                </a:rPr>
                <a:t>in caso di </a:t>
              </a:r>
              <a:r>
                <a:rPr lang="it-IT" sz="1200" b="1">
                  <a:latin typeface="Century Gothic" panose="020B0502020202020204" pitchFamily="34" charset="0"/>
                </a:rPr>
                <a:t>permanenza </a:t>
              </a:r>
              <a:r>
                <a:rPr lang="it-IT" sz="1200">
                  <a:latin typeface="Century Gothic" panose="020B0502020202020204" pitchFamily="34" charset="0"/>
                </a:rPr>
                <a:t>del </a:t>
              </a:r>
              <a:r>
                <a:rPr lang="it-IT" sz="1200" b="1">
                  <a:latin typeface="Century Gothic" panose="020B0502020202020204" pitchFamily="34" charset="0"/>
                </a:rPr>
                <a:t>CEO</a:t>
              </a:r>
              <a:r>
                <a:rPr lang="it-IT" sz="1200">
                  <a:latin typeface="Century Gothic" panose="020B0502020202020204" pitchFamily="34" charset="0"/>
                </a:rPr>
                <a:t>, continuità degli </a:t>
              </a:r>
              <a:r>
                <a:rPr lang="it-IT" sz="1200" b="1">
                  <a:latin typeface="Century Gothic" panose="020B0502020202020204" pitchFamily="34" charset="0"/>
                </a:rPr>
                <a:t>attuali organi </a:t>
              </a:r>
              <a:r>
                <a:rPr lang="it-IT" sz="1200">
                  <a:latin typeface="Century Gothic" panose="020B0502020202020204" pitchFamily="34" charset="0"/>
                </a:rPr>
                <a:t>sino al rinnovo</a:t>
              </a:r>
            </a:p>
            <a:p>
              <a:pPr marL="171450" indent="-171450">
                <a:lnSpc>
                  <a:spcPct val="120000"/>
                </a:lnSpc>
                <a:spcAft>
                  <a:spcPts val="1200"/>
                </a:spcAft>
                <a:buSzPct val="100000"/>
                <a:buFont typeface="Wingdings" panose="05000000000000000000" pitchFamily="2" charset="2"/>
                <a:buChar char="§"/>
              </a:pPr>
              <a:r>
                <a:rPr lang="it-IT" sz="1200" b="1">
                  <a:solidFill>
                    <a:srgbClr val="003A79"/>
                  </a:solidFill>
                  <a:latin typeface="Century Gothic" panose="020B0502020202020204" pitchFamily="34" charset="0"/>
                </a:rPr>
                <a:t>Assemblea</a:t>
              </a:r>
              <a:r>
                <a:rPr lang="it-IT" sz="1200">
                  <a:latin typeface="Century Gothic" panose="020B0502020202020204" pitchFamily="34" charset="0"/>
                </a:rPr>
                <a:t> - Convocazione dell’</a:t>
              </a:r>
              <a:r>
                <a:rPr lang="it-IT" sz="1200" b="1">
                  <a:latin typeface="Century Gothic" panose="020B0502020202020204" pitchFamily="34" charset="0"/>
                </a:rPr>
                <a:t>Assemblea MPS </a:t>
              </a:r>
              <a:r>
                <a:rPr lang="it-IT" sz="1200">
                  <a:latin typeface="Century Gothic" panose="020B0502020202020204" pitchFamily="34" charset="0"/>
                </a:rPr>
                <a:t>per il </a:t>
              </a:r>
              <a:r>
                <a:rPr lang="it-IT" sz="1200" b="1">
                  <a:latin typeface="Century Gothic" panose="020B0502020202020204" pitchFamily="34" charset="0"/>
                </a:rPr>
                <a:t>rinnovo</a:t>
              </a:r>
              <a:r>
                <a:rPr lang="it-IT" sz="1200">
                  <a:latin typeface="Century Gothic" panose="020B0502020202020204" pitchFamily="34" charset="0"/>
                </a:rPr>
                <a:t> degli </a:t>
              </a:r>
              <a:r>
                <a:rPr lang="it-IT" sz="1200" b="1">
                  <a:latin typeface="Century Gothic" panose="020B0502020202020204" pitchFamily="34" charset="0"/>
                </a:rPr>
                <a:t>organi societari</a:t>
              </a:r>
            </a:p>
          </p:txBody>
        </p:sp>
        <p:sp>
          <p:nvSpPr>
            <p:cNvPr id="54" name="文本框 106">
              <a:extLst>
                <a:ext uri="{FF2B5EF4-FFF2-40B4-BE49-F238E27FC236}">
                  <a16:creationId xmlns:a16="http://schemas.microsoft.com/office/drawing/2014/main" id="{E78C3A72-0A4C-0071-D1D0-A71795DE1470}"/>
                </a:ext>
              </a:extLst>
            </p:cNvPr>
            <p:cNvSpPr txBox="1"/>
            <p:nvPr/>
          </p:nvSpPr>
          <p:spPr>
            <a:xfrm>
              <a:off x="6864439" y="1824038"/>
              <a:ext cx="5058870" cy="4254138"/>
            </a:xfrm>
            <a:prstGeom prst="rect">
              <a:avLst/>
            </a:prstGeom>
            <a:noFill/>
          </p:spPr>
          <p:txBody>
            <a:bodyPr vert="horz" wrap="square" lIns="0" tIns="0" rIns="0" bIns="0" rtlCol="0" anchor="ctr">
              <a:noAutofit/>
            </a:bodyPr>
            <a:lstStyle/>
            <a:p>
              <a:pPr marL="171450" indent="-171450">
                <a:lnSpc>
                  <a:spcPct val="120000"/>
                </a:lnSpc>
                <a:spcAft>
                  <a:spcPts val="1200"/>
                </a:spcAft>
                <a:buSzPct val="100000"/>
                <a:buFont typeface="Wingdings" panose="05000000000000000000" pitchFamily="2" charset="2"/>
                <a:buChar char="§"/>
              </a:pPr>
              <a:r>
                <a:rPr lang="it-IT" sz="1200" b="1">
                  <a:solidFill>
                    <a:srgbClr val="003A79"/>
                  </a:solidFill>
                  <a:latin typeface="Century Gothic" panose="020B0502020202020204" pitchFamily="34" charset="0"/>
                </a:rPr>
                <a:t>Preparazione nuovo CdA</a:t>
              </a:r>
              <a:r>
                <a:rPr lang="it-IT" sz="1200">
                  <a:solidFill>
                    <a:srgbClr val="003A79"/>
                  </a:solidFill>
                  <a:latin typeface="Century Gothic" panose="020B0502020202020204" pitchFamily="34" charset="0"/>
                </a:rPr>
                <a:t> </a:t>
              </a:r>
              <a:r>
                <a:rPr lang="it-IT" sz="1200">
                  <a:latin typeface="Century Gothic" panose="020B0502020202020204" pitchFamily="34" charset="0"/>
                </a:rPr>
                <a:t>- Avvio delle attività di </a:t>
              </a:r>
              <a:r>
                <a:rPr lang="it-IT" sz="1200" b="1">
                  <a:latin typeface="Century Gothic" panose="020B0502020202020204" pitchFamily="34" charset="0"/>
                </a:rPr>
                <a:t>Governance </a:t>
              </a:r>
              <a:r>
                <a:rPr lang="it-IT" sz="1200">
                  <a:latin typeface="Century Gothic" panose="020B0502020202020204" pitchFamily="34" charset="0"/>
                </a:rPr>
                <a:t>propedeutiche all’insediamento del </a:t>
              </a:r>
              <a:r>
                <a:rPr lang="it-IT" sz="1200" b="1">
                  <a:latin typeface="Century Gothic" panose="020B0502020202020204" pitchFamily="34" charset="0"/>
                </a:rPr>
                <a:t>nuovo CdA </a:t>
              </a:r>
              <a:r>
                <a:rPr lang="it-IT" sz="1200">
                  <a:latin typeface="Century Gothic" panose="020B0502020202020204" pitchFamily="34" charset="0"/>
                </a:rPr>
                <a:t>(e.g. poteri del CdA dimissionario, convocazione dell'Assemblea)</a:t>
              </a:r>
            </a:p>
            <a:p>
              <a:pPr marL="171450" indent="-171450">
                <a:lnSpc>
                  <a:spcPct val="120000"/>
                </a:lnSpc>
                <a:spcAft>
                  <a:spcPts val="1200"/>
                </a:spcAft>
                <a:buSzPct val="100000"/>
                <a:buFont typeface="Wingdings" panose="05000000000000000000" pitchFamily="2" charset="2"/>
                <a:buChar char="§"/>
              </a:pPr>
              <a:r>
                <a:rPr lang="it-IT" sz="1200" b="1">
                  <a:solidFill>
                    <a:srgbClr val="003A79"/>
                  </a:solidFill>
                  <a:latin typeface="Century Gothic" panose="020B0502020202020204" pitchFamily="34" charset="0"/>
                </a:rPr>
                <a:t>Scenario dimissioni CEO </a:t>
              </a:r>
              <a:r>
                <a:rPr lang="it-IT" sz="1200">
                  <a:latin typeface="Century Gothic" panose="020B0502020202020204" pitchFamily="34" charset="0"/>
                </a:rPr>
                <a:t>- </a:t>
              </a:r>
              <a:r>
                <a:rPr lang="it-IT" sz="1200" b="1">
                  <a:latin typeface="Century Gothic" panose="020B0502020202020204" pitchFamily="34" charset="0"/>
                </a:rPr>
                <a:t>Ulteriori attività avviabili </a:t>
              </a:r>
              <a:r>
                <a:rPr lang="it-IT" sz="1200">
                  <a:latin typeface="Century Gothic" panose="020B0502020202020204" pitchFamily="34" charset="0"/>
                </a:rPr>
                <a:t>nello </a:t>
              </a:r>
              <a:r>
                <a:rPr lang="it-IT" sz="1200" b="1">
                  <a:latin typeface="Century Gothic" panose="020B0502020202020204" pitchFamily="34" charset="0"/>
                </a:rPr>
                <a:t>scenario </a:t>
              </a:r>
              <a:r>
                <a:rPr lang="it-IT" sz="1200">
                  <a:latin typeface="Century Gothic" panose="020B0502020202020204" pitchFamily="34" charset="0"/>
                </a:rPr>
                <a:t>di </a:t>
              </a:r>
              <a:r>
                <a:rPr lang="it-IT" sz="1200" b="1">
                  <a:latin typeface="Century Gothic" panose="020B0502020202020204" pitchFamily="34" charset="0"/>
                </a:rPr>
                <a:t>dimissioni </a:t>
              </a:r>
              <a:r>
                <a:rPr lang="it-IT" sz="1200">
                  <a:latin typeface="Century Gothic" panose="020B0502020202020204" pitchFamily="34" charset="0"/>
                </a:rPr>
                <a:t>del </a:t>
              </a:r>
              <a:r>
                <a:rPr lang="it-IT" sz="1200" b="1">
                  <a:latin typeface="Century Gothic" panose="020B0502020202020204" pitchFamily="34" charset="0"/>
                </a:rPr>
                <a:t>CEO</a:t>
              </a:r>
              <a:r>
                <a:rPr lang="it-IT" sz="1200">
                  <a:latin typeface="Century Gothic" panose="020B0502020202020204" pitchFamily="34" charset="0"/>
                </a:rPr>
                <a:t>:</a:t>
              </a:r>
            </a:p>
            <a:p>
              <a:pPr marL="358775" indent="-182563">
                <a:lnSpc>
                  <a:spcPct val="120000"/>
                </a:lnSpc>
                <a:spcAft>
                  <a:spcPts val="1200"/>
                </a:spcAft>
                <a:buSzPct val="100000"/>
                <a:buFont typeface="Century Gothic" panose="020B0502020202020204" pitchFamily="34" charset="0"/>
                <a:buChar char="−"/>
              </a:pPr>
              <a:r>
                <a:rPr lang="it-IT" sz="1200">
                  <a:latin typeface="Century Gothic" panose="020B0502020202020204" pitchFamily="34" charset="0"/>
                </a:rPr>
                <a:t>Definizione dei </a:t>
              </a:r>
              <a:r>
                <a:rPr lang="it-IT" sz="1200" b="1">
                  <a:latin typeface="Century Gothic" panose="020B0502020202020204" pitchFamily="34" charset="0"/>
                </a:rPr>
                <a:t>referenti ISP </a:t>
              </a:r>
              <a:r>
                <a:rPr lang="it-IT" sz="1200">
                  <a:latin typeface="Century Gothic" panose="020B0502020202020204" pitchFamily="34" charset="0"/>
                </a:rPr>
                <a:t>e </a:t>
              </a:r>
              <a:r>
                <a:rPr lang="it-IT" sz="1200" b="1">
                  <a:latin typeface="Century Gothic" panose="020B0502020202020204" pitchFamily="34" charset="0"/>
                </a:rPr>
                <a:t>MPS </a:t>
              </a:r>
              <a:r>
                <a:rPr lang="it-IT" sz="1200">
                  <a:latin typeface="Century Gothic" panose="020B0502020202020204" pitchFamily="34" charset="0"/>
                </a:rPr>
                <a:t>per ciascuna funzione e attivazione delle </a:t>
              </a:r>
              <a:r>
                <a:rPr lang="it-IT" sz="1200" b="1">
                  <a:latin typeface="Century Gothic" panose="020B0502020202020204" pitchFamily="34" charset="0"/>
                </a:rPr>
                <a:t>relative interlocuzioni</a:t>
              </a:r>
            </a:p>
            <a:p>
              <a:pPr marL="358775" indent="-182563">
                <a:lnSpc>
                  <a:spcPct val="120000"/>
                </a:lnSpc>
                <a:spcAft>
                  <a:spcPts val="1200"/>
                </a:spcAft>
                <a:buSzPct val="100000"/>
                <a:buFont typeface="Century Gothic" panose="020B0502020202020204" pitchFamily="34" charset="0"/>
                <a:buChar char="−"/>
              </a:pPr>
              <a:r>
                <a:rPr lang="it-IT" sz="1200">
                  <a:latin typeface="Century Gothic" panose="020B0502020202020204" pitchFamily="34" charset="0"/>
                </a:rPr>
                <a:t>Attivazione dei primi tavoli di lavoro informali, definendone partecipanti, </a:t>
              </a:r>
              <a:r>
                <a:rPr lang="it-IT" sz="1200" b="1">
                  <a:latin typeface="Century Gothic" panose="020B0502020202020204" pitchFamily="34" charset="0"/>
                </a:rPr>
                <a:t>perimetro </a:t>
              </a:r>
              <a:r>
                <a:rPr lang="it-IT" sz="1200">
                  <a:latin typeface="Century Gothic" panose="020B0502020202020204" pitchFamily="34" charset="0"/>
                </a:rPr>
                <a:t>e modalità di coordinamento</a:t>
              </a:r>
            </a:p>
            <a:p>
              <a:pPr marL="358775" indent="-182563">
                <a:lnSpc>
                  <a:spcPct val="120000"/>
                </a:lnSpc>
                <a:spcAft>
                  <a:spcPts val="1200"/>
                </a:spcAft>
                <a:buSzPct val="100000"/>
                <a:buFont typeface="Century Gothic" panose="020B0502020202020204" pitchFamily="34" charset="0"/>
                <a:buChar char="−"/>
              </a:pPr>
              <a:r>
                <a:rPr lang="it-IT" sz="1200">
                  <a:latin typeface="Century Gothic" panose="020B0502020202020204" pitchFamily="34" charset="0"/>
                </a:rPr>
                <a:t>Definizione delle modalità di </a:t>
              </a:r>
              <a:r>
                <a:rPr lang="it-IT" sz="1200" b="1">
                  <a:latin typeface="Century Gothic" panose="020B0502020202020204" pitchFamily="34" charset="0"/>
                </a:rPr>
                <a:t>coordinamento </a:t>
              </a:r>
              <a:r>
                <a:rPr lang="it-IT" sz="1200">
                  <a:latin typeface="Century Gothic" panose="020B0502020202020204" pitchFamily="34" charset="0"/>
                </a:rPr>
                <a:t>e dei flussi informativi tra </a:t>
              </a:r>
              <a:r>
                <a:rPr lang="it-IT" sz="1200" b="1">
                  <a:latin typeface="Century Gothic" panose="020B0502020202020204" pitchFamily="34" charset="0"/>
                </a:rPr>
                <a:t>ISP </a:t>
              </a:r>
              <a:r>
                <a:rPr lang="it-IT" sz="1200">
                  <a:latin typeface="Century Gothic" panose="020B0502020202020204" pitchFamily="34" charset="0"/>
                </a:rPr>
                <a:t>e </a:t>
              </a:r>
              <a:r>
                <a:rPr lang="it-IT" sz="1200" b="1">
                  <a:latin typeface="Century Gothic" panose="020B0502020202020204" pitchFamily="34" charset="0"/>
                </a:rPr>
                <a:t>MPS</a:t>
              </a:r>
            </a:p>
          </p:txBody>
        </p:sp>
      </p:grpSp>
      <p:sp>
        <p:nvSpPr>
          <p:cNvPr id="11" name="Rectangle 10">
            <a:extLst>
              <a:ext uri="{FF2B5EF4-FFF2-40B4-BE49-F238E27FC236}">
                <a16:creationId xmlns:a16="http://schemas.microsoft.com/office/drawing/2014/main" id="{D5895E7B-5002-17B9-758C-CA66C34648D9}"/>
              </a:ext>
            </a:extLst>
          </p:cNvPr>
          <p:cNvSpPr/>
          <p:nvPr/>
        </p:nvSpPr>
        <p:spPr bwMode="gray">
          <a:xfrm>
            <a:off x="9024000" y="-259"/>
            <a:ext cx="3168000" cy="163222"/>
          </a:xfrm>
          <a:prstGeom prst="rect">
            <a:avLst/>
          </a:prstGeom>
          <a:solidFill>
            <a:srgbClr val="003A7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it-IT" sz="1000" b="1" noProof="0">
                <a:solidFill>
                  <a:schemeClr val="bg1"/>
                </a:solidFill>
                <a:latin typeface="+mj-lt"/>
              </a:rPr>
              <a:t>DOCUMENTO PRELIMINARE AD USO INTERNO</a:t>
            </a:r>
          </a:p>
        </p:txBody>
      </p:sp>
      <p:sp>
        <p:nvSpPr>
          <p:cNvPr id="13" name="Right Triangle 12">
            <a:extLst>
              <a:ext uri="{FF2B5EF4-FFF2-40B4-BE49-F238E27FC236}">
                <a16:creationId xmlns:a16="http://schemas.microsoft.com/office/drawing/2014/main" id="{77AA7231-E4A2-7D75-F98D-6293E02746AD}"/>
              </a:ext>
            </a:extLst>
          </p:cNvPr>
          <p:cNvSpPr/>
          <p:nvPr/>
        </p:nvSpPr>
        <p:spPr bwMode="gray">
          <a:xfrm flipH="1" flipV="1">
            <a:off x="8892147" y="1811"/>
            <a:ext cx="131345" cy="163222"/>
          </a:xfrm>
          <a:prstGeom prst="rtTriangle">
            <a:avLst/>
          </a:prstGeom>
          <a:solidFill>
            <a:srgbClr val="003A7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it-IT" sz="1600" b="1" noProof="0">
              <a:solidFill>
                <a:schemeClr val="bg1"/>
              </a:solidFill>
            </a:endParaRPr>
          </a:p>
        </p:txBody>
      </p:sp>
    </p:spTree>
    <p:extLst>
      <p:ext uri="{BB962C8B-B14F-4D97-AF65-F5344CB8AC3E}">
        <p14:creationId xmlns:p14="http://schemas.microsoft.com/office/powerpoint/2010/main" val="64367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5A638-E53C-B674-32F4-DCDB9B9DB559}"/>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4EDBD29A-126A-0679-6011-31C066B39EEA}"/>
              </a:ext>
            </a:extLst>
          </p:cNvPr>
          <p:cNvGraphicFramePr>
            <a:graphicFrameLocks/>
          </p:cNvGraphicFramePr>
          <p:nvPr>
            <p:custDataLst>
              <p:tags r:id="rId1"/>
            </p:custDataLst>
            <p:extLst>
              <p:ext uri="{D42A27DB-BD31-4B8C-83A1-F6EECF244321}">
                <p14:modId xmlns:p14="http://schemas.microsoft.com/office/powerpoint/2010/main" val="23447805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7" name="thinkcell data - do not delete" hidden="1">
                        <a:extLst>
                          <a:ext uri="{FF2B5EF4-FFF2-40B4-BE49-F238E27FC236}">
                            <a16:creationId xmlns:a16="http://schemas.microsoft.com/office/drawing/2014/main" id="{4EDBD29A-126A-0679-6011-31C066B39EE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34FFA16-C708-12EC-1C19-B81EBFC45FFC}"/>
              </a:ext>
            </a:extLst>
          </p:cNvPr>
          <p:cNvSpPr>
            <a:spLocks noGrp="1"/>
          </p:cNvSpPr>
          <p:nvPr>
            <p:ph type="title"/>
          </p:nvPr>
        </p:nvSpPr>
        <p:spPr>
          <a:xfrm>
            <a:off x="554736" y="226624"/>
            <a:ext cx="11082528" cy="677108"/>
          </a:xfrm>
        </p:spPr>
        <p:txBody>
          <a:bodyPr vert="horz" rIns="0">
            <a:spAutoFit/>
          </a:bodyPr>
          <a:lstStyle/>
          <a:p>
            <a:r>
              <a:rPr lang="it-IT" sz="2140">
                <a:solidFill>
                  <a:srgbClr val="F18B40"/>
                </a:solidFill>
                <a:latin typeface="Century Gothic" pitchFamily="34" charset="0"/>
              </a:rPr>
              <a:t>3. Meccanismi di coordinamenti e monitoraggio|</a:t>
            </a:r>
            <a:r>
              <a:rPr lang="it-IT" b="0"/>
              <a:t> In funzione dell'evoluzione del percorso societario sarà possibile attivare specifiche azioni di governo</a:t>
            </a:r>
            <a:endParaRPr lang="it-IT"/>
          </a:p>
        </p:txBody>
      </p:sp>
      <p:grpSp>
        <p:nvGrpSpPr>
          <p:cNvPr id="28" name="Group 27">
            <a:extLst>
              <a:ext uri="{FF2B5EF4-FFF2-40B4-BE49-F238E27FC236}">
                <a16:creationId xmlns:a16="http://schemas.microsoft.com/office/drawing/2014/main" id="{473787D8-9359-739D-F41C-7EC9816EE2C7}"/>
              </a:ext>
            </a:extLst>
          </p:cNvPr>
          <p:cNvGrpSpPr/>
          <p:nvPr/>
        </p:nvGrpSpPr>
        <p:grpSpPr>
          <a:xfrm>
            <a:off x="554736" y="955735"/>
            <a:ext cx="11082525" cy="515938"/>
            <a:chOff x="167616" y="955735"/>
            <a:chExt cx="6633511" cy="515938"/>
          </a:xfrm>
        </p:grpSpPr>
        <p:sp>
          <p:nvSpPr>
            <p:cNvPr id="29" name="TextBox 30">
              <a:extLst>
                <a:ext uri="{FF2B5EF4-FFF2-40B4-BE49-F238E27FC236}">
                  <a16:creationId xmlns:a16="http://schemas.microsoft.com/office/drawing/2014/main" id="{55FF0735-F749-24F4-AB93-7569109D3938}"/>
                </a:ext>
              </a:extLst>
            </p:cNvPr>
            <p:cNvSpPr txBox="1">
              <a:spLocks/>
            </p:cNvSpPr>
            <p:nvPr/>
          </p:nvSpPr>
          <p:spPr bwMode="gray">
            <a:xfrm>
              <a:off x="167616" y="955735"/>
              <a:ext cx="6633511" cy="515938"/>
            </a:xfrm>
            <a:prstGeom prst="rect">
              <a:avLst/>
            </a:prstGeom>
          </p:spPr>
          <p:txBody>
            <a:bodyPr vert="horz" wrap="square" lIns="3600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defTabSz="914400" eaLnBrk="1" fontAlgn="auto" hangingPunct="1">
                <a:spcBef>
                  <a:spcPts val="0"/>
                </a:spcBef>
                <a:spcAft>
                  <a:spcPts val="0"/>
                </a:spcAft>
                <a:buNone/>
                <a:defRPr/>
              </a:pPr>
              <a:r>
                <a:rPr lang="it-IT" b="1" kern="0">
                  <a:solidFill>
                    <a:srgbClr val="003A79"/>
                  </a:solidFill>
                  <a:latin typeface="Century Gothic" panose="020B0502020202020204" pitchFamily="34" charset="0"/>
                  <a:sym typeface="Century Gothic" panose="020B0502020202020204" pitchFamily="34" charset="0"/>
                </a:rPr>
                <a:t>Percorso OPAS | </a:t>
              </a:r>
              <a:r>
                <a:rPr lang="it-IT" kern="0">
                  <a:solidFill>
                    <a:srgbClr val="003A79"/>
                  </a:solidFill>
                  <a:latin typeface="Century Gothic" panose="020B0502020202020204" pitchFamily="34" charset="0"/>
                  <a:sym typeface="Century Gothic" panose="020B0502020202020204" pitchFamily="34" charset="0"/>
                </a:rPr>
                <a:t>Principali milestone con impatto sulla Governance</a:t>
              </a:r>
              <a:endParaRPr lang="it-IT" sz="1200" kern="0">
                <a:solidFill>
                  <a:srgbClr val="003A79"/>
                </a:solidFill>
                <a:latin typeface="Century Gothic" panose="020B0502020202020204" pitchFamily="34" charset="0"/>
                <a:sym typeface="Century Gothic" panose="020B0502020202020204" pitchFamily="34" charset="0"/>
              </a:endParaRPr>
            </a:p>
            <a:p>
              <a:pPr lvl="0" defTabSz="914400" eaLnBrk="1" fontAlgn="auto" hangingPunct="1">
                <a:spcBef>
                  <a:spcPts val="600"/>
                </a:spcBef>
                <a:spcAft>
                  <a:spcPts val="0"/>
                </a:spcAft>
                <a:buNone/>
                <a:defRPr/>
              </a:pPr>
              <a:r>
                <a:rPr lang="it-IT" sz="800" kern="0">
                  <a:solidFill>
                    <a:schemeClr val="bg1">
                      <a:lumMod val="50000"/>
                    </a:schemeClr>
                  </a:solidFill>
                  <a:latin typeface="Century Gothic" panose="020B0502020202020204" pitchFamily="34" charset="0"/>
                  <a:sym typeface="Century Gothic" panose="020B0502020202020204" pitchFamily="34" charset="0"/>
                </a:rPr>
                <a:t> </a:t>
              </a:r>
            </a:p>
          </p:txBody>
        </p:sp>
        <p:cxnSp>
          <p:nvCxnSpPr>
            <p:cNvPr id="30" name="Straight Connector 31">
              <a:extLst>
                <a:ext uri="{FF2B5EF4-FFF2-40B4-BE49-F238E27FC236}">
                  <a16:creationId xmlns:a16="http://schemas.microsoft.com/office/drawing/2014/main" id="{71D4A9FE-4423-C2EB-29F3-AE1476525421}"/>
                </a:ext>
              </a:extLst>
            </p:cNvPr>
            <p:cNvCxnSpPr>
              <a:cxnSpLocks/>
            </p:cNvCxnSpPr>
            <p:nvPr/>
          </p:nvCxnSpPr>
          <p:spPr bwMode="gray">
            <a:xfrm>
              <a:off x="167616" y="1320036"/>
              <a:ext cx="6633511" cy="0"/>
            </a:xfrm>
            <a:prstGeom prst="line">
              <a:avLst/>
            </a:prstGeom>
            <a:noFill/>
            <a:ln w="12700" cap="sq" cmpd="sng" algn="ctr">
              <a:solidFill>
                <a:schemeClr val="accent1"/>
              </a:solidFill>
              <a:prstDash val="solid"/>
              <a:miter lim="800000"/>
              <a:tailEnd type="none"/>
            </a:ln>
            <a:effectLst/>
          </p:spPr>
        </p:cxnSp>
      </p:grpSp>
      <p:sp>
        <p:nvSpPr>
          <p:cNvPr id="8" name="Rectangle 7">
            <a:extLst>
              <a:ext uri="{FF2B5EF4-FFF2-40B4-BE49-F238E27FC236}">
                <a16:creationId xmlns:a16="http://schemas.microsoft.com/office/drawing/2014/main" id="{01C7597D-6353-1825-9D1E-2894F3C4C76C}"/>
              </a:ext>
            </a:extLst>
          </p:cNvPr>
          <p:cNvSpPr/>
          <p:nvPr/>
        </p:nvSpPr>
        <p:spPr bwMode="gray">
          <a:xfrm>
            <a:off x="481593" y="1824038"/>
            <a:ext cx="1940317" cy="4254138"/>
          </a:xfrm>
          <a:prstGeom prst="rect">
            <a:avLst/>
          </a:prstGeom>
          <a:solidFill>
            <a:srgbClr val="FFFFFF"/>
          </a:solidFill>
          <a:ln w="3175" algn="ctr">
            <a:solidFill>
              <a:schemeClr val="accent1"/>
            </a:solidFill>
            <a:miter lim="800000"/>
            <a:headEnd/>
            <a:tailEnd/>
          </a:ln>
        </p:spPr>
        <p:txBody>
          <a:bodyPr wrap="square" lIns="36000" tIns="88900" rIns="36000" bIns="88900" rtlCol="0" anchor="ctr"/>
          <a:lstStyle/>
          <a:p>
            <a:pPr algn="ctr">
              <a:lnSpc>
                <a:spcPct val="106000"/>
              </a:lnSpc>
            </a:pPr>
            <a:r>
              <a:rPr lang="it-IT" sz="1400" b="1">
                <a:solidFill>
                  <a:srgbClr val="003A79"/>
                </a:solidFill>
              </a:rPr>
              <a:t>POST ASSEMBLEA MPS E NOMINA NUOVO CDA</a:t>
            </a:r>
            <a:endParaRPr lang="it-IT" sz="1400">
              <a:solidFill>
                <a:srgbClr val="003A79"/>
              </a:solidFill>
            </a:endParaRPr>
          </a:p>
        </p:txBody>
      </p:sp>
      <p:grpSp>
        <p:nvGrpSpPr>
          <p:cNvPr id="15" name="Group 14">
            <a:extLst>
              <a:ext uri="{FF2B5EF4-FFF2-40B4-BE49-F238E27FC236}">
                <a16:creationId xmlns:a16="http://schemas.microsoft.com/office/drawing/2014/main" id="{11C1D285-4EB7-94A7-DCF5-307E2FE91560}"/>
              </a:ext>
            </a:extLst>
          </p:cNvPr>
          <p:cNvGrpSpPr/>
          <p:nvPr/>
        </p:nvGrpSpPr>
        <p:grpSpPr>
          <a:xfrm>
            <a:off x="2539330" y="1424378"/>
            <a:ext cx="9097931" cy="4720243"/>
            <a:chOff x="2225353" y="1424378"/>
            <a:chExt cx="9799030" cy="4720243"/>
          </a:xfrm>
        </p:grpSpPr>
        <p:sp>
          <p:nvSpPr>
            <p:cNvPr id="40" name="Rectangle 39">
              <a:extLst>
                <a:ext uri="{FF2B5EF4-FFF2-40B4-BE49-F238E27FC236}">
                  <a16:creationId xmlns:a16="http://schemas.microsoft.com/office/drawing/2014/main" id="{DFDE8E5D-D3F1-B8D9-E52F-AA8E06F173F2}"/>
                </a:ext>
              </a:extLst>
            </p:cNvPr>
            <p:cNvSpPr/>
            <p:nvPr/>
          </p:nvSpPr>
          <p:spPr>
            <a:xfrm>
              <a:off x="6762755" y="1729298"/>
              <a:ext cx="5261599" cy="4415323"/>
            </a:xfrm>
            <a:prstGeom prst="rect">
              <a:avLst/>
            </a:prstGeom>
            <a:solidFill>
              <a:srgbClr val="F0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16" name="Rectangle 15">
              <a:extLst>
                <a:ext uri="{FF2B5EF4-FFF2-40B4-BE49-F238E27FC236}">
                  <a16:creationId xmlns:a16="http://schemas.microsoft.com/office/drawing/2014/main" id="{487FAF56-B736-BB4A-FBBA-D1A498C0F2A1}"/>
                </a:ext>
              </a:extLst>
            </p:cNvPr>
            <p:cNvSpPr/>
            <p:nvPr/>
          </p:nvSpPr>
          <p:spPr bwMode="gray">
            <a:xfrm>
              <a:off x="2225353" y="1424378"/>
              <a:ext cx="4337362" cy="304920"/>
            </a:xfrm>
            <a:prstGeom prst="rect">
              <a:avLst/>
            </a:prstGeom>
            <a:solidFill>
              <a:srgbClr val="406B9B"/>
            </a:solidFill>
            <a:ln w="3175" cap="flat" cmpd="sng" algn="ctr">
              <a:solidFill>
                <a:srgbClr val="007CB0"/>
              </a:solidFill>
              <a:prstDash val="solid"/>
            </a:ln>
            <a:effectLst/>
          </p:spPr>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lnSpc>
                  <a:spcPct val="110000"/>
                </a:lnSpc>
                <a:buClr>
                  <a:srgbClr val="003A79"/>
                </a:buClr>
                <a:buSzPct val="100000"/>
              </a:pPr>
              <a:r>
                <a:rPr lang="it-IT" sz="1400" b="1">
                  <a:solidFill>
                    <a:schemeClr val="bg1"/>
                  </a:solidFill>
                  <a:latin typeface="Century Gothic" panose="020B0502020202020204" pitchFamily="34" charset="0"/>
                  <a:cs typeface="Arial"/>
                </a:rPr>
                <a:t>ELEMENTI CHIAVE TIMELINE SOCIETARIA</a:t>
              </a:r>
            </a:p>
          </p:txBody>
        </p:sp>
        <p:cxnSp>
          <p:nvCxnSpPr>
            <p:cNvPr id="9" name="Straight Connector 8">
              <a:extLst>
                <a:ext uri="{FF2B5EF4-FFF2-40B4-BE49-F238E27FC236}">
                  <a16:creationId xmlns:a16="http://schemas.microsoft.com/office/drawing/2014/main" id="{D011D725-5943-4073-A46D-72F0736C3C9E}"/>
                </a:ext>
              </a:extLst>
            </p:cNvPr>
            <p:cNvCxnSpPr>
              <a:cxnSpLocks/>
            </p:cNvCxnSpPr>
            <p:nvPr/>
          </p:nvCxnSpPr>
          <p:spPr>
            <a:xfrm>
              <a:off x="6662740" y="1424378"/>
              <a:ext cx="0" cy="4720243"/>
            </a:xfrm>
            <a:prstGeom prst="line">
              <a:avLst/>
            </a:prstGeom>
            <a:ln w="3175" cap="flat">
              <a:solidFill>
                <a:schemeClr val="accent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0D3B6D72-2975-8558-5D8D-38E4A533665E}"/>
                </a:ext>
              </a:extLst>
            </p:cNvPr>
            <p:cNvSpPr/>
            <p:nvPr/>
          </p:nvSpPr>
          <p:spPr bwMode="gray">
            <a:xfrm>
              <a:off x="6763366" y="1424378"/>
              <a:ext cx="5261017" cy="304920"/>
            </a:xfrm>
            <a:prstGeom prst="rect">
              <a:avLst/>
            </a:prstGeom>
            <a:solidFill>
              <a:srgbClr val="003A79"/>
            </a:solidFill>
            <a:ln w="3175" cap="flat" cmpd="sng" algn="ctr">
              <a:solidFill>
                <a:srgbClr val="007CB0"/>
              </a:solidFill>
              <a:prstDash val="solid"/>
            </a:ln>
            <a:effectLst/>
          </p:spPr>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lnSpc>
                  <a:spcPct val="110000"/>
                </a:lnSpc>
                <a:buClr>
                  <a:srgbClr val="003A79"/>
                </a:buClr>
                <a:buSzPct val="100000"/>
              </a:pPr>
              <a:r>
                <a:rPr lang="it-IT" sz="1400" b="1">
                  <a:solidFill>
                    <a:schemeClr val="bg1"/>
                  </a:solidFill>
                  <a:latin typeface="Century Gothic" panose="020B0502020202020204" pitchFamily="34" charset="0"/>
                  <a:cs typeface="Arial"/>
                </a:rPr>
                <a:t>AZIONI GOVERNO ISP</a:t>
              </a:r>
            </a:p>
          </p:txBody>
        </p:sp>
        <p:sp>
          <p:nvSpPr>
            <p:cNvPr id="53" name="文本框 106">
              <a:extLst>
                <a:ext uri="{FF2B5EF4-FFF2-40B4-BE49-F238E27FC236}">
                  <a16:creationId xmlns:a16="http://schemas.microsoft.com/office/drawing/2014/main" id="{F6F9BB4C-B592-23A8-C90C-47BBE75C3807}"/>
                </a:ext>
              </a:extLst>
            </p:cNvPr>
            <p:cNvSpPr txBox="1"/>
            <p:nvPr/>
          </p:nvSpPr>
          <p:spPr>
            <a:xfrm>
              <a:off x="2225362" y="1824038"/>
              <a:ext cx="4337362" cy="4254138"/>
            </a:xfrm>
            <a:prstGeom prst="rect">
              <a:avLst/>
            </a:prstGeom>
            <a:noFill/>
          </p:spPr>
          <p:txBody>
            <a:bodyPr vert="horz" wrap="square" lIns="0" tIns="0" rIns="0" bIns="0" rtlCol="0" anchor="ctr">
              <a:noAutofit/>
            </a:bodyPr>
            <a:lstStyle/>
            <a:p>
              <a:pPr marL="171450" indent="-171450">
                <a:lnSpc>
                  <a:spcPct val="120000"/>
                </a:lnSpc>
                <a:spcAft>
                  <a:spcPts val="1200"/>
                </a:spcAft>
                <a:buSzPct val="100000"/>
                <a:buFont typeface="Wingdings" panose="05000000000000000000" pitchFamily="2" charset="2"/>
                <a:buChar char="§"/>
              </a:pPr>
              <a:r>
                <a:rPr lang="it-IT" sz="1200" b="1" noProof="0">
                  <a:solidFill>
                    <a:srgbClr val="003A79"/>
                  </a:solidFill>
                  <a:latin typeface="Century Gothic" panose="020B0502020202020204" pitchFamily="34" charset="0"/>
                </a:rPr>
                <a:t>Governance</a:t>
              </a:r>
              <a:r>
                <a:rPr lang="it-IT" sz="1200" b="1" noProof="0">
                  <a:latin typeface="Century Gothic" panose="020B0502020202020204" pitchFamily="34" charset="0"/>
                </a:rPr>
                <a:t> </a:t>
              </a:r>
              <a:r>
                <a:rPr lang="it-IT" sz="1200" noProof="0">
                  <a:latin typeface="Century Gothic" panose="020B0502020202020204" pitchFamily="34" charset="0"/>
                </a:rPr>
                <a:t>- Insediamento del </a:t>
              </a:r>
              <a:r>
                <a:rPr lang="it-IT" sz="1200" b="1" noProof="0">
                  <a:latin typeface="Century Gothic" panose="020B0502020202020204" pitchFamily="34" charset="0"/>
                </a:rPr>
                <a:t>nuovo CdA</a:t>
              </a:r>
              <a:r>
                <a:rPr lang="it-IT" sz="1200" b="1" noProof="0">
                  <a:solidFill>
                    <a:srgbClr val="003A79"/>
                  </a:solidFill>
                  <a:latin typeface="Century Gothic" panose="020B0502020202020204" pitchFamily="34" charset="0"/>
                </a:rPr>
                <a:t> </a:t>
              </a:r>
              <a:r>
                <a:rPr lang="it-IT" sz="1200" noProof="0">
                  <a:latin typeface="Century Gothic" panose="020B0502020202020204" pitchFamily="34" charset="0"/>
                </a:rPr>
                <a:t>e definizione del nuovo </a:t>
              </a:r>
              <a:r>
                <a:rPr lang="it-IT" sz="1200" b="1" noProof="0">
                  <a:latin typeface="Century Gothic" panose="020B0502020202020204" pitchFamily="34" charset="0"/>
                </a:rPr>
                <a:t>assetto</a:t>
              </a:r>
              <a:r>
                <a:rPr lang="it-IT" sz="1200" b="1" noProof="0">
                  <a:solidFill>
                    <a:srgbClr val="003A79"/>
                  </a:solidFill>
                  <a:latin typeface="Century Gothic" panose="020B0502020202020204" pitchFamily="34" charset="0"/>
                </a:rPr>
                <a:t> </a:t>
              </a:r>
              <a:r>
                <a:rPr lang="it-IT" sz="1200" noProof="0">
                  <a:latin typeface="Century Gothic" panose="020B0502020202020204" pitchFamily="34" charset="0"/>
                </a:rPr>
                <a:t>di </a:t>
              </a:r>
              <a:r>
                <a:rPr lang="it-IT" sz="1200" b="1" noProof="0">
                  <a:latin typeface="Century Gothic" panose="020B0502020202020204" pitchFamily="34" charset="0"/>
                </a:rPr>
                <a:t>governance</a:t>
              </a:r>
              <a:r>
                <a:rPr lang="it-IT" sz="1200" b="1" noProof="0">
                  <a:solidFill>
                    <a:srgbClr val="003A79"/>
                  </a:solidFill>
                  <a:latin typeface="Century Gothic" panose="020B0502020202020204" pitchFamily="34" charset="0"/>
                </a:rPr>
                <a:t> </a:t>
              </a:r>
              <a:r>
                <a:rPr lang="it-IT" sz="1200" noProof="0">
                  <a:latin typeface="Century Gothic" panose="020B0502020202020204" pitchFamily="34" charset="0"/>
                </a:rPr>
                <a:t>(e.g. elezione di Presidente e Vicepresidente, conferimento delle deleghe, Comitati)</a:t>
              </a:r>
            </a:p>
            <a:p>
              <a:pPr marL="171450" indent="-171450">
                <a:lnSpc>
                  <a:spcPct val="120000"/>
                </a:lnSpc>
                <a:spcAft>
                  <a:spcPts val="1200"/>
                </a:spcAft>
                <a:buSzPct val="100000"/>
                <a:buFont typeface="Wingdings" panose="05000000000000000000" pitchFamily="2" charset="2"/>
                <a:buChar char="§"/>
              </a:pPr>
              <a:r>
                <a:rPr lang="it-IT" sz="1200" b="1" noProof="0">
                  <a:solidFill>
                    <a:srgbClr val="003A79"/>
                  </a:solidFill>
                  <a:latin typeface="Century Gothic" panose="020B0502020202020204" pitchFamily="34" charset="0"/>
                </a:rPr>
                <a:t>Coordinamento ISP-MPS</a:t>
              </a:r>
              <a:r>
                <a:rPr lang="it-IT" sz="1200" noProof="0">
                  <a:latin typeface="Century Gothic" panose="020B0502020202020204" pitchFamily="34" charset="0"/>
                </a:rPr>
                <a:t> - Formalizzazione del modello di </a:t>
              </a:r>
              <a:r>
                <a:rPr lang="it-IT" sz="1200" b="1" noProof="0">
                  <a:latin typeface="Century Gothic" panose="020B0502020202020204" pitchFamily="34" charset="0"/>
                </a:rPr>
                <a:t>direzione</a:t>
              </a:r>
              <a:r>
                <a:rPr lang="it-IT" sz="1200" b="1" noProof="0">
                  <a:solidFill>
                    <a:srgbClr val="003A79"/>
                  </a:solidFill>
                  <a:latin typeface="Century Gothic" panose="020B0502020202020204" pitchFamily="34" charset="0"/>
                </a:rPr>
                <a:t> </a:t>
              </a:r>
              <a:r>
                <a:rPr lang="it-IT" sz="1200" noProof="0">
                  <a:latin typeface="Century Gothic" panose="020B0502020202020204" pitchFamily="34" charset="0"/>
                </a:rPr>
                <a:t>e </a:t>
              </a:r>
              <a:r>
                <a:rPr lang="it-IT" sz="1200" b="1" noProof="0">
                  <a:latin typeface="Century Gothic" panose="020B0502020202020204" pitchFamily="34" charset="0"/>
                </a:rPr>
                <a:t>coordinamento ISP–MPS</a:t>
              </a:r>
              <a:r>
                <a:rPr lang="it-IT" sz="1200" b="1" noProof="0">
                  <a:solidFill>
                    <a:srgbClr val="003A79"/>
                  </a:solidFill>
                  <a:latin typeface="Century Gothic" panose="020B0502020202020204" pitchFamily="34" charset="0"/>
                </a:rPr>
                <a:t> </a:t>
              </a:r>
              <a:r>
                <a:rPr lang="it-IT" sz="1200" noProof="0">
                  <a:latin typeface="Century Gothic" panose="020B0502020202020204" pitchFamily="34" charset="0"/>
                </a:rPr>
                <a:t>e definizione dei relativi meccanismi di </a:t>
              </a:r>
              <a:r>
                <a:rPr lang="it-IT" sz="1200" b="1" noProof="0">
                  <a:latin typeface="Century Gothic" panose="020B0502020202020204" pitchFamily="34" charset="0"/>
                </a:rPr>
                <a:t>interlocuzione</a:t>
              </a:r>
              <a:r>
                <a:rPr lang="it-IT" sz="1200" noProof="0">
                  <a:solidFill>
                    <a:srgbClr val="003A79"/>
                  </a:solidFill>
                  <a:latin typeface="Century Gothic" panose="020B0502020202020204" pitchFamily="34" charset="0"/>
                </a:rPr>
                <a:t>, </a:t>
              </a:r>
              <a:r>
                <a:rPr lang="it-IT" sz="1200" b="1" noProof="0">
                  <a:latin typeface="Century Gothic" panose="020B0502020202020204" pitchFamily="34" charset="0"/>
                </a:rPr>
                <a:t>flussi informativi </a:t>
              </a:r>
              <a:r>
                <a:rPr lang="it-IT" sz="1200" noProof="0">
                  <a:latin typeface="Century Gothic" panose="020B0502020202020204" pitchFamily="34" charset="0"/>
                </a:rPr>
                <a:t>e </a:t>
              </a:r>
              <a:r>
                <a:rPr lang="it-IT" sz="1200" b="1" noProof="0">
                  <a:latin typeface="Century Gothic" panose="020B0502020202020204" pitchFamily="34" charset="0"/>
                </a:rPr>
                <a:t>referenti</a:t>
              </a:r>
            </a:p>
            <a:p>
              <a:pPr marL="171450" indent="-171450">
                <a:lnSpc>
                  <a:spcPct val="120000"/>
                </a:lnSpc>
                <a:spcAft>
                  <a:spcPts val="1200"/>
                </a:spcAft>
                <a:buSzPct val="100000"/>
                <a:buFont typeface="Wingdings" panose="05000000000000000000" pitchFamily="2" charset="2"/>
                <a:buChar char="§"/>
              </a:pPr>
              <a:r>
                <a:rPr lang="it-IT" sz="1200" b="1" noProof="0">
                  <a:solidFill>
                    <a:srgbClr val="003A79"/>
                  </a:solidFill>
                  <a:latin typeface="Century Gothic" panose="020B0502020202020204" pitchFamily="34" charset="0"/>
                </a:rPr>
                <a:t>Operazioni straordinarie</a:t>
              </a:r>
              <a:r>
                <a:rPr lang="it-IT" sz="1200" b="1" noProof="0">
                  <a:latin typeface="Century Gothic" panose="020B0502020202020204" pitchFamily="34" charset="0"/>
                </a:rPr>
                <a:t> </a:t>
              </a:r>
              <a:r>
                <a:rPr lang="it-IT" sz="1200" noProof="0">
                  <a:latin typeface="Century Gothic" panose="020B0502020202020204" pitchFamily="34" charset="0"/>
                </a:rPr>
                <a:t>- Avvio degli </a:t>
              </a:r>
              <a:r>
                <a:rPr lang="it-IT" sz="1200" b="1" noProof="0">
                  <a:latin typeface="Century Gothic" panose="020B0502020202020204" pitchFamily="34" charset="0"/>
                </a:rPr>
                <a:t>iter societari </a:t>
              </a:r>
              <a:r>
                <a:rPr lang="it-IT" sz="1200" noProof="0">
                  <a:latin typeface="Century Gothic" panose="020B0502020202020204" pitchFamily="34" charset="0"/>
                </a:rPr>
                <a:t>e </a:t>
              </a:r>
              <a:r>
                <a:rPr lang="it-IT" sz="1200" b="1" noProof="0">
                  <a:latin typeface="Century Gothic" panose="020B0502020202020204" pitchFamily="34" charset="0"/>
                </a:rPr>
                <a:t>autorizzativi</a:t>
              </a:r>
              <a:r>
                <a:rPr lang="it-IT" sz="1200" b="1" noProof="0">
                  <a:solidFill>
                    <a:srgbClr val="003A79"/>
                  </a:solidFill>
                  <a:latin typeface="Century Gothic" panose="020B0502020202020204" pitchFamily="34" charset="0"/>
                </a:rPr>
                <a:t> </a:t>
              </a:r>
              <a:r>
                <a:rPr lang="it-IT" sz="1200" noProof="0">
                  <a:latin typeface="Century Gothic" panose="020B0502020202020204" pitchFamily="34" charset="0"/>
                </a:rPr>
                <a:t>connessi alle </a:t>
              </a:r>
              <a:r>
                <a:rPr lang="it-IT" sz="1200" b="1" noProof="0">
                  <a:latin typeface="Century Gothic" panose="020B0502020202020204" pitchFamily="34" charset="0"/>
                </a:rPr>
                <a:t>operazioni straordinarie </a:t>
              </a:r>
              <a:r>
                <a:rPr lang="it-IT" sz="1200" noProof="0">
                  <a:latin typeface="Century Gothic" panose="020B0502020202020204" pitchFamily="34" charset="0"/>
                </a:rPr>
                <a:t>(e.g. carve-out, modifiche statutarie, fusione per delisting, squeeze-out)</a:t>
              </a:r>
            </a:p>
          </p:txBody>
        </p:sp>
        <p:sp>
          <p:nvSpPr>
            <p:cNvPr id="54" name="文本框 106">
              <a:extLst>
                <a:ext uri="{FF2B5EF4-FFF2-40B4-BE49-F238E27FC236}">
                  <a16:creationId xmlns:a16="http://schemas.microsoft.com/office/drawing/2014/main" id="{C11A8168-43F0-165F-B6AC-30B38B1A8F3A}"/>
                </a:ext>
              </a:extLst>
            </p:cNvPr>
            <p:cNvSpPr txBox="1"/>
            <p:nvPr/>
          </p:nvSpPr>
          <p:spPr>
            <a:xfrm>
              <a:off x="6864439" y="1824038"/>
              <a:ext cx="5058870" cy="4254138"/>
            </a:xfrm>
            <a:prstGeom prst="rect">
              <a:avLst/>
            </a:prstGeom>
            <a:noFill/>
          </p:spPr>
          <p:txBody>
            <a:bodyPr vert="horz" wrap="square" lIns="0" tIns="0" rIns="0" bIns="0" rtlCol="0" anchor="ctr">
              <a:noAutofit/>
            </a:bodyPr>
            <a:lstStyle/>
            <a:p>
              <a:pPr marL="171450" indent="-171450">
                <a:lnSpc>
                  <a:spcPct val="120000"/>
                </a:lnSpc>
                <a:spcAft>
                  <a:spcPts val="1200"/>
                </a:spcAft>
                <a:buFont typeface="Wingdings" panose="05000000000000000000" pitchFamily="2" charset="2"/>
                <a:buChar char="§"/>
              </a:pPr>
              <a:r>
                <a:rPr lang="it-IT" sz="1200" b="1" noProof="0">
                  <a:solidFill>
                    <a:srgbClr val="003A79"/>
                  </a:solidFill>
                  <a:latin typeface="Century Gothic" panose="020B0502020202020204" pitchFamily="34" charset="0"/>
                </a:rPr>
                <a:t>Poteri</a:t>
              </a:r>
              <a:r>
                <a:rPr lang="it-IT" sz="1200" noProof="0">
                  <a:latin typeface="Century Gothic" panose="020B0502020202020204" pitchFamily="34" charset="0"/>
                </a:rPr>
                <a:t> </a:t>
              </a:r>
              <a:r>
                <a:rPr lang="it-IT" sz="1200" b="1" noProof="0">
                  <a:solidFill>
                    <a:srgbClr val="003A79"/>
                  </a:solidFill>
                  <a:latin typeface="Century Gothic" panose="020B0502020202020204" pitchFamily="34" charset="0"/>
                </a:rPr>
                <a:t>organi di Governance </a:t>
              </a:r>
              <a:r>
                <a:rPr lang="it-IT" sz="1200" noProof="0">
                  <a:latin typeface="Century Gothic" panose="020B0502020202020204" pitchFamily="34" charset="0"/>
                </a:rPr>
                <a:t>- Definizione di </a:t>
              </a:r>
              <a:r>
                <a:rPr lang="it-IT" sz="1200" b="1" noProof="0">
                  <a:latin typeface="Century Gothic" panose="020B0502020202020204" pitchFamily="34" charset="0"/>
                </a:rPr>
                <a:t>poteri, deleghe </a:t>
              </a:r>
              <a:r>
                <a:rPr lang="it-IT" sz="1200" noProof="0">
                  <a:latin typeface="Century Gothic" panose="020B0502020202020204" pitchFamily="34" charset="0"/>
                </a:rPr>
                <a:t>e </a:t>
              </a:r>
              <a:r>
                <a:rPr lang="it-IT" sz="1200" b="1" noProof="0">
                  <a:latin typeface="Century Gothic" panose="020B0502020202020204" pitchFamily="34" charset="0"/>
                </a:rPr>
                <a:t>responsabilità </a:t>
              </a:r>
              <a:r>
                <a:rPr lang="it-IT" sz="1200" noProof="0">
                  <a:latin typeface="Century Gothic" panose="020B0502020202020204" pitchFamily="34" charset="0"/>
                </a:rPr>
                <a:t>dei </a:t>
              </a:r>
              <a:r>
                <a:rPr lang="it-IT" sz="1200" b="1" noProof="0">
                  <a:latin typeface="Century Gothic" panose="020B0502020202020204" pitchFamily="34" charset="0"/>
                </a:rPr>
                <a:t>nuovi organi </a:t>
              </a:r>
              <a:r>
                <a:rPr lang="it-IT" sz="1200" noProof="0">
                  <a:latin typeface="Century Gothic" panose="020B0502020202020204" pitchFamily="34" charset="0"/>
                </a:rPr>
                <a:t>di </a:t>
              </a:r>
              <a:r>
                <a:rPr lang="it-IT" sz="1200" b="1" noProof="0">
                  <a:latin typeface="Century Gothic" panose="020B0502020202020204" pitchFamily="34" charset="0"/>
                </a:rPr>
                <a:t>Governance</a:t>
              </a:r>
            </a:p>
            <a:p>
              <a:pPr marL="171450" indent="-171450">
                <a:lnSpc>
                  <a:spcPct val="120000"/>
                </a:lnSpc>
                <a:spcAft>
                  <a:spcPts val="1200"/>
                </a:spcAft>
                <a:buFont typeface="Wingdings" panose="05000000000000000000" pitchFamily="2" charset="2"/>
                <a:buChar char="§"/>
              </a:pPr>
              <a:r>
                <a:rPr lang="it-IT" sz="1200" b="1">
                  <a:solidFill>
                    <a:srgbClr val="003A79"/>
                  </a:solidFill>
                  <a:latin typeface="Century Gothic" panose="020B0502020202020204" pitchFamily="34" charset="0"/>
                </a:rPr>
                <a:t>Raccordo ISP-MPS</a:t>
              </a:r>
              <a:r>
                <a:rPr lang="it-IT" sz="1200" noProof="0">
                  <a:latin typeface="Century Gothic" panose="020B0502020202020204" pitchFamily="34" charset="0"/>
                </a:rPr>
                <a:t> - Attivazione dei </a:t>
              </a:r>
              <a:r>
                <a:rPr lang="it-IT" sz="1200" b="1" noProof="0">
                  <a:latin typeface="Century Gothic" panose="020B0502020202020204" pitchFamily="34" charset="0"/>
                </a:rPr>
                <a:t>meccanismi </a:t>
              </a:r>
              <a:r>
                <a:rPr lang="it-IT" sz="1200" noProof="0">
                  <a:latin typeface="Century Gothic" panose="020B0502020202020204" pitchFamily="34" charset="0"/>
                </a:rPr>
                <a:t>di </a:t>
              </a:r>
              <a:r>
                <a:rPr lang="it-IT" sz="1200" b="1" noProof="0">
                  <a:latin typeface="Century Gothic" panose="020B0502020202020204" pitchFamily="34" charset="0"/>
                </a:rPr>
                <a:t>raccordo ISP–MPS</a:t>
              </a:r>
              <a:r>
                <a:rPr lang="it-IT" sz="1200" noProof="0">
                  <a:latin typeface="Century Gothic" panose="020B0502020202020204" pitchFamily="34" charset="0"/>
                </a:rPr>
                <a:t>, inclusi reporting ed escalation</a:t>
              </a:r>
            </a:p>
            <a:p>
              <a:pPr marL="171450" indent="-171450">
                <a:lnSpc>
                  <a:spcPct val="120000"/>
                </a:lnSpc>
                <a:spcAft>
                  <a:spcPts val="1200"/>
                </a:spcAft>
                <a:buFont typeface="Wingdings" panose="05000000000000000000" pitchFamily="2" charset="2"/>
                <a:buChar char="§"/>
              </a:pPr>
              <a:r>
                <a:rPr lang="it-IT" sz="1200" b="1">
                  <a:solidFill>
                    <a:srgbClr val="003A79"/>
                  </a:solidFill>
                  <a:latin typeface="Century Gothic" panose="020B0502020202020204" pitchFamily="34" charset="0"/>
                </a:rPr>
                <a:t>Avvio tavoli per l’integrazione</a:t>
              </a:r>
              <a:r>
                <a:rPr lang="it-IT" sz="1200">
                  <a:latin typeface="Century Gothic" panose="020B0502020202020204" pitchFamily="34" charset="0"/>
                </a:rPr>
                <a:t> - </a:t>
              </a:r>
              <a:r>
                <a:rPr lang="it-IT" sz="1200" noProof="0">
                  <a:latin typeface="Century Gothic" panose="020B0502020202020204" pitchFamily="34" charset="0"/>
                </a:rPr>
                <a:t>Attivazione </a:t>
              </a:r>
              <a:r>
                <a:rPr lang="it-IT" sz="1200" b="1" noProof="0">
                  <a:latin typeface="Century Gothic" panose="020B0502020202020204" pitchFamily="34" charset="0"/>
                </a:rPr>
                <a:t>ufficiale </a:t>
              </a:r>
              <a:r>
                <a:rPr lang="it-IT" sz="1200" noProof="0">
                  <a:latin typeface="Century Gothic" panose="020B0502020202020204" pitchFamily="34" charset="0"/>
                </a:rPr>
                <a:t>dei </a:t>
              </a:r>
              <a:r>
                <a:rPr lang="it-IT" sz="1200" b="1" noProof="0">
                  <a:latin typeface="Century Gothic" panose="020B0502020202020204" pitchFamily="34" charset="0"/>
                </a:rPr>
                <a:t>tavoli </a:t>
              </a:r>
              <a:r>
                <a:rPr lang="it-IT" sz="1200" noProof="0">
                  <a:latin typeface="Century Gothic" panose="020B0502020202020204" pitchFamily="34" charset="0"/>
                </a:rPr>
                <a:t>di </a:t>
              </a:r>
              <a:r>
                <a:rPr lang="it-IT" sz="1200" b="1" noProof="0">
                  <a:latin typeface="Century Gothic" panose="020B0502020202020204" pitchFamily="34" charset="0"/>
                </a:rPr>
                <a:t>lavoro </a:t>
              </a:r>
              <a:r>
                <a:rPr lang="it-IT" sz="1200" noProof="0">
                  <a:latin typeface="Century Gothic" panose="020B0502020202020204" pitchFamily="34" charset="0"/>
                </a:rPr>
                <a:t>per l’integrazione, con definizione di Steering, ownership e responsabilità dei singoli stream e valutazione dell’eventuale </a:t>
              </a:r>
              <a:r>
                <a:rPr lang="it-IT" sz="1200" b="1" noProof="0">
                  <a:latin typeface="Century Gothic" panose="020B0502020202020204" pitchFamily="34" charset="0"/>
                </a:rPr>
                <a:t>presidio operativo </a:t>
              </a:r>
              <a:r>
                <a:rPr lang="it-IT" sz="1200" noProof="0">
                  <a:latin typeface="Century Gothic" panose="020B0502020202020204" pitchFamily="34" charset="0"/>
                </a:rPr>
                <a:t>a </a:t>
              </a:r>
              <a:r>
                <a:rPr lang="it-IT" sz="1200" b="1" noProof="0">
                  <a:latin typeface="Century Gothic" panose="020B0502020202020204" pitchFamily="34" charset="0"/>
                </a:rPr>
                <a:t>Siena</a:t>
              </a:r>
            </a:p>
            <a:p>
              <a:pPr marL="171450" indent="-171450">
                <a:lnSpc>
                  <a:spcPct val="120000"/>
                </a:lnSpc>
                <a:spcAft>
                  <a:spcPts val="1200"/>
                </a:spcAft>
                <a:buFont typeface="Wingdings" panose="05000000000000000000" pitchFamily="2" charset="2"/>
                <a:buChar char="§"/>
              </a:pPr>
              <a:r>
                <a:rPr lang="it-IT" sz="1200" b="1">
                  <a:solidFill>
                    <a:srgbClr val="003A79"/>
                  </a:solidFill>
                  <a:latin typeface="Century Gothic" panose="020B0502020202020204" pitchFamily="34" charset="0"/>
                </a:rPr>
                <a:t>Adempimenti</a:t>
              </a:r>
              <a:r>
                <a:rPr lang="it-IT" sz="1200">
                  <a:latin typeface="Century Gothic" panose="020B0502020202020204" pitchFamily="34" charset="0"/>
                </a:rPr>
                <a:t> </a:t>
              </a:r>
              <a:r>
                <a:rPr lang="it-IT" sz="1200" b="1">
                  <a:solidFill>
                    <a:srgbClr val="003A79"/>
                  </a:solidFill>
                  <a:latin typeface="Century Gothic" panose="020B0502020202020204" pitchFamily="34" charset="0"/>
                </a:rPr>
                <a:t>societari</a:t>
              </a:r>
              <a:r>
                <a:rPr lang="it-IT" sz="1200">
                  <a:latin typeface="Century Gothic" panose="020B0502020202020204" pitchFamily="34" charset="0"/>
                </a:rPr>
                <a:t> - </a:t>
              </a:r>
              <a:r>
                <a:rPr lang="it-IT" sz="1200" noProof="0">
                  <a:latin typeface="Century Gothic" panose="020B0502020202020204" pitchFamily="34" charset="0"/>
                </a:rPr>
                <a:t>Coordinamento degli </a:t>
              </a:r>
              <a:r>
                <a:rPr lang="it-IT" sz="1200" b="1" noProof="0">
                  <a:latin typeface="Century Gothic" panose="020B0502020202020204" pitchFamily="34" charset="0"/>
                </a:rPr>
                <a:t>adempimenti societari </a:t>
              </a:r>
              <a:r>
                <a:rPr lang="it-IT" sz="1200" noProof="0">
                  <a:latin typeface="Century Gothic" panose="020B0502020202020204" pitchFamily="34" charset="0"/>
                </a:rPr>
                <a:t>e </a:t>
              </a:r>
              <a:r>
                <a:rPr lang="it-IT" sz="1200" b="1" noProof="0">
                  <a:latin typeface="Century Gothic" panose="020B0502020202020204" pitchFamily="34" charset="0"/>
                </a:rPr>
                <a:t>autorizzativi connessi </a:t>
              </a:r>
              <a:r>
                <a:rPr lang="it-IT" sz="1200" noProof="0">
                  <a:latin typeface="Century Gothic" panose="020B0502020202020204" pitchFamily="34" charset="0"/>
                </a:rPr>
                <a:t>alle </a:t>
              </a:r>
              <a:r>
                <a:rPr lang="it-IT" sz="1200" b="1" noProof="0">
                  <a:latin typeface="Century Gothic" panose="020B0502020202020204" pitchFamily="34" charset="0"/>
                </a:rPr>
                <a:t>operazioni straordinarie</a:t>
              </a:r>
            </a:p>
          </p:txBody>
        </p:sp>
      </p:grpSp>
      <p:sp>
        <p:nvSpPr>
          <p:cNvPr id="11" name="Rectangle 10">
            <a:extLst>
              <a:ext uri="{FF2B5EF4-FFF2-40B4-BE49-F238E27FC236}">
                <a16:creationId xmlns:a16="http://schemas.microsoft.com/office/drawing/2014/main" id="{CE8EB826-5881-795F-BDDD-49BBA59636B4}"/>
              </a:ext>
            </a:extLst>
          </p:cNvPr>
          <p:cNvSpPr/>
          <p:nvPr/>
        </p:nvSpPr>
        <p:spPr bwMode="gray">
          <a:xfrm>
            <a:off x="9024000" y="-259"/>
            <a:ext cx="3168000" cy="163222"/>
          </a:xfrm>
          <a:prstGeom prst="rect">
            <a:avLst/>
          </a:prstGeom>
          <a:solidFill>
            <a:srgbClr val="003A7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it-IT" sz="1000" b="1" noProof="0">
                <a:solidFill>
                  <a:schemeClr val="bg1"/>
                </a:solidFill>
                <a:latin typeface="+mj-lt"/>
              </a:rPr>
              <a:t>DOCUMENTO PRELIMINARE AD USO INTERNO</a:t>
            </a:r>
          </a:p>
        </p:txBody>
      </p:sp>
      <p:sp>
        <p:nvSpPr>
          <p:cNvPr id="13" name="Right Triangle 12">
            <a:extLst>
              <a:ext uri="{FF2B5EF4-FFF2-40B4-BE49-F238E27FC236}">
                <a16:creationId xmlns:a16="http://schemas.microsoft.com/office/drawing/2014/main" id="{7BF7F5A8-F972-17DD-D908-23F57463B196}"/>
              </a:ext>
            </a:extLst>
          </p:cNvPr>
          <p:cNvSpPr/>
          <p:nvPr/>
        </p:nvSpPr>
        <p:spPr bwMode="gray">
          <a:xfrm flipH="1" flipV="1">
            <a:off x="8892147" y="1811"/>
            <a:ext cx="131345" cy="163222"/>
          </a:xfrm>
          <a:prstGeom prst="rtTriangle">
            <a:avLst/>
          </a:prstGeom>
          <a:solidFill>
            <a:srgbClr val="003A7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it-IT" sz="1600" b="1" noProof="0">
              <a:solidFill>
                <a:schemeClr val="bg1"/>
              </a:solidFill>
            </a:endParaRPr>
          </a:p>
        </p:txBody>
      </p:sp>
    </p:spTree>
    <p:extLst>
      <p:ext uri="{BB962C8B-B14F-4D97-AF65-F5344CB8AC3E}">
        <p14:creationId xmlns:p14="http://schemas.microsoft.com/office/powerpoint/2010/main" val="138028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A854CD1-9D71-2C07-7E6B-5595509A0E7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6" name="think-cell data - do not delete" hidden="1">
                        <a:extLst>
                          <a:ext uri="{FF2B5EF4-FFF2-40B4-BE49-F238E27FC236}">
                            <a16:creationId xmlns:a16="http://schemas.microsoft.com/office/drawing/2014/main" id="{3A854CD1-9D71-2C07-7E6B-5595509A0E7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498DDD7-5D61-5F47-9C9E-A64A542758BF}"/>
              </a:ext>
            </a:extLst>
          </p:cNvPr>
          <p:cNvSpPr>
            <a:spLocks noGrp="1"/>
          </p:cNvSpPr>
          <p:nvPr>
            <p:ph type="title"/>
          </p:nvPr>
        </p:nvSpPr>
        <p:spPr/>
        <p:txBody>
          <a:bodyPr vert="horz"/>
          <a:lstStyle/>
          <a:p>
            <a:r>
              <a:rPr lang="it-IT"/>
              <a:t>Use cases di situazioni inaspettate e modalità di gestioni</a:t>
            </a:r>
          </a:p>
        </p:txBody>
      </p:sp>
      <p:sp>
        <p:nvSpPr>
          <p:cNvPr id="3" name="Subtitle 2">
            <a:extLst>
              <a:ext uri="{FF2B5EF4-FFF2-40B4-BE49-F238E27FC236}">
                <a16:creationId xmlns:a16="http://schemas.microsoft.com/office/drawing/2014/main" id="{E29FF278-7CAB-F804-8321-0FD95E1867DE}"/>
              </a:ext>
            </a:extLst>
          </p:cNvPr>
          <p:cNvSpPr>
            <a:spLocks noGrp="1"/>
          </p:cNvSpPr>
          <p:nvPr>
            <p:ph type="subTitle" idx="1"/>
          </p:nvPr>
        </p:nvSpPr>
        <p:spPr/>
        <p:txBody>
          <a:bodyPr/>
          <a:lstStyle/>
          <a:p>
            <a:endParaRPr lang="it-IT"/>
          </a:p>
        </p:txBody>
      </p:sp>
      <p:sp>
        <p:nvSpPr>
          <p:cNvPr id="4" name="Text Placeholder 3">
            <a:extLst>
              <a:ext uri="{FF2B5EF4-FFF2-40B4-BE49-F238E27FC236}">
                <a16:creationId xmlns:a16="http://schemas.microsoft.com/office/drawing/2014/main" id="{3F78F3F8-756B-AC94-B416-C020D43DFE37}"/>
              </a:ext>
            </a:extLst>
          </p:cNvPr>
          <p:cNvSpPr>
            <a:spLocks noGrp="1"/>
          </p:cNvSpPr>
          <p:nvPr>
            <p:ph type="body" sz="quarter" idx="10"/>
          </p:nvPr>
        </p:nvSpPr>
        <p:spPr/>
        <p:txBody>
          <a:bodyPr/>
          <a:lstStyle/>
          <a:p>
            <a:endParaRPr lang="it-IT"/>
          </a:p>
        </p:txBody>
      </p:sp>
      <p:sp>
        <p:nvSpPr>
          <p:cNvPr id="10" name="Rectangle 9">
            <a:extLst>
              <a:ext uri="{FF2B5EF4-FFF2-40B4-BE49-F238E27FC236}">
                <a16:creationId xmlns:a16="http://schemas.microsoft.com/office/drawing/2014/main" id="{A1987090-E31B-047C-5758-8FB3D4163562}"/>
              </a:ext>
            </a:extLst>
          </p:cNvPr>
          <p:cNvSpPr>
            <a:spLocks/>
          </p:cNvSpPr>
          <p:nvPr/>
        </p:nvSpPr>
        <p:spPr>
          <a:xfrm>
            <a:off x="554735" y="714835"/>
            <a:ext cx="11057589" cy="5428331"/>
          </a:xfrm>
          <a:prstGeom prst="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70759" rIns="396000" bIns="63500" numCol="1" spcCol="0" rtlCol="0" fromWordArt="0" anchor="ctr" anchorCtr="0" forceAA="0" compatLnSpc="1">
            <a:prstTxWarp prst="textNoShape">
              <a:avLst/>
            </a:prstTxWarp>
            <a:noAutofit/>
          </a:bodyPr>
          <a:lstStyle/>
          <a:p>
            <a:pPr algn="ctr">
              <a:spcBef>
                <a:spcPts val="300"/>
              </a:spcBef>
              <a:spcAft>
                <a:spcPts val="300"/>
              </a:spcAft>
            </a:pPr>
            <a:r>
              <a:rPr lang="en-US" sz="1600" err="1">
                <a:solidFill>
                  <a:schemeClr val="bg1"/>
                </a:solidFill>
                <a:latin typeface="Century Gothic (Body)"/>
                <a:ea typeface="Times New Roman" panose="02020603050405020304" pitchFamily="18" charset="0"/>
                <a:cs typeface="Aptos" panose="020B0004020202020204" pitchFamily="34" charset="0"/>
              </a:rPr>
              <a:t>Gestione</a:t>
            </a:r>
            <a:r>
              <a:rPr lang="en-US" sz="1600">
                <a:solidFill>
                  <a:schemeClr val="bg1"/>
                </a:solidFill>
                <a:latin typeface="Century Gothic (Body)"/>
                <a:ea typeface="Times New Roman" panose="02020603050405020304" pitchFamily="18" charset="0"/>
                <a:cs typeface="Aptos" panose="020B0004020202020204" pitchFamily="34" charset="0"/>
              </a:rPr>
              <a:t> </a:t>
            </a:r>
            <a:r>
              <a:rPr lang="en-US" sz="1600" err="1">
                <a:solidFill>
                  <a:schemeClr val="bg1"/>
                </a:solidFill>
                <a:latin typeface="Century Gothic (Body)"/>
                <a:ea typeface="Times New Roman" panose="02020603050405020304" pitchFamily="18" charset="0"/>
                <a:cs typeface="Aptos" panose="020B0004020202020204" pitchFamily="34" charset="0"/>
              </a:rPr>
              <a:t>strutturata</a:t>
            </a:r>
            <a:r>
              <a:rPr lang="en-US" sz="1600">
                <a:solidFill>
                  <a:schemeClr val="bg1"/>
                </a:solidFill>
                <a:latin typeface="Century Gothic (Body)"/>
                <a:ea typeface="Times New Roman" panose="02020603050405020304" pitchFamily="18" charset="0"/>
                <a:cs typeface="Aptos" panose="020B0004020202020204" pitchFamily="34" charset="0"/>
              </a:rPr>
              <a:t> delle </a:t>
            </a:r>
            <a:r>
              <a:rPr lang="en-US" sz="1600" b="1" err="1">
                <a:solidFill>
                  <a:schemeClr val="bg1"/>
                </a:solidFill>
                <a:latin typeface="Century Gothic (Body)"/>
                <a:ea typeface="Times New Roman" panose="02020603050405020304" pitchFamily="18" charset="0"/>
                <a:cs typeface="Aptos" panose="020B0004020202020204" pitchFamily="34" charset="0"/>
              </a:rPr>
              <a:t>eccezioni</a:t>
            </a:r>
            <a:r>
              <a:rPr lang="en-US" sz="1600" b="1">
                <a:solidFill>
                  <a:schemeClr val="bg1"/>
                </a:solidFill>
                <a:latin typeface="Century Gothic (Body)"/>
                <a:ea typeface="Times New Roman" panose="02020603050405020304" pitchFamily="18" charset="0"/>
                <a:cs typeface="Aptos" panose="020B0004020202020204" pitchFamily="34" charset="0"/>
              </a:rPr>
              <a:t> / </a:t>
            </a:r>
            <a:r>
              <a:rPr lang="en-US" sz="1600" b="1" err="1">
                <a:solidFill>
                  <a:schemeClr val="bg1"/>
                </a:solidFill>
                <a:latin typeface="Century Gothic (Body)"/>
                <a:ea typeface="Times New Roman" panose="02020603050405020304" pitchFamily="18" charset="0"/>
                <a:cs typeface="Aptos" panose="020B0004020202020204" pitchFamily="34" charset="0"/>
              </a:rPr>
              <a:t>casistiche</a:t>
            </a:r>
            <a:r>
              <a:rPr lang="en-US" sz="1600" b="1">
                <a:solidFill>
                  <a:schemeClr val="bg1"/>
                </a:solidFill>
                <a:latin typeface="Century Gothic (Body)"/>
                <a:ea typeface="Times New Roman" panose="02020603050405020304" pitchFamily="18" charset="0"/>
                <a:cs typeface="Aptos" panose="020B0004020202020204" pitchFamily="34" charset="0"/>
              </a:rPr>
              <a:t> </a:t>
            </a:r>
            <a:r>
              <a:rPr lang="en-US" sz="1600" b="1" err="1">
                <a:solidFill>
                  <a:schemeClr val="bg1"/>
                </a:solidFill>
                <a:latin typeface="Century Gothic (Body)"/>
                <a:ea typeface="Times New Roman" panose="02020603050405020304" pitchFamily="18" charset="0"/>
                <a:cs typeface="Aptos" panose="020B0004020202020204" pitchFamily="34" charset="0"/>
              </a:rPr>
              <a:t>complesse</a:t>
            </a:r>
            <a:endParaRPr lang="en-US" sz="1600">
              <a:solidFill>
                <a:schemeClr val="bg1"/>
              </a:solidFill>
              <a:latin typeface="Century Gothic (Body)"/>
              <a:ea typeface="Aptos" panose="020B0004020202020204" pitchFamily="34" charset="0"/>
              <a:cs typeface="Aptos" panose="020B0004020202020204" pitchFamily="34" charset="0"/>
            </a:endParaRPr>
          </a:p>
        </p:txBody>
      </p:sp>
      <p:sp>
        <p:nvSpPr>
          <p:cNvPr id="5" name="Sticky">
            <a:extLst>
              <a:ext uri="{FF2B5EF4-FFF2-40B4-BE49-F238E27FC236}">
                <a16:creationId xmlns:a16="http://schemas.microsoft.com/office/drawing/2014/main" id="{2CAC1D95-6831-2E58-B211-D2DEBEB35E2D}"/>
              </a:ext>
            </a:extLst>
          </p:cNvPr>
          <p:cNvSpPr/>
          <p:nvPr>
            <p:custDataLst>
              <p:tags r:id="rId2"/>
            </p:custDataLst>
          </p:nvPr>
        </p:nvSpPr>
        <p:spPr>
          <a:xfrm>
            <a:off x="12192000" y="0"/>
            <a:ext cx="1905000" cy="1926539"/>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2144" rIns="63500" bIns="63500" numCol="1" spcCol="0" rtlCol="0" fromWordArt="0" anchor="t" anchorCtr="0" forceAA="0" compatLnSpc="1">
            <a:prstTxWarp prst="textNoShape">
              <a:avLst/>
            </a:prstTxWarp>
            <a:spAutoFit/>
          </a:bodyPr>
          <a:lstStyle/>
          <a:p>
            <a:pPr>
              <a:spcBef>
                <a:spcPts val="300"/>
              </a:spcBef>
              <a:spcAft>
                <a:spcPts val="300"/>
              </a:spcAft>
            </a:pPr>
            <a:r>
              <a:rPr lang="it-IT" sz="1600" err="1">
                <a:solidFill>
                  <a:srgbClr val="000000"/>
                </a:solidFill>
              </a:rPr>
              <a:t>Scrievere</a:t>
            </a:r>
            <a:r>
              <a:rPr lang="it-IT" sz="1600">
                <a:solidFill>
                  <a:srgbClr val="000000"/>
                </a:solidFill>
              </a:rPr>
              <a:t> nella to-do anche chi sono i corrispondenti delle aree di governo</a:t>
            </a:r>
            <a:endParaRPr lang="it-IT" sz="1600" err="1">
              <a:solidFill>
                <a:srgbClr val="000000"/>
              </a:solidFill>
            </a:endParaRPr>
          </a:p>
        </p:txBody>
      </p:sp>
    </p:spTree>
    <p:extLst>
      <p:ext uri="{BB962C8B-B14F-4D97-AF65-F5344CB8AC3E}">
        <p14:creationId xmlns:p14="http://schemas.microsoft.com/office/powerpoint/2010/main" val="27341717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52081-2750-7527-7898-26214A84832C}"/>
            </a:ext>
          </a:extLst>
        </p:cNvPr>
        <p:cNvGrpSpPr/>
        <p:nvPr/>
      </p:nvGrpSpPr>
      <p:grpSpPr>
        <a:xfrm>
          <a:off x="0" y="0"/>
          <a:ext cx="0" cy="0"/>
          <a:chOff x="0" y="0"/>
          <a:chExt cx="0" cy="0"/>
        </a:xfrm>
      </p:grpSpPr>
      <p:graphicFrame>
        <p:nvGraphicFramePr>
          <p:cNvPr id="6" name="Object 6" hidden="1">
            <a:extLst>
              <a:ext uri="{FF2B5EF4-FFF2-40B4-BE49-F238E27FC236}">
                <a16:creationId xmlns:a16="http://schemas.microsoft.com/office/drawing/2014/main" id="{58F8A36B-9507-A750-C041-CA5B72884D6D}"/>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05" imgH="405" progId="TCLayout.ActiveDocument.1">
                  <p:embed/>
                </p:oleObj>
              </mc:Choice>
              <mc:Fallback>
                <p:oleObj name="think-cell Slide" r:id="rId6" imgW="405" imgH="405" progId="TCLayout.ActiveDocument.1">
                  <p:embed/>
                  <p:pic>
                    <p:nvPicPr>
                      <p:cNvPr id="6" name="Object 6" hidden="1">
                        <a:extLst>
                          <a:ext uri="{FF2B5EF4-FFF2-40B4-BE49-F238E27FC236}">
                            <a16:creationId xmlns:a16="http://schemas.microsoft.com/office/drawing/2014/main" id="{58F8A36B-9507-A750-C041-CA5B72884D6D}"/>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E0A6531A-AC90-37D9-5252-DB51DFAD2A6F}"/>
              </a:ext>
            </a:extLst>
          </p:cNvPr>
          <p:cNvSpPr>
            <a:spLocks noGrp="1"/>
          </p:cNvSpPr>
          <p:nvPr>
            <p:ph type="title"/>
            <p:custDataLst>
              <p:tags r:id="rId2"/>
            </p:custDataLst>
          </p:nvPr>
        </p:nvSpPr>
        <p:spPr/>
        <p:txBody>
          <a:bodyPr vert="horz"/>
          <a:lstStyle/>
          <a:p>
            <a:r>
              <a:rPr lang="it-IT"/>
              <a:t>Meccanismi di coordinamento e monitoriaggio</a:t>
            </a:r>
          </a:p>
        </p:txBody>
      </p:sp>
      <p:sp>
        <p:nvSpPr>
          <p:cNvPr id="3" name="3. Subtitle">
            <a:extLst>
              <a:ext uri="{FF2B5EF4-FFF2-40B4-BE49-F238E27FC236}">
                <a16:creationId xmlns:a16="http://schemas.microsoft.com/office/drawing/2014/main" id="{ABE7671D-788B-6B71-6D92-C4F4E89236CD}"/>
              </a:ext>
            </a:extLst>
          </p:cNvPr>
          <p:cNvSpPr>
            <a:spLocks noGrp="1"/>
          </p:cNvSpPr>
          <p:nvPr>
            <p:ph type="subTitle" idx="1"/>
            <p:custDataLst>
              <p:tags r:id="rId3"/>
            </p:custDataLst>
          </p:nvPr>
        </p:nvSpPr>
        <p:spPr/>
        <p:txBody>
          <a:bodyPr/>
          <a:lstStyle/>
          <a:p>
            <a:endParaRPr lang="it-IT"/>
          </a:p>
        </p:txBody>
      </p:sp>
      <p:sp>
        <p:nvSpPr>
          <p:cNvPr id="4" name="1. On-page tracker">
            <a:extLst>
              <a:ext uri="{FF2B5EF4-FFF2-40B4-BE49-F238E27FC236}">
                <a16:creationId xmlns:a16="http://schemas.microsoft.com/office/drawing/2014/main" id="{D1011FA3-08B9-1D1B-304C-7B156965734A}"/>
              </a:ext>
            </a:extLst>
          </p:cNvPr>
          <p:cNvSpPr>
            <a:spLocks noGrp="1"/>
          </p:cNvSpPr>
          <p:nvPr>
            <p:ph type="body" sz="quarter" idx="10"/>
            <p:custDataLst>
              <p:tags r:id="rId4"/>
            </p:custDataLst>
          </p:nvPr>
        </p:nvSpPr>
        <p:spPr/>
        <p:txBody>
          <a:bodyPr/>
          <a:lstStyle/>
          <a:p>
            <a:endParaRPr lang="it-IT"/>
          </a:p>
        </p:txBody>
      </p:sp>
      <p:sp>
        <p:nvSpPr>
          <p:cNvPr id="9" name="Rectangle 8">
            <a:extLst>
              <a:ext uri="{FF2B5EF4-FFF2-40B4-BE49-F238E27FC236}">
                <a16:creationId xmlns:a16="http://schemas.microsoft.com/office/drawing/2014/main" id="{8DDCE731-B006-2D2C-4869-CAB4ABB70BA0}"/>
              </a:ext>
            </a:extLst>
          </p:cNvPr>
          <p:cNvSpPr>
            <a:spLocks/>
          </p:cNvSpPr>
          <p:nvPr/>
        </p:nvSpPr>
        <p:spPr>
          <a:xfrm>
            <a:off x="579676" y="714835"/>
            <a:ext cx="11082528" cy="5428331"/>
          </a:xfrm>
          <a:prstGeom prst="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70759" rIns="396000" bIns="63500" numCol="1" spcCol="0" rtlCol="0" fromWordArt="0" anchor="ctr" anchorCtr="0" forceAA="0" compatLnSpc="1">
            <a:prstTxWarp prst="textNoShape">
              <a:avLst/>
            </a:prstTxWarp>
            <a:noAutofit/>
          </a:bodyPr>
          <a:lstStyle/>
          <a:p>
            <a:pPr algn="ctr">
              <a:spcBef>
                <a:spcPts val="300"/>
              </a:spcBef>
              <a:spcAft>
                <a:spcPts val="300"/>
              </a:spcAft>
            </a:pPr>
            <a:r>
              <a:rPr lang="en-US" sz="2000" b="1">
                <a:solidFill>
                  <a:schemeClr val="bg1"/>
                </a:solidFill>
                <a:latin typeface="Century Gothic (Body)"/>
                <a:ea typeface="Times New Roman" panose="02020603050405020304" pitchFamily="18" charset="0"/>
                <a:cs typeface="Aptos" panose="020B0004020202020204" pitchFamily="34" charset="0"/>
              </a:rPr>
              <a:t>Placeholder</a:t>
            </a:r>
            <a:endParaRPr lang="en-US" sz="2000" b="1">
              <a:solidFill>
                <a:schemeClr val="bg1"/>
              </a:solidFill>
              <a:latin typeface="Century Gothic (Body)"/>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1313846476"/>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219600"/>
          </a:xfrm>
          <a:prstGeom prst="rect">
            <a:avLst/>
          </a:prstGeom>
          <a:solidFill>
            <a:srgbClr val="F18B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0" bIns="0">
            <a:normAutofit/>
          </a:bodyPr>
          <a:lstStyle/>
          <a:p>
            <a:pPr algn="ctr"/>
            <a:r>
              <a:rPr sz="1100" b="1">
                <a:solidFill>
                  <a:srgbClr val="FFFFFF"/>
                </a:solidFill>
                <a:latin typeface="Century Gothic"/>
              </a:rPr>
              <a:t>ESEMPIO ILLUSTRATIVO - proposta da validare e discutere con GdL</a:t>
            </a:r>
          </a:p>
        </p:txBody>
      </p:sp>
      <p:sp>
        <p:nvSpPr>
          <p:cNvPr id="3" name="Rectangle 2"/>
          <p:cNvSpPr/>
          <p:nvPr/>
        </p:nvSpPr>
        <p:spPr>
          <a:xfrm>
            <a:off x="554400" y="403200"/>
            <a:ext cx="11080800" cy="36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l"/>
            <a:r>
              <a:rPr sz="2140" b="1">
                <a:solidFill>
                  <a:srgbClr val="F18B40"/>
                </a:solidFill>
                <a:latin typeface="Century Gothic"/>
              </a:rPr>
              <a:t>3. Assegnazione perimetri </a:t>
            </a:r>
            <a:r>
              <a:rPr sz="2140" b="1">
                <a:solidFill>
                  <a:srgbClr val="003A79"/>
                </a:solidFill>
                <a:latin typeface="Century Gothic"/>
              </a:rPr>
              <a:t>| Contenuto dei perimetri e proposta di presidio</a:t>
            </a:r>
          </a:p>
        </p:txBody>
      </p:sp>
      <p:sp>
        <p:nvSpPr>
          <p:cNvPr id="4" name="Rectangle 3"/>
          <p:cNvSpPr/>
          <p:nvPr/>
        </p:nvSpPr>
        <p:spPr>
          <a:xfrm>
            <a:off x="554400" y="842400"/>
            <a:ext cx="11080800" cy="190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l"/>
            <a:r>
              <a:rPr sz="1200" b="0">
                <a:solidFill>
                  <a:srgbClr val="003A79"/>
                </a:solidFill>
                <a:latin typeface="Century Gothic"/>
              </a:rPr>
              <a:t>Presidio da parte di un Chairman e di un responsabile ad hoc per ciascuna LE della target</a:t>
            </a:r>
          </a:p>
        </p:txBody>
      </p:sp>
      <p:sp>
        <p:nvSpPr>
          <p:cNvPr id="5" name="Rectangle 4"/>
          <p:cNvSpPr/>
          <p:nvPr/>
        </p:nvSpPr>
        <p:spPr>
          <a:xfrm>
            <a:off x="10224000" y="842400"/>
            <a:ext cx="1440000" cy="190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r"/>
            <a:r>
              <a:rPr sz="1000" b="0" u="sng">
                <a:solidFill>
                  <a:srgbClr val="003A79"/>
                </a:solidFill>
                <a:latin typeface="Century Gothic"/>
                <a:highlight>
                  <a:srgbClr val="FFFF00"/>
                </a:highlight>
              </a:rPr>
              <a:t>PER DISCUSSIONE</a:t>
            </a:r>
          </a:p>
        </p:txBody>
      </p:sp>
      <p:sp>
        <p:nvSpPr>
          <p:cNvPr id="6" name="Rectangle 5"/>
          <p:cNvSpPr/>
          <p:nvPr/>
        </p:nvSpPr>
        <p:spPr>
          <a:xfrm>
            <a:off x="612000" y="1098000"/>
            <a:ext cx="2520000" cy="19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b" wrap="square" lIns="0" rIns="0" tIns="0" bIns="0">
            <a:normAutofit/>
          </a:bodyPr>
          <a:lstStyle/>
          <a:p>
            <a:pPr algn="l"/>
            <a:r>
              <a:rPr sz="1150" b="1">
                <a:solidFill>
                  <a:srgbClr val="003A79"/>
                </a:solidFill>
                <a:latin typeface="Century Gothic"/>
              </a:rPr>
              <a:t>Perimetro / legal entity</a:t>
            </a:r>
          </a:p>
        </p:txBody>
      </p:sp>
      <p:sp>
        <p:nvSpPr>
          <p:cNvPr id="7" name="Rectangle 6"/>
          <p:cNvSpPr/>
          <p:nvPr/>
        </p:nvSpPr>
        <p:spPr>
          <a:xfrm>
            <a:off x="3261600" y="1098000"/>
            <a:ext cx="4716000" cy="19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b" wrap="square" lIns="0" rIns="0" tIns="0" bIns="0">
            <a:normAutofit/>
          </a:bodyPr>
          <a:lstStyle/>
          <a:p>
            <a:pPr algn="l"/>
            <a:r>
              <a:rPr sz="1150" b="1">
                <a:solidFill>
                  <a:srgbClr val="003A79"/>
                </a:solidFill>
                <a:latin typeface="Century Gothic"/>
              </a:rPr>
              <a:t>Contenuto e attività</a:t>
            </a:r>
          </a:p>
        </p:txBody>
      </p:sp>
      <p:sp>
        <p:nvSpPr>
          <p:cNvPr id="8" name="Rectangle 7"/>
          <p:cNvSpPr/>
          <p:nvPr/>
        </p:nvSpPr>
        <p:spPr>
          <a:xfrm>
            <a:off x="8103600" y="1098000"/>
            <a:ext cx="3600000" cy="19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b" wrap="square" lIns="0" rIns="0" tIns="0" bIns="0">
            <a:normAutofit/>
          </a:bodyPr>
          <a:lstStyle/>
          <a:p>
            <a:pPr algn="l"/>
            <a:r>
              <a:rPr sz="1150" b="1">
                <a:solidFill>
                  <a:srgbClr val="003A79"/>
                </a:solidFill>
                <a:latin typeface="Century Gothic"/>
              </a:rPr>
              <a:t>Proposta di presidio al Day 1</a:t>
            </a:r>
          </a:p>
        </p:txBody>
      </p:sp>
      <p:sp>
        <p:nvSpPr>
          <p:cNvPr id="9" name="Rectangle 8"/>
          <p:cNvSpPr/>
          <p:nvPr/>
        </p:nvSpPr>
        <p:spPr>
          <a:xfrm>
            <a:off x="554400" y="1332000"/>
            <a:ext cx="11109600" cy="453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1600" bIns="21600">
            <a:normAutofit/>
          </a:bodyPr>
          <a:lstStyle/>
          <a:p>
            <a:pPr algn="ctr"/>
          </a:p>
        </p:txBody>
      </p:sp>
      <p:sp>
        <p:nvSpPr>
          <p:cNvPr id="10" name="Rectangle 9"/>
          <p:cNvSpPr/>
          <p:nvPr/>
        </p:nvSpPr>
        <p:spPr>
          <a:xfrm>
            <a:off x="612000" y="1332000"/>
            <a:ext cx="2520000" cy="453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36000" tIns="7200" bIns="7200">
            <a:normAutofit/>
          </a:bodyPr>
          <a:lstStyle/>
          <a:p>
            <a:pPr algn="l"/>
            <a:r>
              <a:rPr sz="1050" b="1">
                <a:solidFill>
                  <a:srgbClr val="003A79"/>
                </a:solidFill>
                <a:latin typeface="Century Gothic"/>
              </a:rPr>
              <a:t>Filiali retail</a:t>
            </a:r>
          </a:p>
          <a:p>
            <a:pPr algn="l">
              <a:spcBef>
                <a:spcPts val="200"/>
              </a:spcBef>
            </a:pPr>
            <a:r>
              <a:rPr sz="800" b="0">
                <a:solidFill>
                  <a:srgbClr val="406B9B"/>
                </a:solidFill>
                <a:latin typeface="Century Gothic"/>
              </a:rPr>
              <a:t>Rete MPS</a:t>
            </a:r>
          </a:p>
        </p:txBody>
      </p:sp>
      <p:sp>
        <p:nvSpPr>
          <p:cNvPr id="11" name="Rectangle 10"/>
          <p:cNvSpPr/>
          <p:nvPr/>
        </p:nvSpPr>
        <p:spPr>
          <a:xfrm>
            <a:off x="3204000" y="1332000"/>
            <a:ext cx="4716000" cy="453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7200" bIns="7200">
            <a:normAutofit/>
          </a:bodyPr>
          <a:lstStyle/>
          <a:p>
            <a:pPr algn="l"/>
            <a:r>
              <a:rPr sz="950" b="0">
                <a:solidFill>
                  <a:srgbClr val="003A79"/>
                </a:solidFill>
                <a:latin typeface="Century Gothic"/>
              </a:rPr>
              <a:t>Rete commerciale e clientela retail di MPS – intero perimetro pre carve-out</a:t>
            </a:r>
          </a:p>
        </p:txBody>
      </p:sp>
      <p:sp>
        <p:nvSpPr>
          <p:cNvPr id="12" name="Rounded Rectangle 11"/>
          <p:cNvSpPr/>
          <p:nvPr/>
        </p:nvSpPr>
        <p:spPr>
          <a:xfrm>
            <a:off x="8046000" y="1346400"/>
            <a:ext cx="3600000" cy="424800"/>
          </a:xfrm>
          <a:prstGeom prst="roundRect">
            <a:avLst/>
          </a:prstGeom>
          <a:solidFill>
            <a:srgbClr val="FFFFFF"/>
          </a:solidFill>
          <a:ln w="9525">
            <a:solidFill>
              <a:srgbClr val="C0CCE4"/>
            </a:solidFill>
          </a:ln>
          <a:effectLst/>
        </p:spPr>
        <p:style>
          <a:lnRef idx="1">
            <a:schemeClr val="accent1"/>
          </a:lnRef>
          <a:fillRef idx="3">
            <a:schemeClr val="accent1"/>
          </a:fillRef>
          <a:effectRef idx="2">
            <a:schemeClr val="accent1"/>
          </a:effectRef>
          <a:fontRef idx="minor">
            <a:schemeClr val="lt1"/>
          </a:fontRef>
        </p:style>
        <p:txBody>
          <a:bodyPr rtlCol="0" anchor="ctr" wrap="square" lIns="64800" rIns="64800" tIns="7200" bIns="7200">
            <a:normAutofit/>
          </a:bodyPr>
          <a:lstStyle/>
          <a:p>
            <a:pPr algn="l"/>
            <a:r>
              <a:rPr sz="1000" b="1">
                <a:solidFill>
                  <a:srgbClr val="003A79"/>
                </a:solidFill>
                <a:latin typeface="Century Gothic"/>
              </a:rPr>
              <a:t>Banca dei Territori</a:t>
            </a:r>
          </a:p>
          <a:p>
            <a:pPr algn="l">
              <a:spcBef>
                <a:spcPts val="200"/>
              </a:spcBef>
            </a:pPr>
            <a:r>
              <a:rPr sz="800" b="0">
                <a:solidFill>
                  <a:srgbClr val="003A79"/>
                </a:solidFill>
                <a:latin typeface="Century Gothic"/>
              </a:rPr>
              <a:t>S. Barrese</a:t>
            </a:r>
          </a:p>
        </p:txBody>
      </p:sp>
      <p:sp>
        <p:nvSpPr>
          <p:cNvPr id="13" name="Rectangle 12"/>
          <p:cNvSpPr/>
          <p:nvPr/>
        </p:nvSpPr>
        <p:spPr>
          <a:xfrm>
            <a:off x="554400" y="1814400"/>
            <a:ext cx="11109600" cy="4536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1600" bIns="21600">
            <a:normAutofit/>
          </a:bodyPr>
          <a:lstStyle/>
          <a:p>
            <a:pPr algn="ctr"/>
          </a:p>
        </p:txBody>
      </p:sp>
      <p:sp>
        <p:nvSpPr>
          <p:cNvPr id="14" name="Rectangle 13"/>
          <p:cNvSpPr/>
          <p:nvPr/>
        </p:nvSpPr>
        <p:spPr>
          <a:xfrm>
            <a:off x="612000" y="1814400"/>
            <a:ext cx="2520000" cy="453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36000" tIns="7200" bIns="7200">
            <a:normAutofit/>
          </a:bodyPr>
          <a:lstStyle/>
          <a:p>
            <a:pPr algn="l"/>
            <a:r>
              <a:rPr sz="1050" b="1">
                <a:solidFill>
                  <a:srgbClr val="003A79"/>
                </a:solidFill>
                <a:latin typeface="Century Gothic"/>
              </a:rPr>
              <a:t>C&amp;IB</a:t>
            </a:r>
          </a:p>
          <a:p>
            <a:pPr algn="l">
              <a:spcBef>
                <a:spcPts val="200"/>
              </a:spcBef>
            </a:pPr>
            <a:r>
              <a:rPr sz="800" b="0">
                <a:solidFill>
                  <a:srgbClr val="406B9B"/>
                </a:solidFill>
                <a:latin typeface="Century Gothic"/>
              </a:rPr>
              <a:t>Mediobanca</a:t>
            </a:r>
          </a:p>
        </p:txBody>
      </p:sp>
      <p:sp>
        <p:nvSpPr>
          <p:cNvPr id="15" name="Rectangle 14"/>
          <p:cNvSpPr/>
          <p:nvPr/>
        </p:nvSpPr>
        <p:spPr>
          <a:xfrm>
            <a:off x="3204000" y="1814400"/>
            <a:ext cx="4716000" cy="453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7200" bIns="7200">
            <a:normAutofit/>
          </a:bodyPr>
          <a:lstStyle/>
          <a:p>
            <a:pPr algn="l"/>
            <a:r>
              <a:rPr sz="950" b="0">
                <a:solidFill>
                  <a:srgbClr val="003A79"/>
                </a:solidFill>
                <a:latin typeface="Century Gothic"/>
              </a:rPr>
              <a:t>Attività di corporate &amp; investment banking</a:t>
            </a:r>
          </a:p>
        </p:txBody>
      </p:sp>
      <p:sp>
        <p:nvSpPr>
          <p:cNvPr id="16" name="Rounded Rectangle 15"/>
          <p:cNvSpPr/>
          <p:nvPr/>
        </p:nvSpPr>
        <p:spPr>
          <a:xfrm>
            <a:off x="8046000" y="1828800"/>
            <a:ext cx="3600000" cy="424800"/>
          </a:xfrm>
          <a:prstGeom prst="roundRect">
            <a:avLst/>
          </a:prstGeom>
          <a:solidFill>
            <a:srgbClr val="FFFFFF"/>
          </a:solidFill>
          <a:ln w="9525">
            <a:solidFill>
              <a:srgbClr val="C0CCE4"/>
            </a:solidFill>
          </a:ln>
          <a:effectLst/>
        </p:spPr>
        <p:style>
          <a:lnRef idx="1">
            <a:schemeClr val="accent1"/>
          </a:lnRef>
          <a:fillRef idx="3">
            <a:schemeClr val="accent1"/>
          </a:fillRef>
          <a:effectRef idx="2">
            <a:schemeClr val="accent1"/>
          </a:effectRef>
          <a:fontRef idx="minor">
            <a:schemeClr val="lt1"/>
          </a:fontRef>
        </p:style>
        <p:txBody>
          <a:bodyPr rtlCol="0" anchor="ctr" wrap="square" lIns="64800" rIns="64800" tIns="7200" bIns="7200">
            <a:normAutofit/>
          </a:bodyPr>
          <a:lstStyle/>
          <a:p>
            <a:pPr algn="l"/>
            <a:r>
              <a:rPr sz="1000" b="1">
                <a:solidFill>
                  <a:srgbClr val="003A79"/>
                </a:solidFill>
                <a:latin typeface="Century Gothic"/>
              </a:rPr>
              <a:t>IMI CIB</a:t>
            </a:r>
          </a:p>
          <a:p>
            <a:pPr algn="l">
              <a:spcBef>
                <a:spcPts val="200"/>
              </a:spcBef>
            </a:pPr>
            <a:r>
              <a:rPr sz="800" b="0">
                <a:solidFill>
                  <a:srgbClr val="003A79"/>
                </a:solidFill>
                <a:latin typeface="Century Gothic"/>
              </a:rPr>
              <a:t>M. Micillo</a:t>
            </a:r>
          </a:p>
        </p:txBody>
      </p:sp>
      <p:sp>
        <p:nvSpPr>
          <p:cNvPr id="17" name="Rectangle 16"/>
          <p:cNvSpPr/>
          <p:nvPr/>
        </p:nvSpPr>
        <p:spPr>
          <a:xfrm>
            <a:off x="554400" y="2296800"/>
            <a:ext cx="11109600" cy="453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1600" bIns="21600">
            <a:normAutofit/>
          </a:bodyPr>
          <a:lstStyle/>
          <a:p>
            <a:pPr algn="ctr"/>
          </a:p>
        </p:txBody>
      </p:sp>
      <p:sp>
        <p:nvSpPr>
          <p:cNvPr id="18" name="Rectangle 17"/>
          <p:cNvSpPr/>
          <p:nvPr/>
        </p:nvSpPr>
        <p:spPr>
          <a:xfrm>
            <a:off x="612000" y="2296800"/>
            <a:ext cx="2520000" cy="453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36000" tIns="7200" bIns="7200">
            <a:normAutofit/>
          </a:bodyPr>
          <a:lstStyle/>
          <a:p>
            <a:pPr algn="l"/>
            <a:r>
              <a:rPr sz="1050" b="1">
                <a:solidFill>
                  <a:srgbClr val="003A79"/>
                </a:solidFill>
                <a:latin typeface="Century Gothic"/>
              </a:rPr>
              <a:t>WM / PB</a:t>
            </a:r>
          </a:p>
          <a:p>
            <a:pPr algn="l">
              <a:spcBef>
                <a:spcPts val="200"/>
              </a:spcBef>
            </a:pPr>
            <a:r>
              <a:rPr sz="800" b="0">
                <a:solidFill>
                  <a:srgbClr val="406B9B"/>
                </a:solidFill>
                <a:latin typeface="Century Gothic"/>
              </a:rPr>
              <a:t>Mediobanca Premier, CMB Monaco, Banca Widiba</a:t>
            </a:r>
          </a:p>
        </p:txBody>
      </p:sp>
      <p:sp>
        <p:nvSpPr>
          <p:cNvPr id="19" name="Rectangle 18"/>
          <p:cNvSpPr/>
          <p:nvPr/>
        </p:nvSpPr>
        <p:spPr>
          <a:xfrm>
            <a:off x="3204000" y="2296800"/>
            <a:ext cx="4716000" cy="453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7200" bIns="7200">
            <a:normAutofit/>
          </a:bodyPr>
          <a:lstStyle/>
          <a:p>
            <a:pPr algn="l"/>
            <a:r>
              <a:rPr sz="950" b="0">
                <a:solidFill>
                  <a:srgbClr val="003A79"/>
                </a:solidFill>
                <a:latin typeface="Century Gothic"/>
              </a:rPr>
              <a:t>Reti di wealth management e private banking. Mediobanca Premier ha ossatura ex CheBanca, con profilo prevalentemente retail</a:t>
            </a:r>
          </a:p>
        </p:txBody>
      </p:sp>
      <p:sp>
        <p:nvSpPr>
          <p:cNvPr id="20" name="Rounded Rectangle 19"/>
          <p:cNvSpPr/>
          <p:nvPr/>
        </p:nvSpPr>
        <p:spPr>
          <a:xfrm>
            <a:off x="8046000" y="2311200"/>
            <a:ext cx="3600000" cy="424800"/>
          </a:xfrm>
          <a:prstGeom prst="roundRect">
            <a:avLst/>
          </a:prstGeom>
          <a:solidFill>
            <a:srgbClr val="FFFFFF"/>
          </a:solidFill>
          <a:ln w="9525">
            <a:solidFill>
              <a:srgbClr val="C0CCE4"/>
            </a:solidFill>
          </a:ln>
          <a:effectLst/>
        </p:spPr>
        <p:style>
          <a:lnRef idx="1">
            <a:schemeClr val="accent1"/>
          </a:lnRef>
          <a:fillRef idx="3">
            <a:schemeClr val="accent1"/>
          </a:fillRef>
          <a:effectRef idx="2">
            <a:schemeClr val="accent1"/>
          </a:effectRef>
          <a:fontRef idx="minor">
            <a:schemeClr val="lt1"/>
          </a:fontRef>
        </p:style>
        <p:txBody>
          <a:bodyPr rtlCol="0" anchor="ctr" wrap="square" lIns="64800" rIns="64800" tIns="7200" bIns="7200">
            <a:normAutofit/>
          </a:bodyPr>
          <a:lstStyle/>
          <a:p>
            <a:pPr algn="l"/>
            <a:r>
              <a:rPr sz="1000" b="1">
                <a:solidFill>
                  <a:srgbClr val="003A79"/>
                </a:solidFill>
                <a:latin typeface="Century Gothic"/>
              </a:rPr>
              <a:t>WMD</a:t>
            </a:r>
          </a:p>
          <a:p>
            <a:pPr algn="l">
              <a:spcBef>
                <a:spcPts val="200"/>
              </a:spcBef>
            </a:pPr>
            <a:r>
              <a:rPr sz="800" b="0">
                <a:solidFill>
                  <a:srgbClr val="003A79"/>
                </a:solidFill>
                <a:latin typeface="Century Gothic"/>
              </a:rPr>
              <a:t>T. Corcos – conferma in corso</a:t>
            </a:r>
          </a:p>
        </p:txBody>
      </p:sp>
      <p:sp>
        <p:nvSpPr>
          <p:cNvPr id="21" name="Rectangle 20"/>
          <p:cNvSpPr/>
          <p:nvPr/>
        </p:nvSpPr>
        <p:spPr>
          <a:xfrm>
            <a:off x="554400" y="2779200"/>
            <a:ext cx="11109600" cy="4536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1600" bIns="21600">
            <a:normAutofit/>
          </a:bodyPr>
          <a:lstStyle/>
          <a:p>
            <a:pPr algn="ctr"/>
          </a:p>
        </p:txBody>
      </p:sp>
      <p:sp>
        <p:nvSpPr>
          <p:cNvPr id="22" name="Rectangle 21"/>
          <p:cNvSpPr/>
          <p:nvPr/>
        </p:nvSpPr>
        <p:spPr>
          <a:xfrm>
            <a:off x="612000" y="2779200"/>
            <a:ext cx="2520000" cy="453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36000" tIns="7200" bIns="7200">
            <a:normAutofit/>
          </a:bodyPr>
          <a:lstStyle/>
          <a:p>
            <a:pPr algn="l"/>
            <a:r>
              <a:rPr sz="1050" b="1">
                <a:solidFill>
                  <a:srgbClr val="003A79"/>
                </a:solidFill>
                <a:latin typeface="Century Gothic"/>
              </a:rPr>
              <a:t>Consumer finance</a:t>
            </a:r>
          </a:p>
          <a:p>
            <a:pPr algn="l">
              <a:spcBef>
                <a:spcPts val="200"/>
              </a:spcBef>
            </a:pPr>
            <a:r>
              <a:rPr sz="800" b="0">
                <a:solidFill>
                  <a:srgbClr val="406B9B"/>
                </a:solidFill>
                <a:latin typeface="Century Gothic"/>
              </a:rPr>
              <a:t>Compass e subsidiaries</a:t>
            </a:r>
          </a:p>
        </p:txBody>
      </p:sp>
      <p:sp>
        <p:nvSpPr>
          <p:cNvPr id="23" name="Rectangle 22"/>
          <p:cNvSpPr/>
          <p:nvPr/>
        </p:nvSpPr>
        <p:spPr>
          <a:xfrm>
            <a:off x="3204000" y="2779200"/>
            <a:ext cx="4716000" cy="453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7200" bIns="7200">
            <a:normAutofit/>
          </a:bodyPr>
          <a:lstStyle/>
          <a:p>
            <a:pPr algn="l"/>
            <a:r>
              <a:rPr sz="950" b="0">
                <a:solidFill>
                  <a:srgbClr val="003A79"/>
                </a:solidFill>
                <a:latin typeface="Century Gothic"/>
              </a:rPr>
              <a:t>Credito al consumo</a:t>
            </a:r>
          </a:p>
        </p:txBody>
      </p:sp>
      <p:sp>
        <p:nvSpPr>
          <p:cNvPr id="24" name="Rounded Rectangle 23"/>
          <p:cNvSpPr/>
          <p:nvPr/>
        </p:nvSpPr>
        <p:spPr>
          <a:xfrm>
            <a:off x="8046000" y="2793600"/>
            <a:ext cx="3600000" cy="424800"/>
          </a:xfrm>
          <a:prstGeom prst="roundRect">
            <a:avLst/>
          </a:prstGeom>
          <a:solidFill>
            <a:srgbClr val="FDEAD9"/>
          </a:solidFill>
          <a:ln w="9525">
            <a:solidFill>
              <a:srgbClr val="F18B40"/>
            </a:solidFill>
          </a:ln>
          <a:effectLst/>
        </p:spPr>
        <p:style>
          <a:lnRef idx="1">
            <a:schemeClr val="accent1"/>
          </a:lnRef>
          <a:fillRef idx="3">
            <a:schemeClr val="accent1"/>
          </a:fillRef>
          <a:effectRef idx="2">
            <a:schemeClr val="accent1"/>
          </a:effectRef>
          <a:fontRef idx="minor">
            <a:schemeClr val="lt1"/>
          </a:fontRef>
        </p:style>
        <p:txBody>
          <a:bodyPr rtlCol="0" anchor="ctr" wrap="square" lIns="64800" rIns="64800" tIns="7200" bIns="7200">
            <a:normAutofit/>
          </a:bodyPr>
          <a:lstStyle/>
          <a:p>
            <a:pPr algn="l"/>
            <a:r>
              <a:rPr sz="1000" b="1">
                <a:solidFill>
                  <a:srgbClr val="003A79"/>
                </a:solidFill>
                <a:latin typeface="Century Gothic"/>
              </a:rPr>
              <a:t>TBD</a:t>
            </a:r>
          </a:p>
          <a:p>
            <a:pPr algn="l">
              <a:spcBef>
                <a:spcPts val="200"/>
              </a:spcBef>
            </a:pPr>
            <a:r>
              <a:rPr sz="800" b="0">
                <a:solidFill>
                  <a:srgbClr val="003A79"/>
                </a:solidFill>
                <a:latin typeface="Century Gothic"/>
              </a:rPr>
              <a:t>Possibile veicolo per il carve-out, in base agli assetti di chiusura OPAS</a:t>
            </a:r>
          </a:p>
        </p:txBody>
      </p:sp>
      <p:sp>
        <p:nvSpPr>
          <p:cNvPr id="25" name="Rectangle 24"/>
          <p:cNvSpPr/>
          <p:nvPr/>
        </p:nvSpPr>
        <p:spPr>
          <a:xfrm>
            <a:off x="554400" y="3261600"/>
            <a:ext cx="11109600" cy="453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1600" bIns="21600">
            <a:normAutofit/>
          </a:bodyPr>
          <a:lstStyle/>
          <a:p>
            <a:pPr algn="ctr"/>
          </a:p>
        </p:txBody>
      </p:sp>
      <p:sp>
        <p:nvSpPr>
          <p:cNvPr id="26" name="Rectangle 25"/>
          <p:cNvSpPr/>
          <p:nvPr/>
        </p:nvSpPr>
        <p:spPr>
          <a:xfrm>
            <a:off x="612000" y="3261600"/>
            <a:ext cx="2520000" cy="453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36000" tIns="7200" bIns="7200">
            <a:normAutofit/>
          </a:bodyPr>
          <a:lstStyle/>
          <a:p>
            <a:pPr algn="l"/>
            <a:r>
              <a:rPr sz="1050" b="1">
                <a:solidFill>
                  <a:srgbClr val="003A79"/>
                </a:solidFill>
                <a:latin typeface="Century Gothic"/>
              </a:rPr>
              <a:t>Leasing / Factoring</a:t>
            </a:r>
          </a:p>
          <a:p>
            <a:pPr algn="l">
              <a:spcBef>
                <a:spcPts val="200"/>
              </a:spcBef>
            </a:pPr>
            <a:r>
              <a:rPr sz="800" b="0">
                <a:solidFill>
                  <a:srgbClr val="406B9B"/>
                </a:solidFill>
                <a:latin typeface="Century Gothic"/>
              </a:rPr>
              <a:t>MB Facta, MPS Leasing &amp; Factoring</a:t>
            </a:r>
          </a:p>
        </p:txBody>
      </p:sp>
      <p:sp>
        <p:nvSpPr>
          <p:cNvPr id="27" name="Rectangle 26"/>
          <p:cNvSpPr/>
          <p:nvPr/>
        </p:nvSpPr>
        <p:spPr>
          <a:xfrm>
            <a:off x="3204000" y="3261600"/>
            <a:ext cx="4716000" cy="453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7200" bIns="7200">
            <a:normAutofit/>
          </a:bodyPr>
          <a:lstStyle/>
          <a:p>
            <a:pPr algn="l"/>
            <a:r>
              <a:rPr sz="950" b="0">
                <a:solidFill>
                  <a:srgbClr val="003A79"/>
                </a:solidFill>
                <a:latin typeface="Century Gothic"/>
              </a:rPr>
              <a:t>Leasing e factoring</a:t>
            </a:r>
          </a:p>
        </p:txBody>
      </p:sp>
      <p:sp>
        <p:nvSpPr>
          <p:cNvPr id="28" name="Rounded Rectangle 27"/>
          <p:cNvSpPr/>
          <p:nvPr/>
        </p:nvSpPr>
        <p:spPr>
          <a:xfrm>
            <a:off x="8046000" y="3276000"/>
            <a:ext cx="3600000" cy="424800"/>
          </a:xfrm>
          <a:prstGeom prst="roundRect">
            <a:avLst/>
          </a:prstGeom>
          <a:solidFill>
            <a:srgbClr val="FFFFFF"/>
          </a:solidFill>
          <a:ln w="9525">
            <a:solidFill>
              <a:srgbClr val="C0CCE4"/>
            </a:solidFill>
          </a:ln>
          <a:effectLst/>
        </p:spPr>
        <p:style>
          <a:lnRef idx="1">
            <a:schemeClr val="accent1"/>
          </a:lnRef>
          <a:fillRef idx="3">
            <a:schemeClr val="accent1"/>
          </a:fillRef>
          <a:effectRef idx="2">
            <a:schemeClr val="accent1"/>
          </a:effectRef>
          <a:fontRef idx="minor">
            <a:schemeClr val="lt1"/>
          </a:fontRef>
        </p:style>
        <p:txBody>
          <a:bodyPr rtlCol="0" anchor="ctr" wrap="square" lIns="64800" rIns="64800" tIns="7200" bIns="7200">
            <a:normAutofit/>
          </a:bodyPr>
          <a:lstStyle/>
          <a:p>
            <a:pPr algn="l"/>
            <a:r>
              <a:rPr sz="1000" b="1">
                <a:solidFill>
                  <a:srgbClr val="003A79"/>
                </a:solidFill>
                <a:latin typeface="Century Gothic"/>
              </a:rPr>
              <a:t>Banca dei Territori</a:t>
            </a:r>
          </a:p>
          <a:p>
            <a:pPr algn="l">
              <a:spcBef>
                <a:spcPts val="200"/>
              </a:spcBef>
            </a:pPr>
            <a:r>
              <a:rPr sz="800" b="0">
                <a:solidFill>
                  <a:srgbClr val="003A79"/>
                </a:solidFill>
                <a:latin typeface="Century Gothic"/>
              </a:rPr>
              <a:t>S. Barrese</a:t>
            </a:r>
          </a:p>
        </p:txBody>
      </p:sp>
      <p:sp>
        <p:nvSpPr>
          <p:cNvPr id="29" name="Rectangle 28"/>
          <p:cNvSpPr/>
          <p:nvPr/>
        </p:nvSpPr>
        <p:spPr>
          <a:xfrm>
            <a:off x="554400" y="3744000"/>
            <a:ext cx="11109600" cy="4536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1600" bIns="21600">
            <a:normAutofit/>
          </a:bodyPr>
          <a:lstStyle/>
          <a:p>
            <a:pPr algn="ctr"/>
          </a:p>
        </p:txBody>
      </p:sp>
      <p:sp>
        <p:nvSpPr>
          <p:cNvPr id="30" name="Rectangle 29"/>
          <p:cNvSpPr/>
          <p:nvPr/>
        </p:nvSpPr>
        <p:spPr>
          <a:xfrm>
            <a:off x="612000" y="3744000"/>
            <a:ext cx="2520000" cy="453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36000" tIns="7200" bIns="7200">
            <a:normAutofit/>
          </a:bodyPr>
          <a:lstStyle/>
          <a:p>
            <a:pPr algn="l"/>
            <a:r>
              <a:rPr sz="1050" b="1">
                <a:solidFill>
                  <a:srgbClr val="003A79"/>
                </a:solidFill>
                <a:latin typeface="Century Gothic"/>
              </a:rPr>
              <a:t>Tech / Ops</a:t>
            </a:r>
          </a:p>
          <a:p>
            <a:pPr algn="l">
              <a:spcBef>
                <a:spcPts val="200"/>
              </a:spcBef>
            </a:pPr>
            <a:r>
              <a:rPr sz="800" b="0">
                <a:solidFill>
                  <a:srgbClr val="406B9B"/>
                </a:solidFill>
                <a:latin typeface="Century Gothic"/>
              </a:rPr>
              <a:t>Mediobanca Innovation Services</a:t>
            </a:r>
          </a:p>
        </p:txBody>
      </p:sp>
      <p:sp>
        <p:nvSpPr>
          <p:cNvPr id="31" name="Rectangle 30"/>
          <p:cNvSpPr/>
          <p:nvPr/>
        </p:nvSpPr>
        <p:spPr>
          <a:xfrm>
            <a:off x="3204000" y="3744000"/>
            <a:ext cx="4716000" cy="453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7200" bIns="7200">
            <a:normAutofit/>
          </a:bodyPr>
          <a:lstStyle/>
          <a:p>
            <a:pPr algn="l"/>
            <a:r>
              <a:rPr sz="950" b="0">
                <a:solidFill>
                  <a:srgbClr val="003A79"/>
                </a:solidFill>
                <a:latin typeface="Century Gothic"/>
              </a:rPr>
              <a:t>Servizi tecnologici e operativi infragruppo</a:t>
            </a:r>
          </a:p>
        </p:txBody>
      </p:sp>
      <p:sp>
        <p:nvSpPr>
          <p:cNvPr id="32" name="Rounded Rectangle 31"/>
          <p:cNvSpPr/>
          <p:nvPr/>
        </p:nvSpPr>
        <p:spPr>
          <a:xfrm>
            <a:off x="8046000" y="3758400"/>
            <a:ext cx="3600000" cy="424800"/>
          </a:xfrm>
          <a:prstGeom prst="roundRect">
            <a:avLst/>
          </a:prstGeom>
          <a:solidFill>
            <a:srgbClr val="FFFFFF"/>
          </a:solidFill>
          <a:ln w="9525">
            <a:solidFill>
              <a:srgbClr val="C0CCE4"/>
            </a:solidFill>
          </a:ln>
          <a:effectLst/>
        </p:spPr>
        <p:style>
          <a:lnRef idx="1">
            <a:schemeClr val="accent1"/>
          </a:lnRef>
          <a:fillRef idx="3">
            <a:schemeClr val="accent1"/>
          </a:fillRef>
          <a:effectRef idx="2">
            <a:schemeClr val="accent1"/>
          </a:effectRef>
          <a:fontRef idx="minor">
            <a:schemeClr val="lt1"/>
          </a:fontRef>
        </p:style>
        <p:txBody>
          <a:bodyPr rtlCol="0" anchor="ctr" wrap="square" lIns="64800" rIns="64800" tIns="7200" bIns="7200">
            <a:normAutofit/>
          </a:bodyPr>
          <a:lstStyle/>
          <a:p>
            <a:pPr algn="l"/>
            <a:r>
              <a:rPr sz="1000" b="1">
                <a:solidFill>
                  <a:srgbClr val="003A79"/>
                </a:solidFill>
                <a:latin typeface="Century Gothic"/>
              </a:rPr>
              <a:t>CDAITO</a:t>
            </a:r>
          </a:p>
          <a:p>
            <a:pPr algn="l">
              <a:spcBef>
                <a:spcPts val="200"/>
              </a:spcBef>
            </a:pPr>
            <a:r>
              <a:rPr sz="800" b="0">
                <a:solidFill>
                  <a:srgbClr val="003A79"/>
                </a:solidFill>
                <a:latin typeface="Century Gothic"/>
              </a:rPr>
              <a:t>M. Proverbio</a:t>
            </a:r>
          </a:p>
        </p:txBody>
      </p:sp>
      <p:sp>
        <p:nvSpPr>
          <p:cNvPr id="33" name="Rectangle 32"/>
          <p:cNvSpPr/>
          <p:nvPr/>
        </p:nvSpPr>
        <p:spPr>
          <a:xfrm>
            <a:off x="554400" y="4226400"/>
            <a:ext cx="11109600" cy="453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1600" bIns="21600">
            <a:normAutofit/>
          </a:bodyPr>
          <a:lstStyle/>
          <a:p>
            <a:pPr algn="ctr"/>
          </a:p>
        </p:txBody>
      </p:sp>
      <p:sp>
        <p:nvSpPr>
          <p:cNvPr id="34" name="Rectangle 33"/>
          <p:cNvSpPr/>
          <p:nvPr/>
        </p:nvSpPr>
        <p:spPr>
          <a:xfrm>
            <a:off x="612000" y="4226400"/>
            <a:ext cx="2520000" cy="453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36000" tIns="7200" bIns="7200">
            <a:normAutofit/>
          </a:bodyPr>
          <a:lstStyle/>
          <a:p>
            <a:pPr algn="l"/>
            <a:r>
              <a:rPr sz="1050" b="1">
                <a:solidFill>
                  <a:srgbClr val="003A79"/>
                </a:solidFill>
                <a:latin typeface="Century Gothic"/>
              </a:rPr>
              <a:t>AM / Alternatives</a:t>
            </a:r>
          </a:p>
          <a:p>
            <a:pPr algn="l">
              <a:spcBef>
                <a:spcPts val="200"/>
              </a:spcBef>
            </a:pPr>
            <a:r>
              <a:rPr sz="800" b="0">
                <a:solidFill>
                  <a:srgbClr val="406B9B"/>
                </a:solidFill>
                <a:latin typeface="Century Gothic"/>
              </a:rPr>
              <a:t>Mediobanca SGR, Polus, RAM</a:t>
            </a:r>
          </a:p>
        </p:txBody>
      </p:sp>
      <p:sp>
        <p:nvSpPr>
          <p:cNvPr id="35" name="Rectangle 34"/>
          <p:cNvSpPr/>
          <p:nvPr/>
        </p:nvSpPr>
        <p:spPr>
          <a:xfrm>
            <a:off x="3204000" y="4226400"/>
            <a:ext cx="4716000" cy="453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7200" bIns="7200">
            <a:normAutofit/>
          </a:bodyPr>
          <a:lstStyle/>
          <a:p>
            <a:pPr algn="l"/>
            <a:r>
              <a:rPr sz="950" b="0">
                <a:solidFill>
                  <a:srgbClr val="003A79"/>
                </a:solidFill>
                <a:latin typeface="Century Gothic"/>
              </a:rPr>
              <a:t>Asset management e gestioni alternative</a:t>
            </a:r>
          </a:p>
        </p:txBody>
      </p:sp>
      <p:sp>
        <p:nvSpPr>
          <p:cNvPr id="36" name="Rounded Rectangle 35"/>
          <p:cNvSpPr/>
          <p:nvPr/>
        </p:nvSpPr>
        <p:spPr>
          <a:xfrm>
            <a:off x="8046000" y="4240800"/>
            <a:ext cx="3600000" cy="424800"/>
          </a:xfrm>
          <a:prstGeom prst="roundRect">
            <a:avLst/>
          </a:prstGeom>
          <a:solidFill>
            <a:srgbClr val="FFFFFF"/>
          </a:solidFill>
          <a:ln w="9525">
            <a:solidFill>
              <a:srgbClr val="C0CCE4"/>
            </a:solidFill>
          </a:ln>
          <a:effectLst/>
        </p:spPr>
        <p:style>
          <a:lnRef idx="1">
            <a:schemeClr val="accent1"/>
          </a:lnRef>
          <a:fillRef idx="3">
            <a:schemeClr val="accent1"/>
          </a:fillRef>
          <a:effectRef idx="2">
            <a:schemeClr val="accent1"/>
          </a:effectRef>
          <a:fontRef idx="minor">
            <a:schemeClr val="lt1"/>
          </a:fontRef>
        </p:style>
        <p:txBody>
          <a:bodyPr rtlCol="0" anchor="ctr" wrap="square" lIns="64800" rIns="64800" tIns="7200" bIns="7200">
            <a:normAutofit/>
          </a:bodyPr>
          <a:lstStyle/>
          <a:p>
            <a:pPr algn="l"/>
            <a:r>
              <a:rPr sz="1000" b="1">
                <a:solidFill>
                  <a:srgbClr val="003A79"/>
                </a:solidFill>
                <a:latin typeface="Century Gothic"/>
              </a:rPr>
              <a:t>WMD</a:t>
            </a:r>
          </a:p>
          <a:p>
            <a:pPr algn="l">
              <a:spcBef>
                <a:spcPts val="200"/>
              </a:spcBef>
            </a:pPr>
            <a:r>
              <a:rPr sz="800" b="0">
                <a:solidFill>
                  <a:srgbClr val="003A79"/>
                </a:solidFill>
                <a:latin typeface="Century Gothic"/>
              </a:rPr>
              <a:t>T. Corcos</a:t>
            </a:r>
          </a:p>
        </p:txBody>
      </p:sp>
      <p:sp>
        <p:nvSpPr>
          <p:cNvPr id="37" name="Rectangle 36"/>
          <p:cNvSpPr/>
          <p:nvPr/>
        </p:nvSpPr>
        <p:spPr>
          <a:xfrm>
            <a:off x="554400" y="4708800"/>
            <a:ext cx="11109600" cy="4536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1600" bIns="21600">
            <a:normAutofit/>
          </a:bodyPr>
          <a:lstStyle/>
          <a:p>
            <a:pPr algn="ctr"/>
          </a:p>
        </p:txBody>
      </p:sp>
      <p:sp>
        <p:nvSpPr>
          <p:cNvPr id="38" name="Rectangle 37"/>
          <p:cNvSpPr/>
          <p:nvPr/>
        </p:nvSpPr>
        <p:spPr>
          <a:xfrm>
            <a:off x="612000" y="4708800"/>
            <a:ext cx="2520000" cy="453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36000" tIns="7200" bIns="7200">
            <a:normAutofit/>
          </a:bodyPr>
          <a:lstStyle/>
          <a:p>
            <a:pPr algn="l"/>
            <a:r>
              <a:rPr sz="1050" b="1">
                <a:solidFill>
                  <a:srgbClr val="003A79"/>
                </a:solidFill>
                <a:latin typeface="Century Gothic"/>
              </a:rPr>
              <a:t>Fiduciarie / Trust</a:t>
            </a:r>
          </a:p>
          <a:p>
            <a:pPr algn="l">
              <a:spcBef>
                <a:spcPts val="200"/>
              </a:spcBef>
            </a:pPr>
            <a:r>
              <a:rPr sz="800" b="0">
                <a:solidFill>
                  <a:srgbClr val="406B9B"/>
                </a:solidFill>
                <a:latin typeface="Century Gothic"/>
              </a:rPr>
              <a:t>MPS Fiduciaria, Spafid</a:t>
            </a:r>
          </a:p>
        </p:txBody>
      </p:sp>
      <p:sp>
        <p:nvSpPr>
          <p:cNvPr id="39" name="Rectangle 38"/>
          <p:cNvSpPr/>
          <p:nvPr/>
        </p:nvSpPr>
        <p:spPr>
          <a:xfrm>
            <a:off x="3204000" y="4708800"/>
            <a:ext cx="4716000" cy="453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7200" bIns="7200">
            <a:normAutofit/>
          </a:bodyPr>
          <a:lstStyle/>
          <a:p>
            <a:pPr algn="l"/>
            <a:r>
              <a:rPr sz="950" b="0">
                <a:solidFill>
                  <a:srgbClr val="003A79"/>
                </a:solidFill>
                <a:latin typeface="Century Gothic"/>
              </a:rPr>
              <a:t>Servizi fiduciari e trust</a:t>
            </a:r>
          </a:p>
        </p:txBody>
      </p:sp>
      <p:sp>
        <p:nvSpPr>
          <p:cNvPr id="40" name="Rounded Rectangle 39"/>
          <p:cNvSpPr/>
          <p:nvPr/>
        </p:nvSpPr>
        <p:spPr>
          <a:xfrm>
            <a:off x="8046000" y="4723200"/>
            <a:ext cx="3600000" cy="424800"/>
          </a:xfrm>
          <a:prstGeom prst="roundRect">
            <a:avLst/>
          </a:prstGeom>
          <a:solidFill>
            <a:srgbClr val="FDEAD9"/>
          </a:solidFill>
          <a:ln w="9525">
            <a:solidFill>
              <a:srgbClr val="F18B40"/>
            </a:solidFill>
          </a:ln>
          <a:effectLst/>
        </p:spPr>
        <p:style>
          <a:lnRef idx="1">
            <a:schemeClr val="accent1"/>
          </a:lnRef>
          <a:fillRef idx="3">
            <a:schemeClr val="accent1"/>
          </a:fillRef>
          <a:effectRef idx="2">
            <a:schemeClr val="accent1"/>
          </a:effectRef>
          <a:fontRef idx="minor">
            <a:schemeClr val="lt1"/>
          </a:fontRef>
        </p:style>
        <p:txBody>
          <a:bodyPr rtlCol="0" anchor="ctr" wrap="square" lIns="64800" rIns="64800" tIns="7200" bIns="7200">
            <a:normAutofit/>
          </a:bodyPr>
          <a:lstStyle/>
          <a:p>
            <a:pPr algn="l"/>
            <a:r>
              <a:rPr sz="1000" b="1">
                <a:solidFill>
                  <a:srgbClr val="003A79"/>
                </a:solidFill>
                <a:latin typeface="Century Gothic"/>
              </a:rPr>
              <a:t>TBD</a:t>
            </a:r>
          </a:p>
          <a:p>
            <a:pPr algn="l">
              <a:spcBef>
                <a:spcPts val="200"/>
              </a:spcBef>
            </a:pPr>
            <a:r>
              <a:rPr sz="800" b="0">
                <a:solidFill>
                  <a:srgbClr val="003A79"/>
                </a:solidFill>
                <a:latin typeface="Century Gothic"/>
              </a:rPr>
              <a:t>Verificare la sovrapposizione con la fiduciaria già presente nel Gruppo</a:t>
            </a:r>
          </a:p>
        </p:txBody>
      </p:sp>
      <p:sp>
        <p:nvSpPr>
          <p:cNvPr id="41" name="Rectangle 40"/>
          <p:cNvSpPr/>
          <p:nvPr/>
        </p:nvSpPr>
        <p:spPr>
          <a:xfrm>
            <a:off x="554400" y="5191200"/>
            <a:ext cx="11109600" cy="453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1600" bIns="21600">
            <a:normAutofit/>
          </a:bodyPr>
          <a:lstStyle/>
          <a:p>
            <a:pPr algn="ctr"/>
          </a:p>
        </p:txBody>
      </p:sp>
      <p:sp>
        <p:nvSpPr>
          <p:cNvPr id="42" name="Rectangle 41"/>
          <p:cNvSpPr/>
          <p:nvPr/>
        </p:nvSpPr>
        <p:spPr>
          <a:xfrm>
            <a:off x="612000" y="5191200"/>
            <a:ext cx="2520000" cy="453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36000" tIns="7200" bIns="7200">
            <a:normAutofit/>
          </a:bodyPr>
          <a:lstStyle/>
          <a:p>
            <a:pPr algn="l"/>
            <a:r>
              <a:rPr sz="1050" b="1">
                <a:solidFill>
                  <a:srgbClr val="003A79"/>
                </a:solidFill>
                <a:latin typeface="Century Gothic"/>
              </a:rPr>
              <a:t>JV Bancassurance</a:t>
            </a:r>
          </a:p>
          <a:p>
            <a:pPr algn="l">
              <a:spcBef>
                <a:spcPts val="200"/>
              </a:spcBef>
            </a:pPr>
            <a:r>
              <a:rPr sz="800" b="0">
                <a:solidFill>
                  <a:srgbClr val="406B9B"/>
                </a:solidFill>
                <a:latin typeface="Century Gothic"/>
              </a:rPr>
              <a:t>AXA-MPS</a:t>
            </a:r>
          </a:p>
        </p:txBody>
      </p:sp>
      <p:sp>
        <p:nvSpPr>
          <p:cNvPr id="43" name="Rectangle 42"/>
          <p:cNvSpPr/>
          <p:nvPr/>
        </p:nvSpPr>
        <p:spPr>
          <a:xfrm>
            <a:off x="3204000" y="5191200"/>
            <a:ext cx="4716000" cy="453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7200" bIns="7200">
            <a:normAutofit/>
          </a:bodyPr>
          <a:lstStyle/>
          <a:p>
            <a:pPr algn="l"/>
            <a:r>
              <a:rPr sz="950" b="0">
                <a:solidFill>
                  <a:srgbClr val="003A79"/>
                </a:solidFill>
                <a:latin typeface="Century Gothic"/>
              </a:rPr>
              <a:t>Joint venture assicurative</a:t>
            </a:r>
          </a:p>
        </p:txBody>
      </p:sp>
      <p:sp>
        <p:nvSpPr>
          <p:cNvPr id="44" name="Rounded Rectangle 43"/>
          <p:cNvSpPr/>
          <p:nvPr/>
        </p:nvSpPr>
        <p:spPr>
          <a:xfrm>
            <a:off x="8046000" y="5205600"/>
            <a:ext cx="3600000" cy="424800"/>
          </a:xfrm>
          <a:prstGeom prst="roundRect">
            <a:avLst/>
          </a:prstGeom>
          <a:solidFill>
            <a:srgbClr val="FFFFFF"/>
          </a:solidFill>
          <a:ln w="9525">
            <a:solidFill>
              <a:srgbClr val="C0CCE4"/>
            </a:solidFill>
          </a:ln>
          <a:effectLst/>
        </p:spPr>
        <p:style>
          <a:lnRef idx="1">
            <a:schemeClr val="accent1"/>
          </a:lnRef>
          <a:fillRef idx="3">
            <a:schemeClr val="accent1"/>
          </a:fillRef>
          <a:effectRef idx="2">
            <a:schemeClr val="accent1"/>
          </a:effectRef>
          <a:fontRef idx="minor">
            <a:schemeClr val="lt1"/>
          </a:fontRef>
        </p:style>
        <p:txBody>
          <a:bodyPr rtlCol="0" anchor="ctr" wrap="square" lIns="64800" rIns="64800" tIns="7200" bIns="7200">
            <a:normAutofit/>
          </a:bodyPr>
          <a:lstStyle/>
          <a:p>
            <a:pPr algn="l"/>
            <a:r>
              <a:rPr sz="1000" b="1">
                <a:solidFill>
                  <a:srgbClr val="003A79"/>
                </a:solidFill>
                <a:latin typeface="Century Gothic"/>
              </a:rPr>
              <a:t>WMD</a:t>
            </a:r>
          </a:p>
          <a:p>
            <a:pPr algn="l">
              <a:spcBef>
                <a:spcPts val="200"/>
              </a:spcBef>
            </a:pPr>
            <a:r>
              <a:rPr sz="800" b="0">
                <a:solidFill>
                  <a:srgbClr val="003A79"/>
                </a:solidFill>
                <a:latin typeface="Century Gothic"/>
              </a:rPr>
              <a:t>T. Corcos</a:t>
            </a:r>
          </a:p>
        </p:txBody>
      </p:sp>
      <p:sp>
        <p:nvSpPr>
          <p:cNvPr id="45" name="Rectangle 44"/>
          <p:cNvSpPr/>
          <p:nvPr/>
        </p:nvSpPr>
        <p:spPr>
          <a:xfrm>
            <a:off x="554400" y="1303200"/>
            <a:ext cx="11109600" cy="7200"/>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1600" bIns="21600">
            <a:normAutofit/>
          </a:bodyPr>
          <a:lstStyle/>
          <a:p>
            <a:pPr algn="ctr"/>
          </a:p>
        </p:txBody>
      </p:sp>
      <p:sp>
        <p:nvSpPr>
          <p:cNvPr id="46" name="Rounded Rectangle 45"/>
          <p:cNvSpPr/>
          <p:nvPr/>
        </p:nvSpPr>
        <p:spPr>
          <a:xfrm>
            <a:off x="554400" y="5724000"/>
            <a:ext cx="11109600" cy="396000"/>
          </a:xfrm>
          <a:prstGeom prst="roundRect">
            <a:avLst/>
          </a:prstGeom>
          <a:solidFill>
            <a:srgbClr val="003A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5999" rIns="125999" tIns="28800" bIns="28800">
            <a:normAutofit/>
          </a:bodyPr>
          <a:lstStyle/>
          <a:p>
            <a:pPr algn="l"/>
            <a:r>
              <a:rPr sz="1050" b="1">
                <a:solidFill>
                  <a:srgbClr val="FFFFFF"/>
                </a:solidFill>
                <a:latin typeface="Century Gothic"/>
              </a:rPr>
              <a:t>Principi applicati</a:t>
            </a:r>
          </a:p>
          <a:p>
            <a:pPr algn="l">
              <a:spcBef>
                <a:spcPts val="200"/>
              </a:spcBef>
            </a:pPr>
            <a:r>
              <a:rPr sz="950" b="0">
                <a:solidFill>
                  <a:srgbClr val="FFFFFF"/>
                </a:solidFill>
                <a:latin typeface="Century Gothic"/>
              </a:rPr>
              <a:t>Assegnazione per prevalenza dell’attività, senza suddividere le società tra più presidi (no «spezzatino») • Riduzione delle legal entity come opzione di default • Per ciascuna LE resta da identificare il Chairman</a:t>
            </a:r>
          </a:p>
        </p:txBody>
      </p:sp>
      <p:sp>
        <p:nvSpPr>
          <p:cNvPr id="47" name="Rectangle 46"/>
          <p:cNvSpPr/>
          <p:nvPr/>
        </p:nvSpPr>
        <p:spPr>
          <a:xfrm>
            <a:off x="554400" y="6282000"/>
            <a:ext cx="9216000" cy="43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l"/>
            <a:r>
              <a:rPr sz="850" b="0">
                <a:solidFill>
                  <a:srgbClr val="003A79"/>
                </a:solidFill>
                <a:latin typeface="Century Gothic"/>
              </a:rPr>
              <a:t>Veicoli di funding e cartolarizzazione e Real Estate non sono inclusi in questa vista: i primi sono presidiati nell’ambito della Finanza di Gruppo, i secondi sono oggetto di analisi separata data l’eterogeneità del perimetro (magazzini, tenimenti, sviluppo immobiliare)</a:t>
            </a:r>
          </a:p>
          <a:p>
            <a:pPr algn="l">
              <a:spcBef>
                <a:spcPts val="200"/>
              </a:spcBef>
            </a:pPr>
            <a:r>
              <a:rPr sz="850" b="0">
                <a:solidFill>
                  <a:srgbClr val="003A79"/>
                </a:solidFill>
                <a:latin typeface="Century Gothic"/>
              </a:rPr>
              <a:t>A seguire, stessa mappatura per le Aree di Governo: corrispettivo ISP per ciascun responsabile MPS, da costruire per pivot in assenza di corrispondenza puntuale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SCLIENT" val="True"/>
  <p:tag name="BLUEONEFOURTHTITLEFONTCOLORFIXED" val="true"/>
  <p:tag name="DARKLAYOUTNAMESCHANGEDTOCONTRAST" val="true"/>
  <p:tag name="DSS_ID" val="0b336dde-a121-4272-8370-f7f977265355"/>
  <p:tag name="LINKEDPICTURESLINKREMOVED" val="True"/>
  <p:tag name="NEWVI" val="true"/>
  <p:tag name="THINKCELLUNDODONOTDELETE" val="0"/>
  <p:tag name="THINKCELLPRESENTATIONDONOTDELETE" val="&lt;?xml version=&quot;1.0&quot; encoding=&quot;UTF-16&quot; standalone=&quot;yes&quot;?&gt;&lt;root reqver=&quot;28224&quot;&gt;&lt;version val=&quot;35916&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1-%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0&quot;&gt;&lt;elem m_fUsage=&quot;1.72900000000000009237E+00&quot;&gt;&lt;m_msothmcolidx val=&quot;0&quot;/&gt;&lt;m_rgb r=&quot;B4&quot; g=&quot;5A&quot; b=&quot;5F&quot;/&gt;&lt;/elem&gt;&lt;elem m_fUsage=&quot;1.70999999999999996447E+00&quot;&gt;&lt;m_msothmcolidx val=&quot;0&quot;/&gt;&lt;m_rgb r=&quot;00&quot; g=&quot;00&quot; b=&quot;66&quot;/&gt;&lt;/elem&gt;&lt;elem m_fUsage=&quot;9.64866853649610556332E-01&quot;&gt;&lt;m_msothmcolidx val=&quot;0&quot;/&gt;&lt;m_rgb r=&quot;EA&quot; g=&quot;35&quot; b=&quot;16&quot;/&gt;&lt;/elem&gt;&lt;elem m_fUsage=&quot;8.41402018885184288521E-01&quot;&gt;&lt;m_msothmcolidx val=&quot;0&quot;/&gt;&lt;m_rgb r=&quot;D7&quot; g=&quot;42&quot; b=&quot;14&quot;/&gt;&lt;/elem&gt;&lt;elem m_fUsage=&quot;7.92107496090000307021E-01&quot;&gt;&lt;m_msothmcolidx val=&quot;0&quot;/&gt;&lt;m_rgb r=&quot;36&quot; g=&quot;B0&quot; b=&quot;4B&quot;/&gt;&lt;/elem&gt;&lt;elem m_fUsage=&quot;7.37332132094649206344E-01&quot;&gt;&lt;m_msothmcolidx val=&quot;0&quot;/&gt;&lt;m_rgb r=&quot;FC&quot; g=&quot;64&quot; b=&quot;39&quot;/&gt;&lt;/elem&gt;&lt;elem m_fUsage=&quot;5.90490000000000181402E-01&quot;&gt;&lt;m_msothmcolidx val=&quot;0&quot;/&gt;&lt;m_rgb r=&quot;DD&quot; g=&quot;DD&quot; b=&quot;DD&quot;/&gt;&lt;/elem&gt;&lt;elem m_fUsage=&quot;5.36616119313900075127E-01&quot;&gt;&lt;m_msothmcolidx val=&quot;0&quot;/&gt;&lt;m_rgb r=&quot;00&quot; g=&quot;B0&quot; b=&quot;50&quot;/&gt;&lt;/elem&gt;&lt;elem m_fUsage=&quot;4.30467210000000155556E-01&quot;&gt;&lt;m_msothmcolidx val=&quot;0&quot;/&gt;&lt;m_rgb r=&quot;C3&quot; g=&quot;FB&quot; b=&quot;FD&quot;/&gt;&lt;/elem&gt;&lt;elem m_fUsage=&quot;1.66771816996665767086E-01&quot;&gt;&lt;m_msothmcolidx val=&quot;0&quot;/&gt;&lt;m_rgb r=&quot;77&quot; g=&quot;25&quot; b=&quot;0B&quot;/&gt;&lt;/elem&gt;&lt;/m_vecMRU&gt;&lt;/m_mruColor&gt;&lt;m_eweekdayFirstOfWeek val=&quot;1&quot;/&gt;&lt;m_eweekdayFirstOfWorkweek val=&quot;2&quot;/&gt;&lt;m_eweekdayFirstOfWeekend val=&quot;7&quot;/&gt;&lt;/CPresentation&gt;&lt;/root&gt;"/>
  <p:tag name="ICONFILLBACKGROUND" val="Color [A=255, R=255, G=255, B=255]"/>
  <p:tag name="ICONFILLBACKGROUNDTHEME" val="Background 1"/>
  <p:tag name="ICONLINEFILL" val="Color [A=255, R=255, G=255, B=255]"/>
  <p:tag name="ICONLINEFILLTHEME" val="Background 1"/>
  <p:tag name="ICONENCLOSURE" val="False"/>
  <p:tag name="MTBTACCENT" val="Text2ColorBoldTex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4.xml><?xml version="1.0" encoding="utf-8"?>
<p:tagLst xmlns:a="http://schemas.openxmlformats.org/drawingml/2006/main" xmlns:r="http://schemas.openxmlformats.org/officeDocument/2006/relationships" xmlns:p="http://schemas.openxmlformats.org/presentationml/2006/main">
  <p:tag name="SHAPENAME" val="4. Footnote"/>
</p:tagLst>
</file>

<file path=ppt/tags/tag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xml><?xml version="1.0" encoding="utf-8"?>
<p:tagLst xmlns:a="http://schemas.openxmlformats.org/drawingml/2006/main" xmlns:r="http://schemas.openxmlformats.org/officeDocument/2006/relationships" xmlns:p="http://schemas.openxmlformats.org/presentationml/2006/main">
  <p:tag name="NAME" val="ACET"/>
</p:tagLst>
</file>

<file path=ppt/tags/tag7.xml><?xml version="1.0" encoding="utf-8"?>
<p:tagLst xmlns:a="http://schemas.openxmlformats.org/drawingml/2006/main" xmlns:r="http://schemas.openxmlformats.org/officeDocument/2006/relationships" xmlns:p="http://schemas.openxmlformats.org/presentationml/2006/main">
  <p:tag name="SHAPENAME" val="Grid"/>
</p:tagLst>
</file>

<file path=ppt/tags/tag8.xml><?xml version="1.0" encoding="utf-8"?>
<p:tagLst xmlns:a="http://schemas.openxmlformats.org/drawingml/2006/main" xmlns:r="http://schemas.openxmlformats.org/officeDocument/2006/relationships" xmlns:p="http://schemas.openxmlformats.org/presentationml/2006/main">
  <p:tag name="NAME" val="Moon"/>
</p:tagLst>
</file>

<file path=ppt/tags/tag9.xml><?xml version="1.0" encoding="utf-8"?>
<p:tagLst xmlns:a="http://schemas.openxmlformats.org/drawingml/2006/main" xmlns:r="http://schemas.openxmlformats.org/officeDocument/2006/relationships" xmlns:p="http://schemas.openxmlformats.org/presentationml/2006/main">
  <p:tag name="NAME" val="Moon"/>
</p:tagLst>
</file>

<file path=ppt/tags/tag10.xml><?xml version="1.0" encoding="utf-8"?>
<p:tagLst xmlns:a="http://schemas.openxmlformats.org/drawingml/2006/main" xmlns:r="http://schemas.openxmlformats.org/officeDocument/2006/relationships" xmlns:p="http://schemas.openxmlformats.org/presentationml/2006/main">
  <p:tag name="NAME" val="Moon"/>
</p:tagLst>
</file>

<file path=ppt/tags/tag11.xml><?xml version="1.0" encoding="utf-8"?>
<p:tagLst xmlns:a="http://schemas.openxmlformats.org/drawingml/2006/main" xmlns:r="http://schemas.openxmlformats.org/officeDocument/2006/relationships" xmlns:p="http://schemas.openxmlformats.org/presentationml/2006/main">
  <p:tag name="NAME" val="Moon"/>
</p:tagLst>
</file>

<file path=ppt/tags/tag12.xml><?xml version="1.0" encoding="utf-8"?>
<p:tagLst xmlns:a="http://schemas.openxmlformats.org/drawingml/2006/main" xmlns:r="http://schemas.openxmlformats.org/officeDocument/2006/relationships" xmlns:p="http://schemas.openxmlformats.org/presentationml/2006/main">
  <p:tag name="NAME" val="Moon"/>
</p:tagLst>
</file>

<file path=ppt/tags/tag13.xml><?xml version="1.0" encoding="utf-8"?>
<p:tagLst xmlns:a="http://schemas.openxmlformats.org/drawingml/2006/main" xmlns:r="http://schemas.openxmlformats.org/officeDocument/2006/relationships" xmlns:p="http://schemas.openxmlformats.org/presentationml/2006/main">
  <p:tag name="ANGLE" val="5"/>
</p:tagLst>
</file>

<file path=ppt/tags/tag14.xml><?xml version="1.0" encoding="utf-8"?>
<p:tagLst xmlns:a="http://schemas.openxmlformats.org/drawingml/2006/main" xmlns:r="http://schemas.openxmlformats.org/officeDocument/2006/relationships" xmlns:p="http://schemas.openxmlformats.org/presentationml/2006/main">
  <p:tag name="ANGLE" val="5"/>
</p:tagLst>
</file>

<file path=ppt/tags/tag15.xml><?xml version="1.0" encoding="utf-8"?>
<p:tagLst xmlns:a="http://schemas.openxmlformats.org/drawingml/2006/main" xmlns:r="http://schemas.openxmlformats.org/officeDocument/2006/relationships" xmlns:p="http://schemas.openxmlformats.org/presentationml/2006/main">
  <p:tag name="ANGLE" val="4"/>
</p:tagLst>
</file>

<file path=ppt/tags/tag16.xml><?xml version="1.0" encoding="utf-8"?>
<p:tagLst xmlns:a="http://schemas.openxmlformats.org/drawingml/2006/main" xmlns:r="http://schemas.openxmlformats.org/officeDocument/2006/relationships" xmlns:p="http://schemas.openxmlformats.org/presentationml/2006/main">
  <p:tag name="ANGLE" val="4"/>
</p:tagLst>
</file>

<file path=ppt/tags/tag17.xml><?xml version="1.0" encoding="utf-8"?>
<p:tagLst xmlns:a="http://schemas.openxmlformats.org/drawingml/2006/main" xmlns:r="http://schemas.openxmlformats.org/officeDocument/2006/relationships" xmlns:p="http://schemas.openxmlformats.org/presentationml/2006/main">
  <p:tag name="ANGLE" val="3"/>
</p:tagLst>
</file>

<file path=ppt/tags/tag18.xml><?xml version="1.0" encoding="utf-8"?>
<p:tagLst xmlns:a="http://schemas.openxmlformats.org/drawingml/2006/main" xmlns:r="http://schemas.openxmlformats.org/officeDocument/2006/relationships" xmlns:p="http://schemas.openxmlformats.org/presentationml/2006/main">
  <p:tag name="ANGLE" val="3"/>
</p:tagLst>
</file>

<file path=ppt/tags/tag19.xml><?xml version="1.0" encoding="utf-8"?>
<p:tagLst xmlns:a="http://schemas.openxmlformats.org/drawingml/2006/main" xmlns:r="http://schemas.openxmlformats.org/officeDocument/2006/relationships" xmlns:p="http://schemas.openxmlformats.org/presentationml/2006/main">
  <p:tag name="ANGLE" val="2"/>
</p:tagLst>
</file>

<file path=ppt/tags/tag20.xml><?xml version="1.0" encoding="utf-8"?>
<p:tagLst xmlns:a="http://schemas.openxmlformats.org/drawingml/2006/main" xmlns:r="http://schemas.openxmlformats.org/officeDocument/2006/relationships" xmlns:p="http://schemas.openxmlformats.org/presentationml/2006/main">
  <p:tag name="ANGLE" val="2"/>
</p:tagLst>
</file>

<file path=ppt/tags/tag21.xml><?xml version="1.0" encoding="utf-8"?>
<p:tagLst xmlns:a="http://schemas.openxmlformats.org/drawingml/2006/main" xmlns:r="http://schemas.openxmlformats.org/officeDocument/2006/relationships" xmlns:p="http://schemas.openxmlformats.org/presentationml/2006/main">
  <p:tag name="ANGLE" val="1"/>
</p:tagLst>
</file>

<file path=ppt/tags/tag22.xml><?xml version="1.0" encoding="utf-8"?>
<p:tagLst xmlns:a="http://schemas.openxmlformats.org/drawingml/2006/main" xmlns:r="http://schemas.openxmlformats.org/officeDocument/2006/relationships" xmlns:p="http://schemas.openxmlformats.org/presentationml/2006/main">
  <p:tag name="ANGLE" val="1"/>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25.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6.xml><?xml version="1.0" encoding="utf-8"?>
<p:tagLst xmlns:a="http://schemas.openxmlformats.org/drawingml/2006/main" xmlns:r="http://schemas.openxmlformats.org/officeDocument/2006/relationships" xmlns:p="http://schemas.openxmlformats.org/presentationml/2006/main">
  <p:tag name="SHAPENAME" val="Subtitle"/>
</p:tagLst>
</file>

<file path=ppt/tags/tag27.xml><?xml version="1.0" encoding="utf-8"?>
<p:tagLst xmlns:a="http://schemas.openxmlformats.org/drawingml/2006/main" xmlns:r="http://schemas.openxmlformats.org/officeDocument/2006/relationships" xmlns:p="http://schemas.openxmlformats.org/presentationml/2006/main">
  <p:tag name="SHAPENAME" val="Titl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3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2.xml><?xml version="1.0" encoding="utf-8"?>
<p:tagLst xmlns:a="http://schemas.openxmlformats.org/drawingml/2006/main" xmlns:r="http://schemas.openxmlformats.org/officeDocument/2006/relationships" xmlns:p="http://schemas.openxmlformats.org/presentationml/2006/main">
  <p:tag name="SHAPENAME" val="5. Sourc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AvhTnprpZIIVVQCOTQtpLw"/>
</p:tagLst>
</file>

<file path=ppt/tags/tag3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6.xml><?xml version="1.0" encoding="utf-8"?>
<p:tagLst xmlns:a="http://schemas.openxmlformats.org/drawingml/2006/main" xmlns:r="http://schemas.openxmlformats.org/officeDocument/2006/relationships" xmlns:p="http://schemas.openxmlformats.org/presentationml/2006/main">
  <p:tag name="SHAPENAME" val="5. Source"/>
</p:tagLst>
</file>

<file path=ppt/tags/tag3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4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1.xml><?xml version="1.0" encoding="utf-8"?>
<p:tagLst xmlns:a="http://schemas.openxmlformats.org/drawingml/2006/main" xmlns:r="http://schemas.openxmlformats.org/officeDocument/2006/relationships" xmlns:p="http://schemas.openxmlformats.org/presentationml/2006/main">
  <p:tag name="SHAPENAME" val="5. Source"/>
</p:tagLst>
</file>

<file path=ppt/tags/tag4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NrcAbB4u0quRffFN3bn3Xw"/>
</p:tagLst>
</file>

<file path=ppt/tags/tag4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6.xml><?xml version="1.0" encoding="utf-8"?>
<p:tagLst xmlns:a="http://schemas.openxmlformats.org/drawingml/2006/main" xmlns:r="http://schemas.openxmlformats.org/officeDocument/2006/relationships" xmlns:p="http://schemas.openxmlformats.org/presentationml/2006/main">
  <p:tag name="SHAPENAME" val="3. Subtitle"/>
</p:tagLst>
</file>

<file path=ppt/tags/tag47.xml><?xml version="1.0" encoding="utf-8"?>
<p:tagLst xmlns:a="http://schemas.openxmlformats.org/drawingml/2006/main" xmlns:r="http://schemas.openxmlformats.org/officeDocument/2006/relationships" xmlns:p="http://schemas.openxmlformats.org/presentationml/2006/main">
  <p:tag name="SHAPENAME" val="5. Source"/>
</p:tagLst>
</file>

<file path=ppt/tags/tag4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5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3.xml><?xml version="1.0" encoding="utf-8"?>
<p:tagLst xmlns:a="http://schemas.openxmlformats.org/drawingml/2006/main" xmlns:r="http://schemas.openxmlformats.org/officeDocument/2006/relationships" xmlns:p="http://schemas.openxmlformats.org/presentationml/2006/main">
  <p:tag name="SHAPENAME" val="5. Source"/>
</p:tagLst>
</file>

<file path=ppt/tags/tag5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57.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9.xml><?xml version="1.0" encoding="utf-8"?>
<p:tagLst xmlns:a="http://schemas.openxmlformats.org/drawingml/2006/main" xmlns:r="http://schemas.openxmlformats.org/officeDocument/2006/relationships" xmlns:p="http://schemas.openxmlformats.org/presentationml/2006/main">
  <p:tag name="SHAPENAME" val="5. Source"/>
</p:tagLst>
</file>

<file path=ppt/tags/tag6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6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5.xml><?xml version="1.0" encoding="utf-8"?>
<p:tagLst xmlns:a="http://schemas.openxmlformats.org/drawingml/2006/main" xmlns:r="http://schemas.openxmlformats.org/officeDocument/2006/relationships" xmlns:p="http://schemas.openxmlformats.org/presentationml/2006/main">
  <p:tag name="SHAPENAME" val="5. Source"/>
</p:tagLst>
</file>

<file path=ppt/tags/tag6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6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1.xml><?xml version="1.0" encoding="utf-8"?>
<p:tagLst xmlns:a="http://schemas.openxmlformats.org/drawingml/2006/main" xmlns:r="http://schemas.openxmlformats.org/officeDocument/2006/relationships" xmlns:p="http://schemas.openxmlformats.org/presentationml/2006/main">
  <p:tag name="SHAPENAME" val="5. Source"/>
</p:tagLst>
</file>

<file path=ppt/tags/tag7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7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7.xml><?xml version="1.0" encoding="utf-8"?>
<p:tagLst xmlns:a="http://schemas.openxmlformats.org/drawingml/2006/main" xmlns:r="http://schemas.openxmlformats.org/officeDocument/2006/relationships" xmlns:p="http://schemas.openxmlformats.org/presentationml/2006/main">
  <p:tag name="SHAPENAME" val="5. Source"/>
</p:tagLst>
</file>

<file path=ppt/tags/tag7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8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3.xml><?xml version="1.0" encoding="utf-8"?>
<p:tagLst xmlns:a="http://schemas.openxmlformats.org/drawingml/2006/main" xmlns:r="http://schemas.openxmlformats.org/officeDocument/2006/relationships" xmlns:p="http://schemas.openxmlformats.org/presentationml/2006/main">
  <p:tag name="SHAPENAME" val="5. Source"/>
</p:tagLst>
</file>

<file path=ppt/tags/tag8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xNguF4Gw2mJIhuiFXm5tKQ"/>
</p:tagLst>
</file>

<file path=ppt/tags/tag8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8.xml><?xml version="1.0" encoding="utf-8"?>
<p:tagLst xmlns:a="http://schemas.openxmlformats.org/drawingml/2006/main" xmlns:r="http://schemas.openxmlformats.org/officeDocument/2006/relationships" xmlns:p="http://schemas.openxmlformats.org/presentationml/2006/main">
  <p:tag name="SHAPENAME" val="5. Source"/>
</p:tagLst>
</file>

<file path=ppt/tags/tag8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92.xml><?xml version="1.0" encoding="utf-8"?>
<p:tagLst xmlns:a="http://schemas.openxmlformats.org/drawingml/2006/main" xmlns:r="http://schemas.openxmlformats.org/officeDocument/2006/relationships" xmlns:p="http://schemas.openxmlformats.org/presentationml/2006/main">
  <p:tag name="SHAPENAME" val="4. Footnote"/>
</p:tagLst>
</file>

<file path=ppt/tags/tag9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4.xml><?xml version="1.0" encoding="utf-8"?>
<p:tagLst xmlns:a="http://schemas.openxmlformats.org/drawingml/2006/main" xmlns:r="http://schemas.openxmlformats.org/officeDocument/2006/relationships" xmlns:p="http://schemas.openxmlformats.org/presentationml/2006/main">
  <p:tag name="NOREPLACE" val="true"/>
</p:tagLst>
</file>

<file path=ppt/tags/tag95.xml><?xml version="1.0" encoding="utf-8"?>
<p:tagLst xmlns:a="http://schemas.openxmlformats.org/drawingml/2006/main" xmlns:r="http://schemas.openxmlformats.org/officeDocument/2006/relationships" xmlns:p="http://schemas.openxmlformats.org/presentationml/2006/main">
  <p:tag name="NAME" val="ACET"/>
</p:tagLst>
</file>

<file path=ppt/tags/tag96.xml><?xml version="1.0" encoding="utf-8"?>
<p:tagLst xmlns:a="http://schemas.openxmlformats.org/drawingml/2006/main" xmlns:r="http://schemas.openxmlformats.org/officeDocument/2006/relationships" xmlns:p="http://schemas.openxmlformats.org/presentationml/2006/main">
  <p:tag name="NAME" val="Moon"/>
</p:tagLst>
</file>

<file path=ppt/tags/tag97.xml><?xml version="1.0" encoding="utf-8"?>
<p:tagLst xmlns:a="http://schemas.openxmlformats.org/drawingml/2006/main" xmlns:r="http://schemas.openxmlformats.org/officeDocument/2006/relationships" xmlns:p="http://schemas.openxmlformats.org/presentationml/2006/main">
  <p:tag name="NAME" val="Moon"/>
</p:tagLst>
</file>

<file path=ppt/tags/tag98.xml><?xml version="1.0" encoding="utf-8"?>
<p:tagLst xmlns:a="http://schemas.openxmlformats.org/drawingml/2006/main" xmlns:r="http://schemas.openxmlformats.org/officeDocument/2006/relationships" xmlns:p="http://schemas.openxmlformats.org/presentationml/2006/main">
  <p:tag name="NAME" val="Moon"/>
</p:tagLst>
</file>

<file path=ppt/tags/tag99.xml><?xml version="1.0" encoding="utf-8"?>
<p:tagLst xmlns:a="http://schemas.openxmlformats.org/drawingml/2006/main" xmlns:r="http://schemas.openxmlformats.org/officeDocument/2006/relationships" xmlns:p="http://schemas.openxmlformats.org/presentationml/2006/main">
  <p:tag name="NAME" val="Moon"/>
</p:tagLst>
</file>

<file path=ppt/tags/tag100.xml><?xml version="1.0" encoding="utf-8"?>
<p:tagLst xmlns:a="http://schemas.openxmlformats.org/drawingml/2006/main" xmlns:r="http://schemas.openxmlformats.org/officeDocument/2006/relationships" xmlns:p="http://schemas.openxmlformats.org/presentationml/2006/main">
  <p:tag name="NAME" val="Moon"/>
</p:tagLst>
</file>

<file path=ppt/tags/tag101.xml><?xml version="1.0" encoding="utf-8"?>
<p:tagLst xmlns:a="http://schemas.openxmlformats.org/drawingml/2006/main" xmlns:r="http://schemas.openxmlformats.org/officeDocument/2006/relationships" xmlns:p="http://schemas.openxmlformats.org/presentationml/2006/main">
  <p:tag name="ANGLE" val="5"/>
</p:tagLst>
</file>

<file path=ppt/tags/tag102.xml><?xml version="1.0" encoding="utf-8"?>
<p:tagLst xmlns:a="http://schemas.openxmlformats.org/drawingml/2006/main" xmlns:r="http://schemas.openxmlformats.org/officeDocument/2006/relationships" xmlns:p="http://schemas.openxmlformats.org/presentationml/2006/main">
  <p:tag name="ANGLE" val="5"/>
</p:tagLst>
</file>

<file path=ppt/tags/tag103.xml><?xml version="1.0" encoding="utf-8"?>
<p:tagLst xmlns:a="http://schemas.openxmlformats.org/drawingml/2006/main" xmlns:r="http://schemas.openxmlformats.org/officeDocument/2006/relationships" xmlns:p="http://schemas.openxmlformats.org/presentationml/2006/main">
  <p:tag name="ANGLE" val="4"/>
</p:tagLst>
</file>

<file path=ppt/tags/tag104.xml><?xml version="1.0" encoding="utf-8"?>
<p:tagLst xmlns:a="http://schemas.openxmlformats.org/drawingml/2006/main" xmlns:r="http://schemas.openxmlformats.org/officeDocument/2006/relationships" xmlns:p="http://schemas.openxmlformats.org/presentationml/2006/main">
  <p:tag name="ANGLE" val="4"/>
</p:tagLst>
</file>

<file path=ppt/tags/tag105.xml><?xml version="1.0" encoding="utf-8"?>
<p:tagLst xmlns:a="http://schemas.openxmlformats.org/drawingml/2006/main" xmlns:r="http://schemas.openxmlformats.org/officeDocument/2006/relationships" xmlns:p="http://schemas.openxmlformats.org/presentationml/2006/main">
  <p:tag name="ANGLE" val="3"/>
</p:tagLst>
</file>

<file path=ppt/tags/tag106.xml><?xml version="1.0" encoding="utf-8"?>
<p:tagLst xmlns:a="http://schemas.openxmlformats.org/drawingml/2006/main" xmlns:r="http://schemas.openxmlformats.org/officeDocument/2006/relationships" xmlns:p="http://schemas.openxmlformats.org/presentationml/2006/main">
  <p:tag name="ANGLE" val="3"/>
</p:tagLst>
</file>

<file path=ppt/tags/tag107.xml><?xml version="1.0" encoding="utf-8"?>
<p:tagLst xmlns:a="http://schemas.openxmlformats.org/drawingml/2006/main" xmlns:r="http://schemas.openxmlformats.org/officeDocument/2006/relationships" xmlns:p="http://schemas.openxmlformats.org/presentationml/2006/main">
  <p:tag name="ANGLE" val="2"/>
</p:tagLst>
</file>

<file path=ppt/tags/tag108.xml><?xml version="1.0" encoding="utf-8"?>
<p:tagLst xmlns:a="http://schemas.openxmlformats.org/drawingml/2006/main" xmlns:r="http://schemas.openxmlformats.org/officeDocument/2006/relationships" xmlns:p="http://schemas.openxmlformats.org/presentationml/2006/main">
  <p:tag name="ANGLE" val="2"/>
</p:tagLst>
</file>

<file path=ppt/tags/tag109.xml><?xml version="1.0" encoding="utf-8"?>
<p:tagLst xmlns:a="http://schemas.openxmlformats.org/drawingml/2006/main" xmlns:r="http://schemas.openxmlformats.org/officeDocument/2006/relationships" xmlns:p="http://schemas.openxmlformats.org/presentationml/2006/main">
  <p:tag name="ANGLE" val="1"/>
</p:tagLst>
</file>

<file path=ppt/tags/tag110.xml><?xml version="1.0" encoding="utf-8"?>
<p:tagLst xmlns:a="http://schemas.openxmlformats.org/drawingml/2006/main" xmlns:r="http://schemas.openxmlformats.org/officeDocument/2006/relationships" xmlns:p="http://schemas.openxmlformats.org/presentationml/2006/main">
  <p:tag name="ANGLE" val="1"/>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113.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14.xml><?xml version="1.0" encoding="utf-8"?>
<p:tagLst xmlns:a="http://schemas.openxmlformats.org/drawingml/2006/main" xmlns:r="http://schemas.openxmlformats.org/officeDocument/2006/relationships" xmlns:p="http://schemas.openxmlformats.org/presentationml/2006/main">
  <p:tag name="SHAPENAME" val="Subtitle"/>
</p:tagLst>
</file>

<file path=ppt/tags/tag115.xml><?xml version="1.0" encoding="utf-8"?>
<p:tagLst xmlns:a="http://schemas.openxmlformats.org/drawingml/2006/main" xmlns:r="http://schemas.openxmlformats.org/officeDocument/2006/relationships" xmlns:p="http://schemas.openxmlformats.org/presentationml/2006/main">
  <p:tag name="SHAPENAME" val="Titl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11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9.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0.xml><?xml version="1.0" encoding="utf-8"?>
<p:tagLst xmlns:a="http://schemas.openxmlformats.org/drawingml/2006/main" xmlns:r="http://schemas.openxmlformats.org/officeDocument/2006/relationships" xmlns:p="http://schemas.openxmlformats.org/presentationml/2006/main">
  <p:tag name="SHAPENAME" val="5. Source"/>
</p:tagLst>
</file>

<file path=ppt/tags/tag12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12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6.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7.xml><?xml version="1.0" encoding="utf-8"?>
<p:tagLst xmlns:a="http://schemas.openxmlformats.org/drawingml/2006/main" xmlns:r="http://schemas.openxmlformats.org/officeDocument/2006/relationships" xmlns:p="http://schemas.openxmlformats.org/presentationml/2006/main">
  <p:tag name="SHAPENAME" val="5. Source"/>
</p:tagLst>
</file>

<file path=ppt/tags/tag12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rZ96ctUUqJsGDCugslwBCg"/>
</p:tagLst>
</file>

<file path=ppt/tags/tag13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3.xml><?xml version="1.0" encoding="utf-8"?>
<p:tagLst xmlns:a="http://schemas.openxmlformats.org/drawingml/2006/main" xmlns:r="http://schemas.openxmlformats.org/officeDocument/2006/relationships" xmlns:p="http://schemas.openxmlformats.org/presentationml/2006/main">
  <p:tag name="SHAPENAME" val="5. Source"/>
</p:tagLst>
</file>

<file path=ppt/tags/tag13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AvhTnprpZIIVVQCOTQtpLw"/>
</p:tagLst>
</file>

<file path=ppt/tags/tag13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8.xml><?xml version="1.0" encoding="utf-8"?>
<p:tagLst xmlns:a="http://schemas.openxmlformats.org/drawingml/2006/main" xmlns:r="http://schemas.openxmlformats.org/officeDocument/2006/relationships" xmlns:p="http://schemas.openxmlformats.org/presentationml/2006/main">
  <p:tag name="SHAPENAME" val="5. Source"/>
</p:tagLst>
</file>

<file path=ppt/tags/tag13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14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3.xml><?xml version="1.0" encoding="utf-8"?>
<p:tagLst xmlns:a="http://schemas.openxmlformats.org/drawingml/2006/main" xmlns:r="http://schemas.openxmlformats.org/officeDocument/2006/relationships" xmlns:p="http://schemas.openxmlformats.org/presentationml/2006/main">
  <p:tag name="SHAPENAME" val="5. Source"/>
</p:tagLst>
</file>

<file path=ppt/tags/tag14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NrcAbB4u0quRffFN3bn3Xw"/>
</p:tagLst>
</file>

<file path=ppt/tags/tag14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8.xml><?xml version="1.0" encoding="utf-8"?>
<p:tagLst xmlns:a="http://schemas.openxmlformats.org/drawingml/2006/main" xmlns:r="http://schemas.openxmlformats.org/officeDocument/2006/relationships" xmlns:p="http://schemas.openxmlformats.org/presentationml/2006/main">
  <p:tag name="SHAPENAME" val="3. Subtitle"/>
</p:tagLst>
</file>

<file path=ppt/tags/tag149.xml><?xml version="1.0" encoding="utf-8"?>
<p:tagLst xmlns:a="http://schemas.openxmlformats.org/drawingml/2006/main" xmlns:r="http://schemas.openxmlformats.org/officeDocument/2006/relationships" xmlns:p="http://schemas.openxmlformats.org/presentationml/2006/main">
  <p:tag name="SHAPENAME" val="5. Source"/>
</p:tagLst>
</file>

<file path=ppt/tags/tag15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15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5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5.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6.xml><?xml version="1.0" encoding="utf-8"?>
<p:tagLst xmlns:a="http://schemas.openxmlformats.org/drawingml/2006/main" xmlns:r="http://schemas.openxmlformats.org/officeDocument/2006/relationships" xmlns:p="http://schemas.openxmlformats.org/presentationml/2006/main">
  <p:tag name="SHAPENAME" val="5. Source"/>
</p:tagLst>
</file>

<file path=ppt/tags/tag15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16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6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63.xml><?xml version="1.0" encoding="utf-8"?>
<p:tagLst xmlns:a="http://schemas.openxmlformats.org/drawingml/2006/main" xmlns:r="http://schemas.openxmlformats.org/officeDocument/2006/relationships" xmlns:p="http://schemas.openxmlformats.org/presentationml/2006/main">
  <p:tag name="SHAPENAME" val="5. Source"/>
</p:tagLst>
</file>

<file path=ppt/tags/tag16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16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6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1.xml><?xml version="1.0" encoding="utf-8"?>
<p:tagLst xmlns:a="http://schemas.openxmlformats.org/drawingml/2006/main" xmlns:r="http://schemas.openxmlformats.org/officeDocument/2006/relationships" xmlns:p="http://schemas.openxmlformats.org/presentationml/2006/main">
  <p:tag name="SHAPENAME" val="5. Source"/>
</p:tagLst>
</file>

<file path=ppt/tags/tag17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17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7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8.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9.xml><?xml version="1.0" encoding="utf-8"?>
<p:tagLst xmlns:a="http://schemas.openxmlformats.org/drawingml/2006/main" xmlns:r="http://schemas.openxmlformats.org/officeDocument/2006/relationships" xmlns:p="http://schemas.openxmlformats.org/presentationml/2006/main">
  <p:tag name="SHAPENAME" val="5. Source"/>
</p:tagLst>
</file>

<file path=ppt/tags/tag18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18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4.xml><?xml version="1.0" encoding="utf-8"?>
<p:tagLst xmlns:a="http://schemas.openxmlformats.org/drawingml/2006/main" xmlns:r="http://schemas.openxmlformats.org/officeDocument/2006/relationships" xmlns:p="http://schemas.openxmlformats.org/presentationml/2006/main">
  <p:tag name="SHAPENAME" val="3. Subtitle"/>
</p:tagLst>
</file>

<file path=ppt/tags/tag185.xml><?xml version="1.0" encoding="utf-8"?>
<p:tagLst xmlns:a="http://schemas.openxmlformats.org/drawingml/2006/main" xmlns:r="http://schemas.openxmlformats.org/officeDocument/2006/relationships" xmlns:p="http://schemas.openxmlformats.org/presentationml/2006/main">
  <p:tag name="SHAPENAME" val="5. Source"/>
</p:tagLst>
</file>

<file path=ppt/tags/tag18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18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9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92.xml><?xml version="1.0" encoding="utf-8"?>
<p:tagLst xmlns:a="http://schemas.openxmlformats.org/drawingml/2006/main" xmlns:r="http://schemas.openxmlformats.org/officeDocument/2006/relationships" xmlns:p="http://schemas.openxmlformats.org/presentationml/2006/main">
  <p:tag name="SHAPENAME" val="5. Source"/>
</p:tagLst>
</file>

<file path=ppt/tags/tag19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196.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97.xml><?xml version="1.0" encoding="utf-8"?>
<p:tagLst xmlns:a="http://schemas.openxmlformats.org/drawingml/2006/main" xmlns:r="http://schemas.openxmlformats.org/officeDocument/2006/relationships" xmlns:p="http://schemas.openxmlformats.org/presentationml/2006/main">
  <p:tag name="SHAPENAME" val="Subtitle"/>
</p:tagLst>
</file>

<file path=ppt/tags/tag198.xml><?xml version="1.0" encoding="utf-8"?>
<p:tagLst xmlns:a="http://schemas.openxmlformats.org/drawingml/2006/main" xmlns:r="http://schemas.openxmlformats.org/officeDocument/2006/relationships" xmlns:p="http://schemas.openxmlformats.org/presentationml/2006/main">
  <p:tag name="SHAPENAME" val="Title"/>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20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0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3.xml><?xml version="1.0" encoding="utf-8"?>
<p:tagLst xmlns:a="http://schemas.openxmlformats.org/drawingml/2006/main" xmlns:r="http://schemas.openxmlformats.org/officeDocument/2006/relationships" xmlns:p="http://schemas.openxmlformats.org/presentationml/2006/main">
  <p:tag name="SHAPENAME" val="3. Subtitle"/>
</p:tagLst>
</file>

<file path=ppt/tags/tag204.xml><?xml version="1.0" encoding="utf-8"?>
<p:tagLst xmlns:a="http://schemas.openxmlformats.org/drawingml/2006/main" xmlns:r="http://schemas.openxmlformats.org/officeDocument/2006/relationships" xmlns:p="http://schemas.openxmlformats.org/presentationml/2006/main">
  <p:tag name="SHAPENAME" val="5. Source"/>
</p:tagLst>
</file>

<file path=ppt/tags/tag20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20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0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0.xml><?xml version="1.0" encoding="utf-8"?>
<p:tagLst xmlns:a="http://schemas.openxmlformats.org/drawingml/2006/main" xmlns:r="http://schemas.openxmlformats.org/officeDocument/2006/relationships" xmlns:p="http://schemas.openxmlformats.org/presentationml/2006/main">
  <p:tag name="SHAPENAME" val="3. Subtitle"/>
</p:tagLst>
</file>

<file path=ppt/tags/tag211.xml><?xml version="1.0" encoding="utf-8"?>
<p:tagLst xmlns:a="http://schemas.openxmlformats.org/drawingml/2006/main" xmlns:r="http://schemas.openxmlformats.org/officeDocument/2006/relationships" xmlns:p="http://schemas.openxmlformats.org/presentationml/2006/main">
  <p:tag name="SHAPENAME" val="5. Source"/>
</p:tagLst>
</file>

<file path=ppt/tags/tag21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1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21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1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8.xml><?xml version="1.0" encoding="utf-8"?>
<p:tagLst xmlns:a="http://schemas.openxmlformats.org/drawingml/2006/main" xmlns:r="http://schemas.openxmlformats.org/officeDocument/2006/relationships" xmlns:p="http://schemas.openxmlformats.org/presentationml/2006/main">
  <p:tag name="SHAPENAME" val="3. Subtitle"/>
</p:tagLst>
</file>

<file path=ppt/tags/tag219.xml><?xml version="1.0" encoding="utf-8"?>
<p:tagLst xmlns:a="http://schemas.openxmlformats.org/drawingml/2006/main" xmlns:r="http://schemas.openxmlformats.org/officeDocument/2006/relationships" xmlns:p="http://schemas.openxmlformats.org/presentationml/2006/main">
  <p:tag name="SHAPENAME" val="5. Source"/>
</p:tagLst>
</file>

<file path=ppt/tags/tag22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22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2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26.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7.xml><?xml version="1.0" encoding="utf-8"?>
<p:tagLst xmlns:a="http://schemas.openxmlformats.org/drawingml/2006/main" xmlns:r="http://schemas.openxmlformats.org/officeDocument/2006/relationships" xmlns:p="http://schemas.openxmlformats.org/presentationml/2006/main">
  <p:tag name="SHAPENAME" val="5. Source"/>
</p:tagLst>
</file>

<file path=ppt/tags/tag22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32.xml><?xml version="1.0" encoding="utf-8"?>
<p:tagLst xmlns:a="http://schemas.openxmlformats.org/drawingml/2006/main" xmlns:r="http://schemas.openxmlformats.org/officeDocument/2006/relationships" xmlns:p="http://schemas.openxmlformats.org/presentationml/2006/main">
  <p:tag name="SHAPENAME" val="Subtitle"/>
</p:tagLst>
</file>

<file path=ppt/tags/tag233.xml><?xml version="1.0" encoding="utf-8"?>
<p:tagLst xmlns:a="http://schemas.openxmlformats.org/drawingml/2006/main" xmlns:r="http://schemas.openxmlformats.org/officeDocument/2006/relationships" xmlns:p="http://schemas.openxmlformats.org/presentationml/2006/main">
  <p:tag name="SHAPENAME" val="Title"/>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3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7.xml><?xml version="1.0" encoding="utf-8"?>
<p:tagLst xmlns:a="http://schemas.openxmlformats.org/drawingml/2006/main" xmlns:r="http://schemas.openxmlformats.org/officeDocument/2006/relationships" xmlns:p="http://schemas.openxmlformats.org/presentationml/2006/main">
  <p:tag name="NAME" val="CustomIcon"/>
</p:tagLst>
</file>

<file path=ppt/tags/tag238.xml><?xml version="1.0" encoding="utf-8"?>
<p:tagLst xmlns:a="http://schemas.openxmlformats.org/drawingml/2006/main" xmlns:r="http://schemas.openxmlformats.org/officeDocument/2006/relationships" xmlns:p="http://schemas.openxmlformats.org/presentationml/2006/main">
  <p:tag name="NAME" val="CustomIcon"/>
</p:tagLst>
</file>

<file path=ppt/tags/tag239.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40.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4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42.xml><?xml version="1.0" encoding="utf-8"?>
<p:tagLst xmlns:a="http://schemas.openxmlformats.org/drawingml/2006/main" xmlns:r="http://schemas.openxmlformats.org/officeDocument/2006/relationships" xmlns:p="http://schemas.openxmlformats.org/presentationml/2006/main">
  <p:tag name="NAME" val="CustomIcon"/>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4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46.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47.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48.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49.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50.xml><?xml version="1.0" encoding="utf-8"?>
<p:tagLst xmlns:a="http://schemas.openxmlformats.org/drawingml/2006/main" xmlns:r="http://schemas.openxmlformats.org/officeDocument/2006/relationships" xmlns:p="http://schemas.openxmlformats.org/presentationml/2006/main">
  <p:tag name="NAME" val="CustomIcon"/>
</p:tagLst>
</file>

<file path=ppt/tags/tag251.xml><?xml version="1.0" encoding="utf-8"?>
<p:tagLst xmlns:a="http://schemas.openxmlformats.org/drawingml/2006/main" xmlns:r="http://schemas.openxmlformats.org/officeDocument/2006/relationships" xmlns:p="http://schemas.openxmlformats.org/presentationml/2006/main">
  <p:tag name="NAME" val="CustomIcon"/>
</p:tagLst>
</file>

<file path=ppt/tags/tag252.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53.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5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7.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58.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59.xml><?xml version="1.0" encoding="utf-8"?>
<p:tagLst xmlns:a="http://schemas.openxmlformats.org/drawingml/2006/main" xmlns:r="http://schemas.openxmlformats.org/officeDocument/2006/relationships" xmlns:p="http://schemas.openxmlformats.org/presentationml/2006/main">
  <p:tag name="NAME" val="CustomIcon"/>
</p:tagLst>
</file>

<file path=ppt/tags/tag260.xml><?xml version="1.0" encoding="utf-8"?>
<p:tagLst xmlns:a="http://schemas.openxmlformats.org/drawingml/2006/main" xmlns:r="http://schemas.openxmlformats.org/officeDocument/2006/relationships" xmlns:p="http://schemas.openxmlformats.org/presentationml/2006/main">
  <p:tag name="NAME" val="CustomIcon"/>
</p:tagLst>
</file>

<file path=ppt/tags/tag261.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62.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63.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64.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65.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66.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69.xml><?xml version="1.0" encoding="utf-8"?>
<p:tagLst xmlns:a="http://schemas.openxmlformats.org/drawingml/2006/main" xmlns:r="http://schemas.openxmlformats.org/officeDocument/2006/relationships" xmlns:p="http://schemas.openxmlformats.org/presentationml/2006/main">
  <p:tag name="NAME" val="TrackerNumWhite"/>
</p:tagLst>
</file>

<file path=ppt/tags/tag270.xml><?xml version="1.0" encoding="utf-8"?>
<p:tagLst xmlns:a="http://schemas.openxmlformats.org/drawingml/2006/main" xmlns:r="http://schemas.openxmlformats.org/officeDocument/2006/relationships" xmlns:p="http://schemas.openxmlformats.org/presentationml/2006/main">
  <p:tag name="NAME" val="TrackerNumWhite"/>
</p:tagLst>
</file>

<file path=ppt/tags/tag27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72.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7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7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75.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7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77.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78.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79.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80.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8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82.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8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8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85.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8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87.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88.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89.xml><?xml version="1.0" encoding="utf-8"?>
<p:tagLst xmlns:a="http://schemas.openxmlformats.org/drawingml/2006/main" xmlns:r="http://schemas.openxmlformats.org/officeDocument/2006/relationships" xmlns:p="http://schemas.openxmlformats.org/presentationml/2006/main">
  <p:tag name="NAME" val="TrackerNumWhite"/>
</p:tagLst>
</file>

<file path=ppt/tags/tag290.xml><?xml version="1.0" encoding="utf-8"?>
<p:tagLst xmlns:a="http://schemas.openxmlformats.org/drawingml/2006/main" xmlns:r="http://schemas.openxmlformats.org/officeDocument/2006/relationships" xmlns:p="http://schemas.openxmlformats.org/presentationml/2006/main">
  <p:tag name="NAME" val="TrackerNumWhite"/>
</p:tagLst>
</file>

<file path=ppt/tags/tag2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2.xml><?xml version="1.0" encoding="utf-8"?>
<p:tagLst xmlns:a="http://schemas.openxmlformats.org/drawingml/2006/main" xmlns:r="http://schemas.openxmlformats.org/officeDocument/2006/relationships" xmlns:p="http://schemas.openxmlformats.org/presentationml/2006/main">
  <p:tag name="NAME" val="TrackerNumWhite"/>
</p:tagLst>
</file>

<file path=ppt/tags/tag293.xml><?xml version="1.0" encoding="utf-8"?>
<p:tagLst xmlns:a="http://schemas.openxmlformats.org/drawingml/2006/main" xmlns:r="http://schemas.openxmlformats.org/officeDocument/2006/relationships" xmlns:p="http://schemas.openxmlformats.org/presentationml/2006/main">
  <p:tag name="NAME" val="TrackerNumWhite"/>
</p:tagLst>
</file>

<file path=ppt/tags/tag294.xml><?xml version="1.0" encoding="utf-8"?>
<p:tagLst xmlns:a="http://schemas.openxmlformats.org/drawingml/2006/main" xmlns:r="http://schemas.openxmlformats.org/officeDocument/2006/relationships" xmlns:p="http://schemas.openxmlformats.org/presentationml/2006/main">
  <p:tag name="NAME" val="TrackerNumWhite"/>
</p:tagLst>
</file>

<file path=ppt/tags/tag295.xml><?xml version="1.0" encoding="utf-8"?>
<p:tagLst xmlns:a="http://schemas.openxmlformats.org/drawingml/2006/main" xmlns:r="http://schemas.openxmlformats.org/officeDocument/2006/relationships" xmlns:p="http://schemas.openxmlformats.org/presentationml/2006/main">
  <p:tag name="NAME" val="TrackerNumWhite"/>
</p:tagLst>
</file>

<file path=ppt/tags/tag29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97.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98.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99.xml><?xml version="1.0" encoding="utf-8"?>
<p:tagLst xmlns:a="http://schemas.openxmlformats.org/drawingml/2006/main" xmlns:r="http://schemas.openxmlformats.org/officeDocument/2006/relationships" xmlns:p="http://schemas.openxmlformats.org/presentationml/2006/main">
  <p:tag name="NAME" val="LineBasicDefault"/>
</p:tagLst>
</file>

<file path=ppt/tags/tag300.xml><?xml version="1.0" encoding="utf-8"?>
<p:tagLst xmlns:a="http://schemas.openxmlformats.org/drawingml/2006/main" xmlns:r="http://schemas.openxmlformats.org/officeDocument/2006/relationships" xmlns:p="http://schemas.openxmlformats.org/presentationml/2006/main">
  <p:tag name="NAME" val="LineBasicDefault"/>
</p:tagLst>
</file>

<file path=ppt/tags/tag30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3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3.xml><?xml version="1.0" encoding="utf-8"?>
<p:tagLst xmlns:a="http://schemas.openxmlformats.org/drawingml/2006/main" xmlns:r="http://schemas.openxmlformats.org/officeDocument/2006/relationships" xmlns:p="http://schemas.openxmlformats.org/presentationml/2006/main">
  <p:tag name="NAME" val="Sticky"/>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06.xml><?xml version="1.0" encoding="utf-8"?>
<p:tagLst xmlns:a="http://schemas.openxmlformats.org/drawingml/2006/main" xmlns:r="http://schemas.openxmlformats.org/officeDocument/2006/relationships" xmlns:p="http://schemas.openxmlformats.org/presentationml/2006/main">
  <p:tag name="SHAPENAME" val="3. Subtitle"/>
</p:tagLst>
</file>

<file path=ppt/tags/tag30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1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11.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12.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13.xml><?xml version="1.0" encoding="utf-8"?>
<p:tagLst xmlns:a="http://schemas.openxmlformats.org/drawingml/2006/main" xmlns:r="http://schemas.openxmlformats.org/officeDocument/2006/relationships" xmlns:p="http://schemas.openxmlformats.org/presentationml/2006/main">
  <p:tag name="NAME" val="CustomIcon"/>
</p:tagLst>
</file>

<file path=ppt/tags/tag314.xml><?xml version="1.0" encoding="utf-8"?>
<p:tagLst xmlns:a="http://schemas.openxmlformats.org/drawingml/2006/main" xmlns:r="http://schemas.openxmlformats.org/officeDocument/2006/relationships" xmlns:p="http://schemas.openxmlformats.org/presentationml/2006/main">
  <p:tag name="NAME" val="CustomIcon"/>
</p:tagLst>
</file>

<file path=ppt/tags/tag315.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16.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17.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18.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2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22.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323.xml><?xml version="1.0" encoding="utf-8"?>
<p:tagLst xmlns:a="http://schemas.openxmlformats.org/drawingml/2006/main" xmlns:r="http://schemas.openxmlformats.org/officeDocument/2006/relationships" xmlns:p="http://schemas.openxmlformats.org/presentationml/2006/main">
  <p:tag name="CIRCLESTATUS" val="White"/>
  <p:tag name="NAME" val="CheckmarkDashWhite"/>
  <p:tag name="SYMBOLNAME" val="CheckmarkDash"/>
</p:tagLst>
</file>

<file path=ppt/tags/tag3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2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28.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29.xml><?xml version="1.0" encoding="utf-8"?>
<p:tagLst xmlns:a="http://schemas.openxmlformats.org/drawingml/2006/main" xmlns:r="http://schemas.openxmlformats.org/officeDocument/2006/relationships" xmlns:p="http://schemas.openxmlformats.org/presentationml/2006/main">
  <p:tag name="NAME" val="CustomIcon"/>
</p:tagLst>
</file>

<file path=ppt/tags/tag330.xml><?xml version="1.0" encoding="utf-8"?>
<p:tagLst xmlns:a="http://schemas.openxmlformats.org/drawingml/2006/main" xmlns:r="http://schemas.openxmlformats.org/officeDocument/2006/relationships" xmlns:p="http://schemas.openxmlformats.org/presentationml/2006/main">
  <p:tag name="NAME" val="CustomIcon"/>
</p:tagLst>
</file>

<file path=ppt/tags/tag33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332.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33.xml><?xml version="1.0" encoding="utf-8"?>
<p:tagLst xmlns:a="http://schemas.openxmlformats.org/drawingml/2006/main" xmlns:r="http://schemas.openxmlformats.org/officeDocument/2006/relationships" xmlns:p="http://schemas.openxmlformats.org/presentationml/2006/main">
  <p:tag name="NAME" val="Sticky"/>
</p:tagLst>
</file>

<file path=ppt/tags/tag3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3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37.xml><?xml version="1.0" encoding="utf-8"?>
<p:tagLst xmlns:a="http://schemas.openxmlformats.org/drawingml/2006/main" xmlns:r="http://schemas.openxmlformats.org/officeDocument/2006/relationships" xmlns:p="http://schemas.openxmlformats.org/presentationml/2006/main">
  <p:tag name="CIRCLESTATUS" val="White"/>
  <p:tag name="NAME" val="ExclamationMarkWhite"/>
  <p:tag name="SYMBOLNAME" val="ExclamationMark"/>
</p:tagLst>
</file>

<file path=ppt/tags/tag3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4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41.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42.xml><?xml version="1.0" encoding="utf-8"?>
<p:tagLst xmlns:a="http://schemas.openxmlformats.org/drawingml/2006/main" xmlns:r="http://schemas.openxmlformats.org/officeDocument/2006/relationships" xmlns:p="http://schemas.openxmlformats.org/presentationml/2006/main">
  <p:tag name="NAME" val="CustomIcon"/>
</p:tagLst>
</file>

<file path=ppt/tags/tag343.xml><?xml version="1.0" encoding="utf-8"?>
<p:tagLst xmlns:a="http://schemas.openxmlformats.org/drawingml/2006/main" xmlns:r="http://schemas.openxmlformats.org/officeDocument/2006/relationships" xmlns:p="http://schemas.openxmlformats.org/presentationml/2006/main">
  <p:tag name="NAME" val="CustomIcon"/>
</p:tagLst>
</file>

<file path=ppt/tags/tag344.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45.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46.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47.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48.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5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52.xml><?xml version="1.0" encoding="utf-8"?>
<p:tagLst xmlns:a="http://schemas.openxmlformats.org/drawingml/2006/main" xmlns:r="http://schemas.openxmlformats.org/officeDocument/2006/relationships" xmlns:p="http://schemas.openxmlformats.org/presentationml/2006/main">
  <p:tag name="CIRCLESTATUS" val="White"/>
  <p:tag name="NAME" val="CheckmarkDashWhite"/>
  <p:tag name="SYMBOLNAME" val="CheckmarkDash"/>
</p:tagLst>
</file>

<file path=ppt/tags/tag35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35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355.xml><?xml version="1.0" encoding="utf-8"?>
<p:tagLst xmlns:a="http://schemas.openxmlformats.org/drawingml/2006/main" xmlns:r="http://schemas.openxmlformats.org/officeDocument/2006/relationships" xmlns:p="http://schemas.openxmlformats.org/presentationml/2006/main">
  <p:tag name="CIRCLESTATUS" val="White"/>
  <p:tag name="NAME" val="AsteriskWhite"/>
  <p:tag name="SYMBOLNAME" val="Asterisk"/>
</p:tagLst>
</file>

<file path=ppt/tags/tag356.xml><?xml version="1.0" encoding="utf-8"?>
<p:tagLst xmlns:a="http://schemas.openxmlformats.org/drawingml/2006/main" xmlns:r="http://schemas.openxmlformats.org/officeDocument/2006/relationships" xmlns:p="http://schemas.openxmlformats.org/presentationml/2006/main">
  <p:tag name="NAME" val="Sticky"/>
</p:tagLst>
</file>

<file path=ppt/tags/tag3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8.xml><?xml version="1.0" encoding="utf-8"?>
<p:tagLst xmlns:a="http://schemas.openxmlformats.org/drawingml/2006/main" xmlns:r="http://schemas.openxmlformats.org/officeDocument/2006/relationships" xmlns:p="http://schemas.openxmlformats.org/presentationml/2006/main">
  <p:tag name="NAME" val="CustomIcon"/>
</p:tagLst>
</file>

<file path=ppt/tags/tag3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2.xml><?xml version="1.0" encoding="utf-8"?>
<p:tagLst xmlns:a="http://schemas.openxmlformats.org/drawingml/2006/main" xmlns:r="http://schemas.openxmlformats.org/officeDocument/2006/relationships" xmlns:p="http://schemas.openxmlformats.org/presentationml/2006/main">
  <p:tag name="NAME" val="Sticky"/>
</p:tagLst>
</file>

<file path=ppt/tags/tag3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65.xml><?xml version="1.0" encoding="utf-8"?>
<p:tagLst xmlns:a="http://schemas.openxmlformats.org/drawingml/2006/main" xmlns:r="http://schemas.openxmlformats.org/officeDocument/2006/relationships" xmlns:p="http://schemas.openxmlformats.org/presentationml/2006/main">
  <p:tag name="SHAPENAME" val="3. Subtitle"/>
</p:tagLst>
</file>

<file path=ppt/tags/tag366.xml><?xml version="1.0" encoding="utf-8"?>
<p:tagLst xmlns:a="http://schemas.openxmlformats.org/drawingml/2006/main" xmlns:r="http://schemas.openxmlformats.org/officeDocument/2006/relationships" xmlns:p="http://schemas.openxmlformats.org/presentationml/2006/main">
  <p:tag name="SHAPENAME" val="1. On-page tracker"/>
</p:tagLst>
</file>

<file path=ppt/theme/theme1.xml><?xml version="1.0" encoding="utf-8"?>
<a:theme xmlns:a="http://schemas.openxmlformats.org/drawingml/2006/main" name="2_White">
  <a:themeElements>
    <a:clrScheme name="Custom 2">
      <a:dk1>
        <a:srgbClr val="000000"/>
      </a:dk1>
      <a:lt1>
        <a:srgbClr val="FFFFFF"/>
      </a:lt1>
      <a:dk2>
        <a:srgbClr val="FFFFFF"/>
      </a:dk2>
      <a:lt2>
        <a:srgbClr val="FFFFFF"/>
      </a:lt2>
      <a:accent1>
        <a:srgbClr val="003A79"/>
      </a:accent1>
      <a:accent2>
        <a:srgbClr val="406B9B"/>
      </a:accent2>
      <a:accent3>
        <a:srgbClr val="F18B40"/>
      </a:accent3>
      <a:accent4>
        <a:srgbClr val="003A79"/>
      </a:accent4>
      <a:accent5>
        <a:srgbClr val="C0CCE4"/>
      </a:accent5>
      <a:accent6>
        <a:srgbClr val="808080"/>
      </a:accent6>
      <a:hlink>
        <a:srgbClr val="0000FF"/>
      </a:hlink>
      <a:folHlink>
        <a:srgbClr val="800080"/>
      </a:folHlink>
    </a:clrScheme>
    <a:fontScheme name="Custom">
      <a:majorFont>
        <a:latin typeface="Century Gothic"/>
        <a:ea typeface=""/>
        <a:cs typeface=""/>
      </a:majorFont>
      <a:minorFont>
        <a:latin typeface="Century Gothic"/>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66"/>
        </a:solidFill>
        <a:ln w="6350" cap="sq">
          <a:noFill/>
          <a:miter lim="800000"/>
        </a:ln>
      </a:spPr>
      <a:bodyPr rot="0" spcFirstLastPara="0" vertOverflow="overflow" horzOverflow="overflow" vert="horz" wrap="square" lIns="63500" tIns="64943" rIns="63500" bIns="63500" numCol="1" spcCol="0" rtlCol="0" fromWordArt="0" anchor="t" anchorCtr="0" forceAA="0" compatLnSpc="1">
        <a:prstTxWarp prst="textNoShape">
          <a:avLst/>
        </a:prstTxWarp>
        <a:spAutoFit/>
      </a:bodyPr>
      <a:lstStyle>
        <a:defPPr algn="l">
          <a:spcBef>
            <a:spcPts val="300"/>
          </a:spcBef>
          <a:spcAft>
            <a:spcPts val="300"/>
          </a:spcAft>
          <a:defRPr sz="1400" dirty="0" err="1">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1">
        <a:dk1>
          <a:srgbClr val="000000"/>
        </a:dk1>
        <a:lt1>
          <a:srgbClr val="FFFFFF"/>
        </a:lt1>
        <a:dk2>
          <a:srgbClr val="FFFFFF"/>
        </a:dk2>
        <a:lt2>
          <a:srgbClr val="FFFFFF"/>
        </a:lt2>
        <a:accent1>
          <a:srgbClr val="003A79"/>
        </a:accent1>
        <a:accent2>
          <a:srgbClr val="406B9B"/>
        </a:accent2>
        <a:accent3>
          <a:srgbClr val="F18B40"/>
        </a:accent3>
        <a:accent4>
          <a:srgbClr val="F1CE40"/>
        </a:accent4>
        <a:accent5>
          <a:srgbClr val="C0CCE4"/>
        </a:accent5>
        <a:accent6>
          <a:srgbClr val="808080"/>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 name="Custom Color6">
      <a:srgbClr val="40915B"/>
    </a:custClr>
  </a:custClrLst>
  <a:extLst>
    <a:ext uri="{05A4C25C-085E-4340-85A3-A5531E510DB2}">
      <thm15:themeFamily xmlns:thm15="http://schemas.microsoft.com/office/thememl/2012/main" name="EN_INTESA SP_16x9_OF_v1.potx" id="{555C47BB-310E-458F-A081-409051E6D1C8}" vid="{E8D08065-BF1B-4C42-98AF-EF04541E6F0E}"/>
    </a:ext>
  </a:extLst>
</a:theme>
</file>

<file path=ppt/theme/theme2.xml><?xml version="1.0" encoding="utf-8"?>
<a:theme xmlns:a="http://schemas.openxmlformats.org/drawingml/2006/main" name="4_White">
  <a:themeElements>
    <a:clrScheme name="Scheme1">
      <a:dk1>
        <a:srgbClr val="000000"/>
      </a:dk1>
      <a:lt1>
        <a:srgbClr val="FFFFFF"/>
      </a:lt1>
      <a:dk2>
        <a:srgbClr val="003A79"/>
      </a:dk2>
      <a:lt2>
        <a:srgbClr val="FFFFFF"/>
      </a:lt2>
      <a:accent1>
        <a:srgbClr val="406B9B"/>
      </a:accent1>
      <a:accent2>
        <a:srgbClr val="F18B40"/>
      </a:accent2>
      <a:accent3>
        <a:srgbClr val="F1CE40"/>
      </a:accent3>
      <a:accent4>
        <a:srgbClr val="A1B3D7"/>
      </a:accent4>
      <a:accent5>
        <a:srgbClr val="C0CCE4"/>
      </a:accent5>
      <a:accent6>
        <a:srgbClr val="7F7F7F"/>
      </a:accent6>
      <a:hlink>
        <a:srgbClr val="0000FF"/>
      </a:hlink>
      <a:folHlink>
        <a:srgbClr val="800080"/>
      </a:folHlink>
    </a:clrScheme>
    <a:fontScheme name="Custom">
      <a:majorFont>
        <a:latin typeface="Century Gothic"/>
        <a:ea typeface=""/>
        <a:cs typeface=""/>
      </a:majorFont>
      <a:minorFont>
        <a:latin typeface="Century Gothic"/>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66"/>
        </a:solidFill>
        <a:ln w="6350" cap="sq">
          <a:noFill/>
          <a:miter lim="800000"/>
        </a:ln>
      </a:spPr>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defPPr algn="l">
          <a:spcBef>
            <a:spcPts val="300"/>
          </a:spcBef>
          <a:spcAft>
            <a:spcPts val="300"/>
          </a:spcAft>
          <a:defRPr sz="1600" dirty="0" err="1">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1">
        <a:dk1>
          <a:srgbClr val="000000"/>
        </a:dk1>
        <a:lt1>
          <a:srgbClr val="FFFFFF"/>
        </a:lt1>
        <a:dk2>
          <a:srgbClr val="003A79"/>
        </a:dk2>
        <a:lt2>
          <a:srgbClr val="FFFFFF"/>
        </a:lt2>
        <a:accent1>
          <a:srgbClr val="406B9B"/>
        </a:accent1>
        <a:accent2>
          <a:srgbClr val="F18B40"/>
        </a:accent2>
        <a:accent3>
          <a:srgbClr val="F1CE40"/>
        </a:accent3>
        <a:accent4>
          <a:srgbClr val="A1B3D7"/>
        </a:accent4>
        <a:accent5>
          <a:srgbClr val="C0CCE4"/>
        </a:accent5>
        <a:accent6>
          <a:srgbClr val="7F7F7F"/>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 name="Custom Color6">
      <a:srgbClr val="40915B"/>
    </a:custClr>
    <a:custClr name="Custom Color7">
      <a:srgbClr val="E46C0A"/>
    </a:custClr>
  </a:custClrLst>
  <a:extLst>
    <a:ext uri="{05A4C25C-085E-4340-85A3-A5531E510DB2}">
      <thm15:themeFamily xmlns:thm15="http://schemas.microsoft.com/office/thememl/2012/main" name="INTESA SP workshop Nemola.potx" id="{544EF93A-D6A7-4905-BEA6-C06B701636AE}" vid="{CF7B24AB-6AB4-44F2-8C7A-1C102D762DE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 Id="rId3" Type="http://schemas.microsoft.com/office/2011/relationships/webextension" Target="webextension3.xml"/><Relationship Id="rId4" Type="http://schemas.microsoft.com/office/2011/relationships/webextension" Target="webextension4.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 dockstate="right" visibility="0" width="525" row="3">
    <wetp:webextensionref xmlns:r="http://schemas.openxmlformats.org/officeDocument/2006/relationships" r:id="rId2"/>
  </wetp:taskpane>
  <wetp:taskpane dockstate="right" visibility="0" width="525" row="8">
    <wetp:webextensionref xmlns:r="http://schemas.openxmlformats.org/officeDocument/2006/relationships" r:id="rId3"/>
  </wetp:taskpane>
  <wetp:taskpane dockstate="right" visibility="0" width="525" row="6">
    <wetp:webextensionref xmlns:r="http://schemas.openxmlformats.org/officeDocument/2006/relationships" r:id="rId4"/>
  </wetp:taskpane>
</wetp:taskpanes>
</file>

<file path=ppt/webextensions/webextension1.xml><?xml version="1.0" encoding="utf-8"?>
<we:webextension xmlns:we="http://schemas.microsoft.com/office/webextensions/webextension/2010/11" id="{CD508455-D685-4996-8E93-03972A911852}">
  <we:reference id="5332053f-08b1-4ad5-b936-144d44d33f40" version="2.1.0.2"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DF7C40C7-6DBF-4009-8839-3528B2D08635}">
  <we:reference id="e74ca2a7-5e50-4ebf-bfa5-bb75c7950374" version="4.0.0.0" store="EXCatalog" storeType="EXCatalog"/>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274AE5B4-552A-449D-B811-0A550226C1E1}">
  <we:reference id="7888317b-a425-4590-9747-4c188fd7be2e" version="2.40.2.0" store="EXCatalog" storeType="EXCatalog"/>
  <we:alternateReferences/>
  <we:properties/>
  <we:bindings/>
  <we:snapshot xmlns:r="http://schemas.openxmlformats.org/officeDocument/2006/relationships"/>
</we:webextension>
</file>

<file path=ppt/webextensions/webextension4.xml><?xml version="1.0" encoding="utf-8"?>
<we:webextension xmlns:we="http://schemas.microsoft.com/office/webextensions/webextension/2010/11" id="{48222189-81A0-489E-AB22-92305562E975}">
  <we:reference id="f5f369e5-aa35-49d7-ad7b-638152ddb008" version="1.0.0.1" store="EXCatalog" storeType="EXCatalog"/>
  <we:alternateReferences>
    <we:reference id="WA200010001" version="1.0.0.1" store="en-US" storeType="OMEX"/>
  </we:alternateReferences>
  <we:properties>
    <we:property name="claude.fileId" value="&quot;c6ff01a1-0bdd-4a0b-b4c6-b1d1c2f4d893&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item1.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NUYUMC3YKUZT-1192327425-511</_dlc_DocId>
    <_dlc_DocIdUrl xmlns="9973c9e5-f3a6-41bd-a186-9800b6bd0863">
      <Url>https://mckinsey.sharepoint.com/sites/spe-int-gs2ep6wyydgu32/_layouts/15/DocIdRedir.aspx?ID=NUYUMC3YKUZT-1192327425-511</Url>
      <Description>NUYUMC3YKUZT-1192327425-511</Description>
    </_dlc_DocIdUrl>
    <lcf76f155ced4ddcb4097134ff3c332f xmlns="b872b75f-cef8-4024-9dba-b15da525f05b">
      <Terms xmlns="http://schemas.microsoft.com/office/infopath/2007/PartnerControls"/>
    </lcf76f155ced4ddcb4097134ff3c332f>
    <TaxCatchAll xmlns="9973c9e5-f3a6-41bd-a186-9800b6bd0863" xsi:nil="true"/>
  </documentManagement>
</p:properties>
</file>

<file path=customXml/item2.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NUYUMC3YKUZT-1192327425-461</_dlc_DocId>
    <_dlc_DocIdUrl xmlns="9973c9e5-f3a6-41bd-a186-9800b6bd0863">
      <Url>https://mckinsey.sharepoint.com/sites/spe-int-gs2ep6wyydgu32/_layouts/15/DocIdRedir.aspx?ID=NUYUMC3YKUZT-1192327425-461</Url>
      <Description>NUYUMC3YKUZT-1192327425-461</Description>
    </_dlc_DocIdUrl>
    <lcf76f155ced4ddcb4097134ff3c332f xmlns="b872b75f-cef8-4024-9dba-b15da525f05b">
      <Terms xmlns="http://schemas.microsoft.com/office/infopath/2007/PartnerControls"/>
    </lcf76f155ced4ddcb4097134ff3c332f>
    <TaxCatchAll xmlns="9973c9e5-f3a6-41bd-a186-9800b6bd0863" xsi:nil="true"/>
  </documentManagement>
</p:properties>
</file>

<file path=customXml/item3.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NUYUMC3YKUZT-1192327425-563</_dlc_DocId>
    <_dlc_DocIdUrl xmlns="9973c9e5-f3a6-41bd-a186-9800b6bd0863">
      <Url>https://mckinsey.sharepoint.com/sites/spe-int-gs2ep6wyydgu32/_layouts/15/DocIdRedir.aspx?ID=NUYUMC3YKUZT-1192327425-563</Url>
      <Description>NUYUMC3YKUZT-1192327425-563</Description>
    </_dlc_DocIdUrl>
    <lcf76f155ced4ddcb4097134ff3c332f xmlns="b872b75f-cef8-4024-9dba-b15da525f05b">
      <Terms xmlns="http://schemas.microsoft.com/office/infopath/2007/PartnerControls"/>
    </lcf76f155ced4ddcb4097134ff3c332f>
    <TaxCatchAll xmlns="9973c9e5-f3a6-41bd-a186-9800b6bd0863" xsi:nil="true"/>
  </documentManagement>
</p:properties>
</file>

<file path=customXml/item4.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NUYUMC3YKUZT-1192327425-470</_dlc_DocId>
    <_dlc_DocIdUrl xmlns="9973c9e5-f3a6-41bd-a186-9800b6bd0863">
      <Url>https://mckinsey.sharepoint.com/sites/spe-int-gs2ep6wyydgu32/_layouts/15/DocIdRedir.aspx?ID=NUYUMC3YKUZT-1192327425-470</Url>
      <Description>NUYUMC3YKUZT-1192327425-470</Description>
    </_dlc_DocIdUrl>
    <lcf76f155ced4ddcb4097134ff3c332f xmlns="b872b75f-cef8-4024-9dba-b15da525f05b">
      <Terms xmlns="http://schemas.microsoft.com/office/infopath/2007/PartnerControls"/>
    </lcf76f155ced4ddcb4097134ff3c332f>
    <TaxCatchAll xmlns="9973c9e5-f3a6-41bd-a186-9800b6bd0863" xsi:nil="true"/>
  </documentManagement>
</p:properties>
</file>

<file path=customXml/item5.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NUYUMC3YKUZT-1192327425-866</_dlc_DocId>
    <_dlc_DocIdUrl xmlns="9973c9e5-f3a6-41bd-a186-9800b6bd0863">
      <Url>https://mckinsey.sharepoint.com/sites/spe-int-gs2ep6wyydgu32/_layouts/15/DocIdRedir.aspx?ID=NUYUMC3YKUZT-1192327425-866</Url>
      <Description>NUYUMC3YKUZT-1192327425-866</Description>
    </_dlc_DocIdUrl>
    <lcf76f155ced4ddcb4097134ff3c332f xmlns="b872b75f-cef8-4024-9dba-b15da525f05b">
      <Terms xmlns="http://schemas.microsoft.com/office/infopath/2007/PartnerControls"/>
    </lcf76f155ced4ddcb4097134ff3c332f>
    <TaxCatchAll xmlns="9973c9e5-f3a6-41bd-a186-9800b6bd0863" xsi:nil="true"/>
  </documentManagement>
</p:properties>
</file>

<file path=customXml/item6.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NUYUMC3YKUZT-1192327425-982</_dlc_DocId>
    <_dlc_DocIdUrl xmlns="9973c9e5-f3a6-41bd-a186-9800b6bd0863">
      <Url>https://mckinsey.sharepoint.com/sites/spe-int-gs2ep6wyydgu32/_layouts/15/DocIdRedir.aspx?ID=NUYUMC3YKUZT-1192327425-982</Url>
      <Description>NUYUMC3YKUZT-1192327425-982</Description>
    </_dlc_DocIdUrl>
    <lcf76f155ced4ddcb4097134ff3c332f xmlns="b872b75f-cef8-4024-9dba-b15da525f05b">
      <Terms xmlns="http://schemas.microsoft.com/office/infopath/2007/PartnerControls"/>
    </lcf76f155ced4ddcb4097134ff3c332f>
    <TaxCatchAll xmlns="9973c9e5-f3a6-41bd-a186-9800b6bd0863" xsi:nil="true"/>
  </documentManagement>
</p:properties>
</file>

<file path=customXml/item7.xml><?xml version="1.0" encoding="utf-8"?>
<?mso-contentType ?>
<FormTemplates xmlns="http://schemas.microsoft.com/sharepoint/v3/contenttype/forms">
  <Display>DocumentLibraryForm</Display>
  <Edit>DocumentLibraryForm</Edit>
  <New>DocumentLibraryForm</New>
</FormTemplates>
</file>

<file path=customXml/item8.xml><?xml version="1.0" encoding="utf-8"?>
<?mso-contentType ?>
<FormTemplates xmlns="http://schemas.microsoft.com/sharepoint/v3/contenttype/forms">
  <Display>DocumentLibraryForm</Display>
  <Edit>DocumentLibraryForm</Edit>
  <New>DocumentLibraryForm</New>
</FormTemplates>
</file>

<file path=customXml/item9.xml><?xml version="1.0" encoding="utf-8"?>
<?mso-contentType ?>
<FormTemplates xmlns="http://schemas.microsoft.com/sharepoint/v3/contenttype/forms">
  <Display>DocumentLibraryForm</Display>
  <Edit>DocumentLibraryForm</Edit>
  <New>DocumentLibraryForm</New>
</FormTemplates>
</file>

<file path=customXml/item10.xml><?xml version="1.0" encoding="utf-8"?>
<?mso-contentType ?>
<FormTemplates xmlns="http://schemas.microsoft.com/sharepoint/v3/contenttype/forms">
  <Display>DocumentLibraryForm</Display>
  <Edit>DocumentLibraryForm</Edit>
  <New>DocumentLibraryForm</New>
</FormTemplates>
</file>

<file path=customXml/item11.xml><?xml version="1.0" encoding="utf-8"?>
<?mso-contentType ?>
<FormTemplates xmlns="http://schemas.microsoft.com/sharepoint/v3/contenttype/forms">
  <Display>DocumentLibraryForm</Display>
  <Edit>DocumentLibraryForm</Edit>
  <New>DocumentLibraryForm</New>
</FormTemplates>
</file>

<file path=customXml/item12.xml><?xml version="1.0" encoding="utf-8"?>
<ct:contentTypeSchema xmlns:ct="http://schemas.microsoft.com/office/2006/metadata/contentType" xmlns:ma="http://schemas.microsoft.com/office/2006/metadata/properties/metaAttributes" ct:_="" ma:_="" ma:contentTypeName="Document" ma:contentTypeID="0x010100899510F8B3E591479C8B65E47990A9F5" ma:contentTypeVersion="4" ma:contentTypeDescription="Create a new document." ma:contentTypeScope="" ma:versionID="22c3b288698305dfb19517a04e00d9af">
  <xsd:schema xmlns:xsd="http://www.w3.org/2001/XMLSchema" xmlns:xs="http://www.w3.org/2001/XMLSchema" xmlns:p="http://schemas.microsoft.com/office/2006/metadata/properties" xmlns:ns2="89b280c6-22b0-45b5-92fc-826ba1e77ac8" xmlns:ns3="0826db33-56cf-4453-a23b-dbd0d2d9b7e3" targetNamespace="http://schemas.microsoft.com/office/2006/metadata/properties" ma:root="true" ma:fieldsID="ca9cc8d94b3d8e83f8a70f6f6ee5f750" ns2:_="" ns3:_="">
    <xsd:import namespace="89b280c6-22b0-45b5-92fc-826ba1e77ac8"/>
    <xsd:import namespace="0826db33-56cf-4453-a23b-dbd0d2d9b7e3"/>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b280c6-22b0-45b5-92fc-826ba1e77ac8"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0826db33-56cf-4453-a23b-dbd0d2d9b7e3"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14.xml><?xml version="1.0" encoding="utf-8"?>
<p:properties xmlns:p="http://schemas.microsoft.com/office/2006/metadata/properties" xmlns:xsi="http://www.w3.org/2001/XMLSchema-instance" xmlns:pc="http://schemas.microsoft.com/office/infopath/2007/PartnerControls">
  <documentManagement>
    <_dlc_DocId xmlns="89b280c6-22b0-45b5-92fc-826ba1e77ac8">SEZPAJFRDM37-1318231577-15809</_dlc_DocId>
    <_dlc_DocIdUrl xmlns="89b280c6-22b0-45b5-92fc-826ba1e77ac8">
      <Url>https://mckinsey.sharepoint.com/sites/spe-ext-jk3sdl3plaoq408d4/_layouts/15/DocIdRedir.aspx?ID=SEZPAJFRDM37-1318231577-15809</Url>
      <Description>SEZPAJFRDM37-1318231577-15809</Description>
    </_dlc_DocIdUrl>
  </documentManagement>
</p:properties>
</file>

<file path=customXml/item15.xml><?xml version="1.0" encoding="utf-8"?>
<p:properties xmlns:p="http://schemas.microsoft.com/office/2006/metadata/properties" xmlns:xsi="http://www.w3.org/2001/XMLSchema-instance" xmlns:pc="http://schemas.microsoft.com/office/infopath/2007/PartnerControls">
  <documentManagement>
    <_dlc_DocId xmlns="89b280c6-22b0-45b5-92fc-826ba1e77ac8">NUYUMC3YKUZT-1192327425-619</_dlc_DocId>
    <_dlc_DocIdUrl xmlns="89b280c6-22b0-45b5-92fc-826ba1e77ac8">
      <Url>https://mckinsey.sharepoint.com/sites/spe-ext-jk3sdl3plaoq408d4/_layouts/15/DocIdRedir.aspx?ID=NUYUMC3YKUZT-1192327425-619</Url>
      <Description>NUYUMC3YKUZT-1192327425-619</Description>
    </_dlc_DocIdUrl>
  </documentManagement>
</p:properties>
</file>

<file path=customXml/item16.xml><?xml version="1.0" encoding="utf-8"?>
<?mso-contentType ?>
<FormTemplates xmlns="http://schemas.microsoft.com/sharepoint/v3/contenttype/forms">
  <Display>DocumentLibraryForm</Display>
  <Edit>DocumentLibraryForm</Edit>
  <New>DocumentLibraryForm</New>
</FormTemplates>
</file>

<file path=customXml/item17.xml><?xml version="1.0" encoding="utf-8"?>
<?mso-contentType ?>
<FormTemplates xmlns="http://schemas.microsoft.com/sharepoint/v3/contenttype/forms">
  <Display>DocumentLibraryForm</Display>
  <Edit>DocumentLibraryForm</Edit>
  <New>DocumentLibraryForm</New>
</FormTemplates>
</file>

<file path=customXml/item18.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NUYUMC3YKUZT-1192327425-981</_dlc_DocId>
    <_dlc_DocIdUrl xmlns="9973c9e5-f3a6-41bd-a186-9800b6bd0863">
      <Url>https://mckinsey.sharepoint.com/sites/spe-int-gs2ep6wyydgu32/_layouts/15/DocIdRedir.aspx?ID=NUYUMC3YKUZT-1192327425-981</Url>
      <Description>NUYUMC3YKUZT-1192327425-981</Description>
    </_dlc_DocIdUrl>
    <lcf76f155ced4ddcb4097134ff3c332f xmlns="b872b75f-cef8-4024-9dba-b15da525f05b">
      <Terms xmlns="http://schemas.microsoft.com/office/infopath/2007/PartnerControls"/>
    </lcf76f155ced4ddcb4097134ff3c332f>
    <TaxCatchAll xmlns="9973c9e5-f3a6-41bd-a186-9800b6bd0863" xsi:nil="true"/>
  </documentManagement>
</p:properties>
</file>

<file path=customXml/item19.xml><?xml version="1.0" encoding="utf-8"?>
<?mso-contentType ?>
<FormTemplates xmlns="http://schemas.microsoft.com/sharepoint/v3/contenttype/forms">
  <Display>DocumentLibraryForm</Display>
  <Edit>DocumentLibraryForm</Edit>
  <New>DocumentLibraryForm</New>
</FormTemplates>
</file>

<file path=customXml/item20.xml><?xml version="1.0" encoding="utf-8"?>
<?mso-contentType ?>
<FormTemplates xmlns="http://schemas.microsoft.com/sharepoint/v3/contenttype/forms">
  <Display>DocumentLibraryForm</Display>
  <Edit>DocumentLibraryForm</Edit>
  <New>DocumentLibraryForm</New>
</FormTemplates>
</file>

<file path=customXml/item21.xml><?xml version="1.0" encoding="utf-8"?>
<?mso-contentType ?>
<FormTemplates xmlns="http://schemas.microsoft.com/sharepoint/v3/contenttype/forms">
  <Display>DocumentLibraryForm</Display>
  <Edit>DocumentLibraryForm</Edit>
  <New>DocumentLibraryForm</New>
</FormTemplates>
</file>

<file path=customXml/item22.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NUYUMC3YKUZT-1192327425-124</_dlc_DocId>
    <_dlc_DocIdUrl xmlns="9973c9e5-f3a6-41bd-a186-9800b6bd0863">
      <Url>https://mckinsey.sharepoint.com/sites/spe-int-gs2ep6wyydgu32/_layouts/15/DocIdRedir.aspx?ID=NUYUMC3YKUZT-1192327425-124</Url>
      <Description>NUYUMC3YKUZT-1192327425-124</Description>
    </_dlc_DocIdUrl>
  </documentManagement>
</p:properties>
</file>

<file path=customXml/item23.xml><?xml version="1.0" encoding="utf-8"?>
<p:properties xmlns:p="http://schemas.microsoft.com/office/2006/metadata/properties" xmlns:xsi="http://www.w3.org/2001/XMLSchema-instance" xmlns:pc="http://schemas.microsoft.com/office/infopath/2007/PartnerControls">
  <documentManagement>
    <_dlc_DocId xmlns="89b280c6-22b0-45b5-92fc-826ba1e77ac8">NUYUMC3YKUZT-1192327425-980</_dlc_DocId>
    <_dlc_DocIdUrl xmlns="89b280c6-22b0-45b5-92fc-826ba1e77ac8">
      <Url>https://mckinsey.sharepoint.com/sites/spe-ext-jk3sdl3plaoq408d4/_layouts/15/DocIdRedir.aspx?ID=NUYUMC3YKUZT-1192327425-980</Url>
      <Description>NUYUMC3YKUZT-1192327425-980</Description>
    </_dlc_DocIdUrl>
  </documentManagement>
</p:properties>
</file>

<file path=customXml/item24.xml><?xml version="1.0" encoding="utf-8"?>
<?mso-contentType ?>
<FormTemplates xmlns="http://schemas.microsoft.com/sharepoint/v3/contenttype/forms">
  <Display>DocumentLibraryForm</Display>
  <Edit>DocumentLibraryForm</Edit>
  <New>DocumentLibraryForm</New>
</FormTemplates>
</file>

<file path=customXml/item25.xml><?xml version="1.0" encoding="utf-8"?>
<p:properties xmlns:p="http://schemas.microsoft.com/office/2006/metadata/properties" xmlns:xsi="http://www.w3.org/2001/XMLSchema-instance" xmlns:pc="http://schemas.microsoft.com/office/infopath/2007/PartnerControls">
  <documentManagement>
    <_dlc_DocId xmlns="89b280c6-22b0-45b5-92fc-826ba1e77ac8">NUYUMC3YKUZT-1192327425-570</_dlc_DocId>
    <_dlc_DocIdUrl xmlns="89b280c6-22b0-45b5-92fc-826ba1e77ac8">
      <Url>https://mckinsey.sharepoint.com/sites/spe-ext-jk3sdl3plaoq408d4/_layouts/15/DocIdRedir.aspx?ID=NUYUMC3YKUZT-1192327425-570</Url>
      <Description>NUYUMC3YKUZT-1192327425-570</Description>
    </_dlc_DocIdUrl>
  </documentManagement>
</p:properties>
</file>

<file path=customXml/item26.xml><?xml version="1.0" encoding="utf-8"?>
<p:properties xmlns:p="http://schemas.microsoft.com/office/2006/metadata/properties" xmlns:xsi="http://www.w3.org/2001/XMLSchema-instance" xmlns:pc="http://schemas.microsoft.com/office/infopath/2007/PartnerControls">
  <documentManagement>
    <_dlc_DocId xmlns="89b280c6-22b0-45b5-92fc-826ba1e77ac8">NUYUMC3YKUZT-1192327425-627</_dlc_DocId>
    <_dlc_DocIdUrl xmlns="89b280c6-22b0-45b5-92fc-826ba1e77ac8">
      <Url>https://mckinsey.sharepoint.com/sites/spe-ext-jk3sdl3plaoq408d4/_layouts/15/DocIdRedir.aspx?ID=NUYUMC3YKUZT-1192327425-627</Url>
      <Description>NUYUMC3YKUZT-1192327425-627</Description>
    </_dlc_DocIdUrl>
  </documentManagement>
</p:properties>
</file>

<file path=customXml/item27.xml><?xml version="1.0" encoding="utf-8"?>
<?mso-contentType ?>
<FormTemplates xmlns="http://schemas.microsoft.com/sharepoint/v3/contenttype/forms">
  <Display>DocumentLibraryForm</Display>
  <Edit>DocumentLibraryForm</Edit>
  <New>DocumentLibraryForm</New>
</FormTemplates>
</file>

<file path=customXml/item28.xml><?xml version="1.0" encoding="utf-8"?>
<?mso-contentType ?>
<FormTemplates xmlns="http://schemas.microsoft.com/sharepoint/v3/contenttype/forms">
  <Display>DocumentLibraryForm</Display>
  <Edit>DocumentLibraryForm</Edit>
  <New>DocumentLibraryForm</New>
</FormTemplates>
</file>

<file path=customXml/item29.xml><?xml version="1.0" encoding="utf-8"?>
<?mso-contentType ?>
<FormTemplates xmlns="http://schemas.microsoft.com/sharepoint/v3/contenttype/forms">
  <Display>DocumentLibraryForm</Display>
  <Edit>DocumentLibraryForm</Edit>
  <New>DocumentLibraryForm</New>
</FormTemplates>
</file>

<file path=customXml/item30.xml><?xml version="1.0" encoding="utf-8"?>
<?mso-contentType ?>
<FormTemplates xmlns="http://schemas.microsoft.com/sharepoint/v3/contenttype/forms">
  <Display>DocumentLibraryForm</Display>
  <Edit>DocumentLibraryForm</Edit>
  <New>DocumentLibraryForm</New>
</FormTemplates>
</file>

<file path=customXml/item31.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NUYUMC3YKUZT-1192327425-709</_dlc_DocId>
    <_dlc_DocIdUrl xmlns="9973c9e5-f3a6-41bd-a186-9800b6bd0863">
      <Url>https://mckinsey.sharepoint.com/sites/spe-int-gs2ep6wyydgu32/_layouts/15/DocIdRedir.aspx?ID=NUYUMC3YKUZT-1192327425-709</Url>
      <Description>NUYUMC3YKUZT-1192327425-709</Description>
    </_dlc_DocIdUrl>
    <lcf76f155ced4ddcb4097134ff3c332f xmlns="b872b75f-cef8-4024-9dba-b15da525f05b">
      <Terms xmlns="http://schemas.microsoft.com/office/infopath/2007/PartnerControls"/>
    </lcf76f155ced4ddcb4097134ff3c332f>
    <TaxCatchAll xmlns="9973c9e5-f3a6-41bd-a186-9800b6bd0863" xsi:nil="true"/>
  </documentManagement>
</p:properties>
</file>

<file path=customXml/item32.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NUYUMC3YKUZT-1192327425-300</_dlc_DocId>
    <_dlc_DocIdUrl xmlns="9973c9e5-f3a6-41bd-a186-9800b6bd0863">
      <Url>https://mckinsey.sharepoint.com/sites/spe-int-gs2ep6wyydgu32/_layouts/15/DocIdRedir.aspx?ID=NUYUMC3YKUZT-1192327425-300</Url>
      <Description>NUYUMC3YKUZT-1192327425-300</Description>
    </_dlc_DocIdUrl>
    <lcf76f155ced4ddcb4097134ff3c332f xmlns="b872b75f-cef8-4024-9dba-b15da525f05b">
      <Terms xmlns="http://schemas.microsoft.com/office/infopath/2007/PartnerControls"/>
    </lcf76f155ced4ddcb4097134ff3c332f>
    <TaxCatchAll xmlns="9973c9e5-f3a6-41bd-a186-9800b6bd0863" xsi:nil="true"/>
  </documentManagement>
</p:properties>
</file>

<file path=customXml/item33.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NUYUMC3YKUZT-1192327425-842</_dlc_DocId>
    <_dlc_DocIdUrl xmlns="9973c9e5-f3a6-41bd-a186-9800b6bd0863">
      <Url>https://mckinsey.sharepoint.com/sites/spe-int-gs2ep6wyydgu32/_layouts/15/DocIdRedir.aspx?ID=NUYUMC3YKUZT-1192327425-842</Url>
      <Description>NUYUMC3YKUZT-1192327425-842</Description>
    </_dlc_DocIdUrl>
    <lcf76f155ced4ddcb4097134ff3c332f xmlns="b872b75f-cef8-4024-9dba-b15da525f05b">
      <Terms xmlns="http://schemas.microsoft.com/office/infopath/2007/PartnerControls"/>
    </lcf76f155ced4ddcb4097134ff3c332f>
    <TaxCatchAll xmlns="9973c9e5-f3a6-41bd-a186-9800b6bd0863" xsi:nil="true"/>
  </documentManagement>
</p:properties>
</file>

<file path=customXml/item34.xml><?xml version="1.0" encoding="utf-8"?>
<p:properties xmlns:p="http://schemas.microsoft.com/office/2006/metadata/properties" xmlns:xsi="http://www.w3.org/2001/XMLSchema-instance" xmlns:pc="http://schemas.microsoft.com/office/infopath/2007/PartnerControls">
  <documentManagement>
    <_dlc_DocId xmlns="9973c9e5-f3a6-41bd-a186-9800b6bd0863">NUYUMC3YKUZT-1192327425-886</_dlc_DocId>
    <_dlc_DocIdUrl xmlns="9973c9e5-f3a6-41bd-a186-9800b6bd0863">
      <Url>https://mckinsey.sharepoint.com/sites/spe-int-gs2ep6wyydgu32/_layouts/15/DocIdRedir.aspx?ID=NUYUMC3YKUZT-1192327425-886</Url>
      <Description>NUYUMC3YKUZT-1192327425-886</Description>
    </_dlc_DocIdUrl>
    <lcf76f155ced4ddcb4097134ff3c332f xmlns="b872b75f-cef8-4024-9dba-b15da525f05b">
      <Terms xmlns="http://schemas.microsoft.com/office/infopath/2007/PartnerControls"/>
    </lcf76f155ced4ddcb4097134ff3c332f>
    <TaxCatchAll xmlns="9973c9e5-f3a6-41bd-a186-9800b6bd0863" xsi:nil="true"/>
  </documentManagement>
</p:properties>
</file>

<file path=customXml/item35.xml><?xml version="1.0" encoding="utf-8"?>
<p:properties xmlns:p="http://schemas.microsoft.com/office/2006/metadata/properties" xmlns:xsi="http://www.w3.org/2001/XMLSchema-instance" xmlns:pc="http://schemas.microsoft.com/office/infopath/2007/PartnerControls">
  <documentManagement>
    <_dlc_DocId xmlns="89b280c6-22b0-45b5-92fc-826ba1e77ac8">JFRMURU4Y67R-1620721795-11</_dlc_DocId>
    <_dlc_DocIdUrl xmlns="89b280c6-22b0-45b5-92fc-826ba1e77ac8">
      <Url>https://mckinsey.sharepoint.com/sites/spe-ext-jk3sdl3plaoq408d4/_layouts/15/DocIdRedir.aspx?ID=JFRMURU4Y67R-1620721795-11</Url>
      <Description>JFRMURU4Y67R-1620721795-11</Description>
    </_dlc_DocIdUrl>
  </documentManagement>
</p:properties>
</file>

<file path=customXml/item36.xml><?xml version="1.0" encoding="utf-8"?>
<?mso-contentType ?>
<FormTemplates xmlns="http://schemas.microsoft.com/sharepoint/v3/contenttype/forms">
  <Display>DocumentLibraryForm</Display>
  <Edit>DocumentLibraryForm</Edit>
  <New>DocumentLibraryForm</New>
</FormTemplates>
</file>

<file path=customXml/item37.xml><?xml version="1.0" encoding="utf-8"?>
<?mso-contentType ?>
<FormTemplates xmlns="http://schemas.microsoft.com/sharepoint/v3/contenttype/forms">
  <Display>DocumentLibraryForm</Display>
  <Edit>DocumentLibraryForm</Edit>
  <New>DocumentLibraryForm</New>
</FormTemplates>
</file>

<file path=customXml/item38.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ECF9822-01BA-4746-B002-C98088650553}">
  <ds:schemaRefs>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4E47408-D315-4E48-A3E1-C39932D519AB}">
  <ds:schemaRefs>
    <ds:schemaRef ds:uri="38c873f2-20bf-4438-a24f-885d3d60d513"/>
    <ds:schemaRef ds:uri="43299741-acff-448f-a75b-d1b0f653f70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159D56E-E389-49F2-8FE6-1A0017CE783A}">
  <ds:schemaRefs>
    <ds:schemaRef ds:uri="38c873f2-20bf-4438-a24f-885d3d60d513"/>
    <ds:schemaRef ds:uri="43299741-acff-448f-a75b-d1b0f653f70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3B43EC4B-26FC-4598-89A4-58A410157171}">
  <ds:schemaRefs>
    <ds:schemaRef ds:uri="38c873f2-20bf-4438-a24f-885d3d60d513"/>
    <ds:schemaRef ds:uri="43299741-acff-448f-a75b-d1b0f653f70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5.xml><?xml version="1.0" encoding="utf-8"?>
<ds:datastoreItem xmlns:ds="http://schemas.openxmlformats.org/officeDocument/2006/customXml" ds:itemID="{9C80EF06-7B42-4454-B89A-059306E42AC2}">
  <ds:schemaRefs>
    <ds:schemaRef ds:uri="38c873f2-20bf-4438-a24f-885d3d60d513"/>
    <ds:schemaRef ds:uri="43299741-acff-448f-a75b-d1b0f653f70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6.xml><?xml version="1.0" encoding="utf-8"?>
<ds:datastoreItem xmlns:ds="http://schemas.openxmlformats.org/officeDocument/2006/customXml" ds:itemID="{CB7A0F1B-04D1-4B59-A56F-21B5A183833A}">
  <ds:schemaRefs>
    <ds:schemaRef ds:uri="38c873f2-20bf-4438-a24f-885d3d60d513"/>
    <ds:schemaRef ds:uri="43299741-acff-448f-a75b-d1b0f653f70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7.xml><?xml version="1.0" encoding="utf-8"?>
<ds:datastoreItem xmlns:ds="http://schemas.openxmlformats.org/officeDocument/2006/customXml" ds:itemID="{E526073B-99C7-4399-A50D-E561D1BC6430}">
  <ds:schemaRefs>
    <ds:schemaRef ds:uri="http://schemas.microsoft.com/sharepoint/v3/contenttype/forms"/>
  </ds:schemaRefs>
</ds:datastoreItem>
</file>

<file path=customXml/itemProps8.xml><?xml version="1.0" encoding="utf-8"?>
<ds:datastoreItem xmlns:ds="http://schemas.openxmlformats.org/officeDocument/2006/customXml" ds:itemID="{12CBE670-ACDA-42B6-8572-5B59393A0FCE}">
  <ds:schemaRefs>
    <ds:schemaRef ds:uri="http://schemas.microsoft.com/sharepoint/v3/contenttype/forms"/>
  </ds:schemaRefs>
</ds:datastoreItem>
</file>

<file path=customXml/itemProps9.xml><?xml version="1.0" encoding="utf-8"?>
<ds:datastoreItem xmlns:ds="http://schemas.openxmlformats.org/officeDocument/2006/customXml" ds:itemID="{72FCD082-279B-4750-BE6A-BD0D67EBF70E}">
  <ds:schemaRefs>
    <ds:schemaRef ds:uri="http://schemas.microsoft.com/sharepoint/v3/contenttype/forms"/>
  </ds:schemaRefs>
</ds:datastoreItem>
</file>

<file path=customXml/itemProps10.xml><?xml version="1.0" encoding="utf-8"?>
<ds:datastoreItem xmlns:ds="http://schemas.openxmlformats.org/officeDocument/2006/customXml" ds:itemID="{4BB9D3EC-1BB2-4EC9-8D16-0690D5952CE8}">
  <ds:schemaRefs>
    <ds:schemaRef ds:uri="http://schemas.microsoft.com/sharepoint/v3/contenttype/forms"/>
  </ds:schemaRefs>
</ds:datastoreItem>
</file>

<file path=customXml/itemProps11.xml><?xml version="1.0" encoding="utf-8"?>
<ds:datastoreItem xmlns:ds="http://schemas.openxmlformats.org/officeDocument/2006/customXml" ds:itemID="{853E2432-AC83-42E1-8A3F-F89D4C02A847}">
  <ds:schemaRefs>
    <ds:schemaRef ds:uri="http://schemas.microsoft.com/sharepoint/v3/contenttype/forms"/>
  </ds:schemaRefs>
</ds:datastoreItem>
</file>

<file path=customXml/itemProps12.xml><?xml version="1.0" encoding="utf-8"?>
<ds:datastoreItem xmlns:ds="http://schemas.openxmlformats.org/officeDocument/2006/customXml" ds:itemID="{AAB082B5-B0EB-485B-8527-D74BEDB1D604}">
  <ds:schemaRefs>
    <ds:schemaRef ds:uri="0826db33-56cf-4453-a23b-dbd0d2d9b7e3"/>
    <ds:schemaRef ds:uri="89b280c6-22b0-45b5-92fc-826ba1e77ac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13.xml><?xml version="1.0" encoding="utf-8"?>
<ds:datastoreItem xmlns:ds="http://schemas.openxmlformats.org/officeDocument/2006/customXml" ds:itemID="{C440915E-59A7-4995-9DDA-30DEC21CF0D9}">
  <ds:schemaRefs>
    <ds:schemaRef ds:uri="http://schemas.microsoft.com/sharepoint/events"/>
  </ds:schemaRefs>
</ds:datastoreItem>
</file>

<file path=customXml/itemProps14.xml><?xml version="1.0" encoding="utf-8"?>
<ds:datastoreItem xmlns:ds="http://schemas.openxmlformats.org/officeDocument/2006/customXml" ds:itemID="{DA2C05A2-1A50-40D0-BC1F-139A4C674433}">
  <ds:schemaRefs>
    <ds:schemaRef ds:uri="38c873f2-20bf-4438-a24f-885d3d60d513"/>
    <ds:schemaRef ds:uri="43299741-acff-448f-a75b-d1b0f653f708"/>
    <ds:schemaRef ds:uri="89b280c6-22b0-45b5-92fc-826ba1e77ac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15.xml><?xml version="1.0" encoding="utf-8"?>
<ds:datastoreItem xmlns:ds="http://schemas.openxmlformats.org/officeDocument/2006/customXml" ds:itemID="{3281DEB5-6D78-4296-8B79-0D0CAD51AD0D}">
  <ds:schemaRefs>
    <ds:schemaRef ds:uri="38c873f2-20bf-4438-a24f-885d3d60d513"/>
    <ds:schemaRef ds:uri="43299741-acff-448f-a75b-d1b0f653f708"/>
    <ds:schemaRef ds:uri="89b280c6-22b0-45b5-92fc-826ba1e77ac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16.xml><?xml version="1.0" encoding="utf-8"?>
<ds:datastoreItem xmlns:ds="http://schemas.openxmlformats.org/officeDocument/2006/customXml" ds:itemID="{0C8BBFC1-0E21-435A-BEFD-B021B5B7D969}">
  <ds:schemaRefs>
    <ds:schemaRef ds:uri="http://schemas.microsoft.com/sharepoint/v3/contenttype/forms"/>
  </ds:schemaRefs>
</ds:datastoreItem>
</file>

<file path=customXml/itemProps17.xml><?xml version="1.0" encoding="utf-8"?>
<ds:datastoreItem xmlns:ds="http://schemas.openxmlformats.org/officeDocument/2006/customXml" ds:itemID="{3DFCC5F1-C027-4D56-A358-7DB1CC98C526}">
  <ds:schemaRefs>
    <ds:schemaRef ds:uri="http://schemas.microsoft.com/sharepoint/v3/contenttype/forms"/>
  </ds:schemaRefs>
</ds:datastoreItem>
</file>

<file path=customXml/itemProps18.xml><?xml version="1.0" encoding="utf-8"?>
<ds:datastoreItem xmlns:ds="http://schemas.openxmlformats.org/officeDocument/2006/customXml" ds:itemID="{65A4F873-9AEF-48F6-A12A-0F7E7F4EAFC3}">
  <ds:schemaRefs>
    <ds:schemaRef ds:uri="38c873f2-20bf-4438-a24f-885d3d60d513"/>
    <ds:schemaRef ds:uri="43299741-acff-448f-a75b-d1b0f653f70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19.xml><?xml version="1.0" encoding="utf-8"?>
<ds:datastoreItem xmlns:ds="http://schemas.openxmlformats.org/officeDocument/2006/customXml" ds:itemID="{9CEE7E30-F786-412A-9C58-84D1DA12C0E4}">
  <ds:schemaRefs>
    <ds:schemaRef ds:uri="http://schemas.microsoft.com/sharepoint/v3/contenttype/forms"/>
  </ds:schemaRefs>
</ds:datastoreItem>
</file>

<file path=customXml/itemProps20.xml><?xml version="1.0" encoding="utf-8"?>
<ds:datastoreItem xmlns:ds="http://schemas.openxmlformats.org/officeDocument/2006/customXml" ds:itemID="{D2744DDD-2D9F-4DC0-AF73-5EC59DBB5793}">
  <ds:schemaRefs>
    <ds:schemaRef ds:uri="http://schemas.microsoft.com/sharepoint/v3/contenttype/forms"/>
  </ds:schemaRefs>
</ds:datastoreItem>
</file>

<file path=customXml/itemProps21.xml><?xml version="1.0" encoding="utf-8"?>
<ds:datastoreItem xmlns:ds="http://schemas.openxmlformats.org/officeDocument/2006/customXml" ds:itemID="{F9B3A488-C979-4EA3-A900-1249376D9AD2}">
  <ds:schemaRefs>
    <ds:schemaRef ds:uri="http://schemas.microsoft.com/sharepoint/v3/contenttype/forms"/>
  </ds:schemaRefs>
</ds:datastoreItem>
</file>

<file path=customXml/itemProps22.xml><?xml version="1.0" encoding="utf-8"?>
<ds:datastoreItem xmlns:ds="http://schemas.openxmlformats.org/officeDocument/2006/customXml" ds:itemID="{7F07A24C-ACF6-4A06-9CD9-EBA49B24F0F8}">
  <ds:schemaRefs>
    <ds:schemaRef ds:uri="38c873f2-20bf-4438-a24f-885d3d60d513"/>
    <ds:schemaRef ds:uri="43299741-acff-448f-a75b-d1b0f653f708"/>
    <ds:schemaRef ds:uri="9973c9e5-f3a6-41bd-a186-9800b6bd086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3.xml><?xml version="1.0" encoding="utf-8"?>
<ds:datastoreItem xmlns:ds="http://schemas.openxmlformats.org/officeDocument/2006/customXml" ds:itemID="{0401B736-DBD7-4C3A-8A8B-AD998451BA12}">
  <ds:schemaRefs>
    <ds:schemaRef ds:uri="38c873f2-20bf-4438-a24f-885d3d60d513"/>
    <ds:schemaRef ds:uri="43299741-acff-448f-a75b-d1b0f653f708"/>
    <ds:schemaRef ds:uri="89b280c6-22b0-45b5-92fc-826ba1e77ac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4.xml><?xml version="1.0" encoding="utf-8"?>
<ds:datastoreItem xmlns:ds="http://schemas.openxmlformats.org/officeDocument/2006/customXml" ds:itemID="{160DDCDD-EE1C-48C3-BD4D-3A717787EC45}">
  <ds:schemaRefs>
    <ds:schemaRef ds:uri="http://schemas.microsoft.com/sharepoint/v3/contenttype/forms"/>
  </ds:schemaRefs>
</ds:datastoreItem>
</file>

<file path=customXml/itemProps25.xml><?xml version="1.0" encoding="utf-8"?>
<ds:datastoreItem xmlns:ds="http://schemas.openxmlformats.org/officeDocument/2006/customXml" ds:itemID="{5A581D49-64F7-46AA-A9FA-C8A6D5D45BB7}">
  <ds:schemaRefs>
    <ds:schemaRef ds:uri="38c873f2-20bf-4438-a24f-885d3d60d513"/>
    <ds:schemaRef ds:uri="43299741-acff-448f-a75b-d1b0f653f708"/>
    <ds:schemaRef ds:uri="89b280c6-22b0-45b5-92fc-826ba1e77ac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6.xml><?xml version="1.0" encoding="utf-8"?>
<ds:datastoreItem xmlns:ds="http://schemas.openxmlformats.org/officeDocument/2006/customXml" ds:itemID="{9224E66A-B9F4-4505-BA08-279A7281F96D}">
  <ds:schemaRefs>
    <ds:schemaRef ds:uri="0826db33-56cf-4453-a23b-dbd0d2d9b7e3"/>
    <ds:schemaRef ds:uri="89b280c6-22b0-45b5-92fc-826ba1e77ac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7.xml><?xml version="1.0" encoding="utf-8"?>
<ds:datastoreItem xmlns:ds="http://schemas.openxmlformats.org/officeDocument/2006/customXml" ds:itemID="{AF0E8998-6829-4432-B4BC-8690064127F8}">
  <ds:schemaRefs>
    <ds:schemaRef ds:uri="http://schemas.microsoft.com/sharepoint/v3/contenttype/forms"/>
  </ds:schemaRefs>
</ds:datastoreItem>
</file>

<file path=customXml/itemProps28.xml><?xml version="1.0" encoding="utf-8"?>
<ds:datastoreItem xmlns:ds="http://schemas.openxmlformats.org/officeDocument/2006/customXml" ds:itemID="{E4C10CBB-8D6E-42E5-BDBF-B0E622EC18B5}">
  <ds:schemaRefs>
    <ds:schemaRef ds:uri="http://schemas.microsoft.com/sharepoint/v3/contenttype/forms"/>
  </ds:schemaRefs>
</ds:datastoreItem>
</file>

<file path=customXml/itemProps29.xml><?xml version="1.0" encoding="utf-8"?>
<ds:datastoreItem xmlns:ds="http://schemas.openxmlformats.org/officeDocument/2006/customXml" ds:itemID="{36437743-872A-40C0-BACF-8E4CDA7807D5}">
  <ds:schemaRefs>
    <ds:schemaRef ds:uri="http://schemas.microsoft.com/sharepoint/v3/contenttype/forms"/>
  </ds:schemaRefs>
</ds:datastoreItem>
</file>

<file path=customXml/itemProps30.xml><?xml version="1.0" encoding="utf-8"?>
<ds:datastoreItem xmlns:ds="http://schemas.openxmlformats.org/officeDocument/2006/customXml" ds:itemID="{C9AFD243-25C7-4BD0-A234-48DD6D8FE0A9}">
  <ds:schemaRefs>
    <ds:schemaRef ds:uri="http://schemas.microsoft.com/sharepoint/v3/contenttype/forms"/>
  </ds:schemaRefs>
</ds:datastoreItem>
</file>

<file path=customXml/itemProps31.xml><?xml version="1.0" encoding="utf-8"?>
<ds:datastoreItem xmlns:ds="http://schemas.openxmlformats.org/officeDocument/2006/customXml" ds:itemID="{129C278A-2D62-4069-B4EE-FF8A696AA05E}">
  <ds:schemaRefs>
    <ds:schemaRef ds:uri="38c873f2-20bf-4438-a24f-885d3d60d513"/>
    <ds:schemaRef ds:uri="43299741-acff-448f-a75b-d1b0f653f70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2.xml><?xml version="1.0" encoding="utf-8"?>
<ds:datastoreItem xmlns:ds="http://schemas.openxmlformats.org/officeDocument/2006/customXml" ds:itemID="{361B9318-E6EF-4730-BFC3-BFD04CD74560}">
  <ds:schemaRefs>
    <ds:schemaRef ds:uri="38c873f2-20bf-4438-a24f-885d3d60d513"/>
    <ds:schemaRef ds:uri="43299741-acff-448f-a75b-d1b0f653f70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3.xml><?xml version="1.0" encoding="utf-8"?>
<ds:datastoreItem xmlns:ds="http://schemas.openxmlformats.org/officeDocument/2006/customXml" ds:itemID="{4B72C773-80B3-4272-987F-190C20AED9E4}">
  <ds:schemaRefs>
    <ds:schemaRef ds:uri="38c873f2-20bf-4438-a24f-885d3d60d513"/>
    <ds:schemaRef ds:uri="43299741-acff-448f-a75b-d1b0f653f70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4.xml><?xml version="1.0" encoding="utf-8"?>
<ds:datastoreItem xmlns:ds="http://schemas.openxmlformats.org/officeDocument/2006/customXml" ds:itemID="{69234C3B-8B6A-4330-970C-64CE3306D12F}">
  <ds:schemaRefs>
    <ds:schemaRef ds:uri="38c873f2-20bf-4438-a24f-885d3d60d513"/>
    <ds:schemaRef ds:uri="43299741-acff-448f-a75b-d1b0f653f70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5.xml><?xml version="1.0" encoding="utf-8"?>
<ds:datastoreItem xmlns:ds="http://schemas.openxmlformats.org/officeDocument/2006/customXml" ds:itemID="{D38DDD9D-0573-40F7-A976-83014C12007F}">
  <ds:schemaRefs>
    <ds:schemaRef ds:uri="38c873f2-20bf-4438-a24f-885d3d60d513"/>
    <ds:schemaRef ds:uri="43299741-acff-448f-a75b-d1b0f653f708"/>
    <ds:schemaRef ds:uri="89b280c6-22b0-45b5-92fc-826ba1e77ac8"/>
    <ds:schemaRef ds:uri="9973c9e5-f3a6-41bd-a186-9800b6bd0863"/>
    <ds:schemaRef ds:uri="b872b75f-cef8-4024-9dba-b15da525f0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6.xml><?xml version="1.0" encoding="utf-8"?>
<ds:datastoreItem xmlns:ds="http://schemas.openxmlformats.org/officeDocument/2006/customXml" ds:itemID="{2CABE7D3-3215-48C4-9EF1-D89C36CF6BD1}">
  <ds:schemaRefs>
    <ds:schemaRef ds:uri="http://schemas.microsoft.com/sharepoint/v3/contenttype/forms"/>
  </ds:schemaRefs>
</ds:datastoreItem>
</file>

<file path=customXml/itemProps37.xml><?xml version="1.0" encoding="utf-8"?>
<ds:datastoreItem xmlns:ds="http://schemas.openxmlformats.org/officeDocument/2006/customXml" ds:itemID="{9DF642FB-F4AD-4FA5-A352-13036E1ACA3B}">
  <ds:schemaRefs>
    <ds:schemaRef ds:uri="http://schemas.microsoft.com/sharepoint/v3/contenttype/forms"/>
  </ds:schemaRefs>
</ds:datastoreItem>
</file>

<file path=customXml/itemProps38.xml><?xml version="1.0" encoding="utf-8"?>
<ds:datastoreItem xmlns:ds="http://schemas.openxmlformats.org/officeDocument/2006/customXml" ds:itemID="{827872B4-DC3D-4BCA-B779-AB4B2FEABA05}">
  <ds:schemaRefs>
    <ds:schemaRef ds:uri="http://schemas.microsoft.com/sharepoint/v3/contenttype/forms"/>
  </ds:schemaRefs>
</ds:datastoreItem>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21</Slides>
  <Notes>4</Notes>
  <HiddenSlides>1</HiddenSlides>
  <ScaleCrop>false</ScaleCrop>
  <HeadingPairs>
    <vt:vector size="4" baseType="variant">
      <vt:variant>
        <vt:lpstr>Theme</vt:lpstr>
      </vt:variant>
      <vt:variant>
        <vt:i4>2</vt:i4>
      </vt:variant>
      <vt:variant>
        <vt:lpstr>Slide Titles</vt:lpstr>
      </vt:variant>
      <vt:variant>
        <vt:i4>21</vt:i4>
      </vt:variant>
    </vt:vector>
  </HeadingPairs>
  <TitlesOfParts>
    <vt:vector size="23" baseType="lpstr">
      <vt:lpstr>2_White</vt:lpstr>
      <vt:lpstr>4_White</vt:lpstr>
      <vt:lpstr>Project Strade Bianche</vt:lpstr>
      <vt:lpstr>Agenda – solo ad uso interno per il meeting di oggi</vt:lpstr>
      <vt:lpstr> La timeline dell’operazione è caratterizzata da quattro momenti chiave</vt:lpstr>
      <vt:lpstr> Capitolo 1 | OPAS e M&amp;A</vt:lpstr>
      <vt:lpstr>1. OPAS e M&amp;A | La timeline di alto livello apre 4 scenari di what-if che impattano le attività di integrazione</vt:lpstr>
      <vt:lpstr>1. OPAS e M&amp;A | Overview milestone critiche e relativi scenari</vt:lpstr>
      <vt:lpstr>PowerPoint Presentation</vt:lpstr>
      <vt:lpstr>5) What-if su dimissioni del CdA di MPS | Dalla conclusione dell'OPAS alla nomina del nuovo CdA si possono configurare due scenari transitori</vt:lpstr>
      <vt:lpstr>PowerPoint Presentation</vt:lpstr>
      <vt:lpstr> Capitolo 2 | Pre-Take control</vt:lpstr>
      <vt:lpstr>2. Pre-Take control | Attività del filone</vt:lpstr>
      <vt:lpstr>2. Pre-Take control - Governance| Per orientare il Take-control, sono stati attivati dei tavoli di lavoro sugli ambiti prioritari con il coinvolgimento delle strutture competenti</vt:lpstr>
      <vt:lpstr>2. Pre-Take Control| Attività chiave per il pre-settlement per Divisioni e AdG</vt:lpstr>
      <vt:lpstr>2. Pre-Take Control| Per ogni macro attività è stata definita una lista di dettaglio con le specifiche azioni necessarie</vt:lpstr>
      <vt:lpstr> Capitolo 3 | Transitorio (pre-/post- CdA)</vt:lpstr>
      <vt:lpstr>3. Transitorio (pre-/post- CdA) | Attività del filone</vt:lpstr>
      <vt:lpstr>PowerPoint Presentation</vt:lpstr>
      <vt:lpstr>3. Meccanismi di coordinamenti e monitoraggio| In funzione dell'evoluzione del percorso societario sarà possibile attivare specifiche azioni di governo</vt:lpstr>
      <vt:lpstr>3. Meccanismi di coordinamenti e monitoraggio| In funzione dell'evoluzione del percorso societario sarà possibile attivare specifiche azioni di governo</vt:lpstr>
      <vt:lpstr>Use cases di situazioni inaspettate e modalità di gestioni</vt:lpstr>
      <vt:lpstr>Meccanismi di coordinamento e monitoriaggio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BdT Wealth &amp; Protection</dc:title>
  <dc:creator>Author</dc:creator>
  <cp:revision>1</cp:revision>
  <cp:lastPrinted>2025-10-01T16:07:53Z</cp:lastPrinted>
  <dcterms:created xsi:type="dcterms:W3CDTF">2024-06-04T11:59:53Z</dcterms:created>
  <dcterms:modified xsi:type="dcterms:W3CDTF">2026-09-18T14:55:48Z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303d7c-e5a3-4cc8-90eb-69bfd7570ac4_Enabled">
    <vt:lpwstr>true</vt:lpwstr>
  </property>
  <property fmtid="{D5CDD505-2E9C-101B-9397-08002B2CF9AE}" pid="3" name="MSIP_Label_83303d7c-e5a3-4cc8-90eb-69bfd7570ac4_SetDate">
    <vt:lpwstr>2026-06-08T18:13:32Z</vt:lpwstr>
  </property>
  <property fmtid="{D5CDD505-2E9C-101B-9397-08002B2CF9AE}" pid="4" name="MSIP_Label_83303d7c-e5a3-4cc8-90eb-69bfd7570ac4_Method">
    <vt:lpwstr>Standard</vt:lpwstr>
  </property>
  <property fmtid="{D5CDD505-2E9C-101B-9397-08002B2CF9AE}" pid="5" name="MSIP_Label_83303d7c-e5a3-4cc8-90eb-69bfd7570ac4_Name">
    <vt:lpwstr>Client Confidential Information-SLV1</vt:lpwstr>
  </property>
  <property fmtid="{D5CDD505-2E9C-101B-9397-08002B2CF9AE}" pid="6" name="MSIP_Label_83303d7c-e5a3-4cc8-90eb-69bfd7570ac4_SiteId">
    <vt:lpwstr>cc8936bc-9382-4fff-87cb-6f55999549e7</vt:lpwstr>
  </property>
  <property fmtid="{D5CDD505-2E9C-101B-9397-08002B2CF9AE}" pid="7" name="MSIP_Label_83303d7c-e5a3-4cc8-90eb-69bfd7570ac4_ActionId">
    <vt:lpwstr>11c81a79-bf8c-4b12-b808-8fcaab948149</vt:lpwstr>
  </property>
  <property fmtid="{D5CDD505-2E9C-101B-9397-08002B2CF9AE}" pid="8" name="MSIP_Label_83303d7c-e5a3-4cc8-90eb-69bfd7570ac4_ContentBits">
    <vt:lpwstr>0</vt:lpwstr>
  </property>
  <property fmtid="{D5CDD505-2E9C-101B-9397-08002B2CF9AE}" pid="9" name="MSIP_Label_83303d7c-e5a3-4cc8-90eb-69bfd7570ac4_Tag">
    <vt:lpwstr>10, 3, 0, 1</vt:lpwstr>
  </property>
  <property fmtid="{D5CDD505-2E9C-101B-9397-08002B2CF9AE}" pid="10" name="MediaServiceImageTags">
    <vt:lpwstr/>
  </property>
  <property fmtid="{D5CDD505-2E9C-101B-9397-08002B2CF9AE}" pid="11" name="ContentTypeId">
    <vt:lpwstr>0x010100899510F8B3E591479C8B65E47990A9F5</vt:lpwstr>
  </property>
  <property fmtid="{D5CDD505-2E9C-101B-9397-08002B2CF9AE}" pid="12" name="_dlc_DocIdItemGuid">
    <vt:lpwstr>7c5857ff-4a86-47ab-8e32-cbaceee4eea8</vt:lpwstr>
  </property>
</Properties>
</file>